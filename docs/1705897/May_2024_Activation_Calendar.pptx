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handoutMasterIdLst>
    <p:handoutMasterId r:id="rId14"/>
  </p:handoutMasterIdLst>
  <p:sldIdLst>
    <p:sldId id="337" r:id="rId5"/>
    <p:sldId id="336" r:id="rId6"/>
    <p:sldId id="339" r:id="rId7"/>
    <p:sldId id="268" r:id="rId8"/>
    <p:sldId id="263" r:id="rId9"/>
    <p:sldId id="340" r:id="rId10"/>
    <p:sldId id="279" r:id="rId11"/>
    <p:sldId id="33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4EC97052-CCA6-49B0-AA09-A65277281CBA}">
          <p14:sldIdLst>
            <p14:sldId id="337"/>
          </p14:sldIdLst>
        </p14:section>
        <p14:section name="Content" id="{10C81FA4-AB20-4F8C-AA98-C00990760090}">
          <p14:sldIdLst>
            <p14:sldId id="336"/>
            <p14:sldId id="339"/>
            <p14:sldId id="268"/>
            <p14:sldId id="263"/>
            <p14:sldId id="340"/>
            <p14:sldId id="279"/>
          </p14:sldIdLst>
        </p14:section>
        <p14:section name="Closing" id="{B254CC29-6644-48FB-B435-9D56547BC196}">
          <p14:sldIdLst>
            <p14:sldId id="334"/>
          </p14:sldIdLst>
        </p14:section>
      </p14:sectionLst>
    </p:ext>
    <p:ext uri="{EFAFB233-063F-42B5-8137-9DF3F51BA10A}">
      <p15:sldGuideLst xmlns:p15="http://schemas.microsoft.com/office/powerpoint/2012/main">
        <p15:guide id="1" pos="3816" userDrawn="1">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B288086-3F0E-FF1D-E9D1-078C4F90C6D8}" name="Kenzi Boivin" initials="KB" userId="S::mackenzie.boivin@sebrands.com::8534dba6-d4b5-4e68-ba01-c4976388d99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90DED1"/>
    <a:srgbClr val="6E38D5"/>
    <a:srgbClr val="440099"/>
    <a:srgbClr val="FFFFFF"/>
    <a:srgbClr val="FF7500"/>
    <a:srgbClr val="DAF4F0"/>
    <a:srgbClr val="B5E9E1"/>
    <a:srgbClr val="46C8B3"/>
    <a:srgbClr val="00C7B1"/>
    <a:srgbClr val="EFF0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A7C822-1D60-F16D-89AC-98CD530556D6}" v="22" dt="2024-04-15T17:49:01.648"/>
  </p1510:revLst>
</p1510:revInfo>
</file>

<file path=ppt/tableStyles.xml><?xml version="1.0" encoding="utf-8"?>
<a:tblStyleLst xmlns:a="http://schemas.openxmlformats.org/drawingml/2006/main" def="{9D7B26C5-4107-4FEC-AEDC-1716B250A1E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pos="3816"/>
        <p:guide orient="horz" pos="216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7A8E49-8B1D-4DF8-A071-B5FA5531447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sz="900"/>
          </a:p>
        </p:txBody>
      </p:sp>
      <p:sp>
        <p:nvSpPr>
          <p:cNvPr id="3" name="Date Placeholder 2">
            <a:extLst>
              <a:ext uri="{FF2B5EF4-FFF2-40B4-BE49-F238E27FC236}">
                <a16:creationId xmlns:a16="http://schemas.microsoft.com/office/drawing/2014/main" id="{34CC8329-2CA0-4127-8422-E0F8FDBB5A6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ADFCA5B-16E1-4D70-8291-219716099B83}" type="datetimeFigureOut">
              <a:rPr lang="en-US" sz="900" smtClean="0"/>
              <a:t>4/15/2024</a:t>
            </a:fld>
            <a:endParaRPr lang="en-US" sz="900"/>
          </a:p>
        </p:txBody>
      </p:sp>
      <p:sp>
        <p:nvSpPr>
          <p:cNvPr id="4" name="Footer Placeholder 3">
            <a:extLst>
              <a:ext uri="{FF2B5EF4-FFF2-40B4-BE49-F238E27FC236}">
                <a16:creationId xmlns:a16="http://schemas.microsoft.com/office/drawing/2014/main" id="{7E69A4AF-E0C8-4B4B-8EEC-9B18D20AABA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sz="900"/>
          </a:p>
        </p:txBody>
      </p:sp>
      <p:sp>
        <p:nvSpPr>
          <p:cNvPr id="5" name="Slide Number Placeholder 4">
            <a:extLst>
              <a:ext uri="{FF2B5EF4-FFF2-40B4-BE49-F238E27FC236}">
                <a16:creationId xmlns:a16="http://schemas.microsoft.com/office/drawing/2014/main" id="{A225F37B-567F-4B68-9E7A-44718C7C276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3FDF21-CECB-4149-9559-85C1CAE991E1}" type="slidenum">
              <a:rPr lang="en-US" sz="900" smtClean="0"/>
              <a:t>‹#›</a:t>
            </a:fld>
            <a:endParaRPr lang="en-US" sz="900"/>
          </a:p>
        </p:txBody>
      </p:sp>
    </p:spTree>
    <p:extLst>
      <p:ext uri="{BB962C8B-B14F-4D97-AF65-F5344CB8AC3E}">
        <p14:creationId xmlns:p14="http://schemas.microsoft.com/office/powerpoint/2010/main" val="25023809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atin typeface="Century Gothic" panose="020B0502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atin typeface="Century Gothic" panose="020B0502020202020204" pitchFamily="34" charset="0"/>
              </a:defRPr>
            </a:lvl1pPr>
          </a:lstStyle>
          <a:p>
            <a:fld id="{AAF6F7E2-0BCC-415C-898E-B17019296F88}" type="datetimeFigureOut">
              <a:rPr lang="en-US" smtClean="0"/>
              <a:pPr/>
              <a:t>4/15/2024</a:t>
            </a:fld>
            <a:endParaRPr lang="en-US"/>
          </a:p>
        </p:txBody>
      </p:sp>
      <p:sp>
        <p:nvSpPr>
          <p:cNvPr id="4" name="Slide Image Placeholder 3"/>
          <p:cNvSpPr>
            <a:spLocks noGrp="1" noRot="1" noChangeAspect="1"/>
          </p:cNvSpPr>
          <p:nvPr>
            <p:ph type="sldImg" idx="2"/>
          </p:nvPr>
        </p:nvSpPr>
        <p:spPr>
          <a:xfrm>
            <a:off x="685800" y="725905"/>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3983455"/>
            <a:ext cx="5486400" cy="443464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atin typeface="Century Gothic" panose="020B0502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atin typeface="Century Gothic" panose="020B0502020202020204" pitchFamily="34" charset="0"/>
              </a:defRPr>
            </a:lvl1pPr>
          </a:lstStyle>
          <a:p>
            <a:fld id="{5470BA31-47BF-48E8-B9A3-29FECAA7F110}" type="slidenum">
              <a:rPr lang="en-US" smtClean="0"/>
              <a:pPr/>
              <a:t>‹#›</a:t>
            </a:fld>
            <a:endParaRPr lang="en-US"/>
          </a:p>
        </p:txBody>
      </p:sp>
    </p:spTree>
    <p:extLst>
      <p:ext uri="{BB962C8B-B14F-4D97-AF65-F5344CB8AC3E}">
        <p14:creationId xmlns:p14="http://schemas.microsoft.com/office/powerpoint/2010/main" val="3225591997"/>
      </p:ext>
    </p:extLst>
  </p:cSld>
  <p:clrMap bg1="lt1" tx1="dk1" bg2="lt2" tx2="dk2" accent1="accent1" accent2="accent2" accent3="accent3" accent4="accent4" accent5="accent5" accent6="accent6" hlink="hlink" folHlink="folHlink"/>
  <p:notesStyle>
    <a:lvl1pPr marL="115888" indent="-115888" algn="l" defTabSz="914400" rtl="0" eaLnBrk="1" latinLnBrk="0" hangingPunct="1">
      <a:spcAft>
        <a:spcPts val="300"/>
      </a:spcAft>
      <a:buFont typeface="Arial" panose="020B0604020202020204" pitchFamily="34" charset="0"/>
      <a:buChar char="•"/>
      <a:defRPr sz="1100" kern="1200">
        <a:solidFill>
          <a:schemeClr val="tx1"/>
        </a:solidFill>
        <a:latin typeface="Century Gothic" panose="020B0502020202020204" pitchFamily="34" charset="0"/>
        <a:ea typeface="+mn-ea"/>
        <a:cs typeface="+mn-cs"/>
      </a:defRPr>
    </a:lvl1pPr>
    <a:lvl2pPr marL="284163" indent="-114300" algn="l" defTabSz="914400" rtl="0" eaLnBrk="1" latinLnBrk="0" hangingPunct="1">
      <a:spcAft>
        <a:spcPts val="300"/>
      </a:spcAft>
      <a:buFont typeface="Arial" panose="020B0604020202020204" pitchFamily="34" charset="0"/>
      <a:buChar char="•"/>
      <a:defRPr sz="900" kern="1200">
        <a:solidFill>
          <a:schemeClr val="tx1"/>
        </a:solidFill>
        <a:latin typeface="+mn-lt"/>
        <a:ea typeface="+mn-ea"/>
        <a:cs typeface="+mn-cs"/>
      </a:defRPr>
    </a:lvl2pPr>
    <a:lvl3pPr marL="401638" indent="-57150" algn="l" defTabSz="914400" rtl="0" eaLnBrk="1" latinLnBrk="0" hangingPunct="1">
      <a:spcAft>
        <a:spcPts val="300"/>
      </a:spcAft>
      <a:buFont typeface="Arial" panose="020B0604020202020204" pitchFamily="34" charset="0"/>
      <a:buChar char="•"/>
      <a:defRPr sz="800" kern="1200">
        <a:solidFill>
          <a:schemeClr val="tx1"/>
        </a:solidFill>
        <a:latin typeface="+mn-lt"/>
        <a:ea typeface="+mn-ea"/>
        <a:cs typeface="+mn-cs"/>
      </a:defRPr>
    </a:lvl3pPr>
    <a:lvl4pPr marL="512763" indent="-60325" algn="l" defTabSz="914400" rtl="0" eaLnBrk="1" latinLnBrk="0" hangingPunct="1">
      <a:spcAft>
        <a:spcPts val="300"/>
      </a:spcAft>
      <a:buFont typeface="Arial" panose="020B0604020202020204" pitchFamily="34" charset="0"/>
      <a:buChar char="•"/>
      <a:defRPr sz="700" kern="1200">
        <a:solidFill>
          <a:schemeClr val="tx1"/>
        </a:solidFill>
        <a:latin typeface="+mn-lt"/>
        <a:ea typeface="+mn-ea"/>
        <a:cs typeface="+mn-cs"/>
      </a:defRPr>
    </a:lvl4pPr>
    <a:lvl5pPr marL="630238" indent="-55563" algn="l" defTabSz="914400" rtl="0" eaLnBrk="1" latinLnBrk="0" hangingPunct="1">
      <a:spcAft>
        <a:spcPts val="300"/>
      </a:spcAft>
      <a:buFont typeface="Arial" panose="020B0604020202020204" pitchFamily="34" charset="0"/>
      <a:buChar char="•"/>
      <a:defRPr sz="7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hyperlink" Target="https://bit.ly/BM-PPT" TargetMode="Externa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8.jpe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bit.ly/BM-PPT" TargetMode="External"/><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11.jpe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18.jpe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9.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Master" Target="../slideMasters/slideMaster1.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1.xml"/><Relationship Id="rId6" Type="http://schemas.openxmlformats.org/officeDocument/2006/relationships/image" Target="../media/image1.png"/><Relationship Id="rId5" Type="http://schemas.openxmlformats.org/officeDocument/2006/relationships/image" Target="../media/image27.svg"/><Relationship Id="rId4" Type="http://schemas.openxmlformats.org/officeDocument/2006/relationships/image" Target="../media/image26.png"/></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9.png"/><Relationship Id="rId1" Type="http://schemas.openxmlformats.org/officeDocument/2006/relationships/slideMaster" Target="../slideMasters/slideMaster1.xml"/><Relationship Id="rId4" Type="http://schemas.openxmlformats.org/officeDocument/2006/relationships/image" Target="../media/image30.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3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34.svg"/><Relationship Id="rId4"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blackGray">
      <p:bgPr>
        <a:solidFill>
          <a:schemeClr val="accent1"/>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A1F167-56BD-4B77-8666-3D1AD71B61D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white">
          <a:xfrm>
            <a:off x="8834371" y="6143438"/>
            <a:ext cx="3020706" cy="459760"/>
          </a:xfrm>
          <a:prstGeom prst="rect">
            <a:avLst/>
          </a:prstGeom>
        </p:spPr>
      </p:pic>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1892255" y="2379203"/>
            <a:ext cx="7968516" cy="1688636"/>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1</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932840" y="4175887"/>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pic>
        <p:nvPicPr>
          <p:cNvPr id="6" name="Picture 5">
            <a:extLst>
              <a:ext uri="{FF2B5EF4-FFF2-40B4-BE49-F238E27FC236}">
                <a16:creationId xmlns:a16="http://schemas.microsoft.com/office/drawing/2014/main" id="{EFB9ECE2-5163-9D04-E983-0F2B0EE4E4BB}"/>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69692" r="-270"/>
          <a:stretch/>
        </p:blipFill>
        <p:spPr>
          <a:xfrm>
            <a:off x="0" y="0"/>
            <a:ext cx="1572768" cy="6858000"/>
          </a:xfrm>
          <a:prstGeom prst="rect">
            <a:avLst/>
          </a:prstGeom>
        </p:spPr>
      </p:pic>
    </p:spTree>
    <p:extLst>
      <p:ext uri="{BB962C8B-B14F-4D97-AF65-F5344CB8AC3E}">
        <p14:creationId xmlns:p14="http://schemas.microsoft.com/office/powerpoint/2010/main" val="2301734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2">
    <p:bg bwMode="blackGray">
      <p:bgPr>
        <a:solidFill>
          <a:schemeClr val="accent1"/>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A1F167-56BD-4B77-8666-3D1AD71B61D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white">
          <a:xfrm>
            <a:off x="8834371" y="6143438"/>
            <a:ext cx="3020706" cy="459760"/>
          </a:xfrm>
          <a:prstGeom prst="rect">
            <a:avLst/>
          </a:prstGeom>
        </p:spPr>
      </p:pic>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1892255" y="2379203"/>
            <a:ext cx="7968516" cy="1688636"/>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2</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932840" y="4175887"/>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pic>
        <p:nvPicPr>
          <p:cNvPr id="5" name="Picture 4">
            <a:extLst>
              <a:ext uri="{FF2B5EF4-FFF2-40B4-BE49-F238E27FC236}">
                <a16:creationId xmlns:a16="http://schemas.microsoft.com/office/drawing/2014/main" id="{D12329B9-DD17-CA63-4289-7F63494F647E}"/>
              </a:ext>
            </a:extLst>
          </p:cNvPr>
          <p:cNvPicPr>
            <a:picLocks noChangeAspect="1"/>
          </p:cNvPicPr>
          <p:nvPr userDrawn="1"/>
        </p:nvPicPr>
        <p:blipFill>
          <a:blip r:embed="rId4"/>
          <a:stretch>
            <a:fillRect/>
          </a:stretch>
        </p:blipFill>
        <p:spPr>
          <a:xfrm flipV="1">
            <a:off x="0" y="0"/>
            <a:ext cx="1572768" cy="6858000"/>
          </a:xfrm>
          <a:prstGeom prst="rect">
            <a:avLst/>
          </a:prstGeom>
        </p:spPr>
      </p:pic>
    </p:spTree>
    <p:extLst>
      <p:ext uri="{BB962C8B-B14F-4D97-AF65-F5344CB8AC3E}">
        <p14:creationId xmlns:p14="http://schemas.microsoft.com/office/powerpoint/2010/main" val="1749591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3">
    <p:bg bwMode="blackGray">
      <p:bgPr>
        <a:solidFill>
          <a:schemeClr val="accent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BA1D67-94EA-C52D-5C55-E91F520335B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0"/>
            <a:ext cx="12191998" cy="6857999"/>
          </a:xfrm>
          <a:prstGeom prst="rect">
            <a:avLst/>
          </a:prstGeom>
        </p:spPr>
      </p:pic>
      <p:sp>
        <p:nvSpPr>
          <p:cNvPr id="16" name="Rectangle 15">
            <a:extLst>
              <a:ext uri="{FF2B5EF4-FFF2-40B4-BE49-F238E27FC236}">
                <a16:creationId xmlns:a16="http://schemas.microsoft.com/office/drawing/2014/main" id="{78902215-CAB0-FE3E-6DF6-4E886AE6C650}"/>
              </a:ext>
            </a:extLst>
          </p:cNvPr>
          <p:cNvSpPr/>
          <p:nvPr userDrawn="1"/>
        </p:nvSpPr>
        <p:spPr>
          <a:xfrm>
            <a:off x="0" y="626806"/>
            <a:ext cx="12192000" cy="5604387"/>
          </a:xfrm>
          <a:prstGeom prst="rect">
            <a:avLst/>
          </a:prstGeom>
          <a:solidFill>
            <a:srgbClr val="6E38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7" name="Title 1">
            <a:extLst>
              <a:ext uri="{FF2B5EF4-FFF2-40B4-BE49-F238E27FC236}">
                <a16:creationId xmlns:a16="http://schemas.microsoft.com/office/drawing/2014/main" id="{D0C7D952-3A0A-3DB9-9D96-7BBCA01A9217}"/>
              </a:ext>
            </a:extLst>
          </p:cNvPr>
          <p:cNvSpPr>
            <a:spLocks noGrp="1"/>
          </p:cNvSpPr>
          <p:nvPr>
            <p:ph type="ctrTitle" hasCustomPrompt="1"/>
          </p:nvPr>
        </p:nvSpPr>
        <p:spPr bwMode="white">
          <a:xfrm>
            <a:off x="5762309" y="1993261"/>
            <a:ext cx="5006913" cy="2387053"/>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3</a:t>
            </a:r>
          </a:p>
        </p:txBody>
      </p:sp>
      <p:sp>
        <p:nvSpPr>
          <p:cNvPr id="18" name="Subtitle 2">
            <a:extLst>
              <a:ext uri="{FF2B5EF4-FFF2-40B4-BE49-F238E27FC236}">
                <a16:creationId xmlns:a16="http://schemas.microsoft.com/office/drawing/2014/main" id="{8D221A62-5C6A-EA86-8CF3-17DDB982C4B0}"/>
              </a:ext>
            </a:extLst>
          </p:cNvPr>
          <p:cNvSpPr>
            <a:spLocks noGrp="1"/>
          </p:cNvSpPr>
          <p:nvPr>
            <p:ph type="subTitle" idx="1" hasCustomPrompt="1"/>
          </p:nvPr>
        </p:nvSpPr>
        <p:spPr bwMode="white">
          <a:xfrm>
            <a:off x="5802894" y="4488362"/>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pic>
        <p:nvPicPr>
          <p:cNvPr id="21" name="Graphic 20">
            <a:extLst>
              <a:ext uri="{FF2B5EF4-FFF2-40B4-BE49-F238E27FC236}">
                <a16:creationId xmlns:a16="http://schemas.microsoft.com/office/drawing/2014/main" id="{3835D876-733F-5EE7-319F-98FB8177638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bwMode="white">
          <a:xfrm>
            <a:off x="8720662" y="5536856"/>
            <a:ext cx="3020706" cy="459760"/>
          </a:xfrm>
          <a:prstGeom prst="rect">
            <a:avLst/>
          </a:prstGeom>
        </p:spPr>
      </p:pic>
      <p:sp>
        <p:nvSpPr>
          <p:cNvPr id="20" name="Picture Placeholder 4">
            <a:extLst>
              <a:ext uri="{FF2B5EF4-FFF2-40B4-BE49-F238E27FC236}">
                <a16:creationId xmlns:a16="http://schemas.microsoft.com/office/drawing/2014/main" id="{777FAC52-4B8C-8F34-652E-B166AB050DC7}"/>
              </a:ext>
            </a:extLst>
          </p:cNvPr>
          <p:cNvSpPr>
            <a:spLocks noGrp="1"/>
          </p:cNvSpPr>
          <p:nvPr>
            <p:ph type="pic" sz="quarter" idx="10" hasCustomPrompt="1"/>
          </p:nvPr>
        </p:nvSpPr>
        <p:spPr>
          <a:xfrm>
            <a:off x="-1" y="0"/>
            <a:ext cx="4927600" cy="6858000"/>
          </a:xfrm>
          <a:prstGeom prst="rect">
            <a:avLst/>
          </a:prstGeom>
          <a:ln>
            <a:noFill/>
          </a:ln>
        </p:spPr>
        <p:txBody>
          <a:bodyPr bIns="822960" anchor="ctr"/>
          <a:lstStyle>
            <a:lvl1pPr marL="0" indent="0" algn="ctr">
              <a:buNone/>
              <a:defRPr/>
            </a:lvl1pPr>
          </a:lstStyle>
          <a:p>
            <a:r>
              <a:rPr lang="en-US"/>
              <a:t>Click the Icon to Insert Image</a:t>
            </a:r>
          </a:p>
        </p:txBody>
      </p:sp>
      <p:sp>
        <p:nvSpPr>
          <p:cNvPr id="10" name="TextBox 9">
            <a:extLst>
              <a:ext uri="{FF2B5EF4-FFF2-40B4-BE49-F238E27FC236}">
                <a16:creationId xmlns:a16="http://schemas.microsoft.com/office/drawing/2014/main" id="{9F9D70AC-D8FF-462D-9825-7286BEBF1923}"/>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9800"/>
                </a:solidFill>
                <a:effectLst/>
                <a:uLnTx/>
                <a:uFillTx/>
                <a:hlinkClick r:id="rId5">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9800"/>
                </a:solidFill>
                <a:effectLst/>
                <a:uLnTx/>
                <a:uFillTx/>
              </a:rPr>
              <a:t> </a:t>
            </a:r>
            <a:endParaRPr kumimoji="0" lang="en-US" sz="900" b="0" i="1" u="none" strike="noStrike" kern="0" cap="none" spc="0" normalizeH="0" baseline="0" noProof="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sp>
        <p:nvSpPr>
          <p:cNvPr id="19" name="TextBox 18">
            <a:extLst>
              <a:ext uri="{FF2B5EF4-FFF2-40B4-BE49-F238E27FC236}">
                <a16:creationId xmlns:a16="http://schemas.microsoft.com/office/drawing/2014/main" id="{BDD7568E-CB3A-DCFC-9AB9-F9930F41285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9800"/>
                </a:solidFill>
                <a:effectLst/>
                <a:uLnTx/>
                <a:uFillTx/>
                <a:hlinkClick r:id="rId5">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9800"/>
                </a:solidFill>
                <a:effectLst/>
                <a:uLnTx/>
                <a:uFillTx/>
              </a:rPr>
              <a:t> </a:t>
            </a:r>
            <a:endParaRPr kumimoji="0" lang="en-US" sz="900" b="0" i="1" u="none" strike="noStrike" kern="0" cap="none" spc="0" normalizeH="0" baseline="0" noProof="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spTree>
    <p:extLst>
      <p:ext uri="{BB962C8B-B14F-4D97-AF65-F5344CB8AC3E}">
        <p14:creationId xmlns:p14="http://schemas.microsoft.com/office/powerpoint/2010/main" val="718567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4">
    <p:bg bwMode="black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DBE3CDF-161F-4F63-B869-C988AD61EC40}"/>
              </a:ext>
            </a:extLst>
          </p:cNvPr>
          <p:cNvSpPr/>
          <p:nvPr userDrawn="1"/>
        </p:nvSpPr>
        <p:spPr bwMode="white">
          <a:xfrm>
            <a:off x="-1" y="0"/>
            <a:ext cx="12192001" cy="6857999"/>
          </a:xfrm>
          <a:prstGeom prst="rect">
            <a:avLst/>
          </a:prstGeom>
          <a:gradFill flip="none" rotWithShape="1">
            <a:gsLst>
              <a:gs pos="45000">
                <a:schemeClr val="bg2">
                  <a:alpha val="0"/>
                </a:schemeClr>
              </a:gs>
              <a:gs pos="99000">
                <a:schemeClr val="bg2">
                  <a:alpha val="71792"/>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992604" y="1993261"/>
            <a:ext cx="5006913" cy="2387053"/>
          </a:xfrm>
        </p:spPr>
        <p:txBody>
          <a:bodyPr anchor="b"/>
          <a:lstStyle>
            <a:lvl1pPr algn="l">
              <a:lnSpc>
                <a:spcPct val="80000"/>
              </a:lnSpc>
              <a:defRPr sz="6000" b="1" i="0" cap="all" spc="0" baseline="0">
                <a:solidFill>
                  <a:schemeClr val="tx1"/>
                </a:solidFill>
                <a:latin typeface="+mj-lt"/>
              </a:defRPr>
            </a:lvl1pPr>
          </a:lstStyle>
          <a:p>
            <a:r>
              <a:rPr lang="en-US"/>
              <a:t>TITLE SLIDE OPTION 4</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033189" y="4488362"/>
            <a:ext cx="2295940" cy="467139"/>
          </a:xfrm>
        </p:spPr>
        <p:txBody>
          <a:bodyPr/>
          <a:lstStyle>
            <a:lvl1pPr marL="0" indent="0" algn="l">
              <a:spcBef>
                <a:spcPts val="0"/>
              </a:spcBef>
              <a:buNone/>
              <a:defRPr sz="1200" b="1"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sp>
        <p:nvSpPr>
          <p:cNvPr id="9" name="TextBox 8">
            <a:extLst>
              <a:ext uri="{FF2B5EF4-FFF2-40B4-BE49-F238E27FC236}">
                <a16:creationId xmlns:a16="http://schemas.microsoft.com/office/drawing/2014/main" id="{AB44BF94-F536-426E-A3E5-B1F662975588}"/>
              </a:ext>
            </a:extLst>
          </p:cNvPr>
          <p:cNvSpPr txBox="1"/>
          <p:nvPr userDrawn="1"/>
        </p:nvSpPr>
        <p:spPr>
          <a:xfrm>
            <a:off x="-1377387" y="5251"/>
            <a:ext cx="1319384" cy="2908489"/>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 Full-Image-Slide approved image from the library on SharePoint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p:txBody>
      </p:sp>
      <p:pic>
        <p:nvPicPr>
          <p:cNvPr id="4" name="Graphic 3">
            <a:extLst>
              <a:ext uri="{FF2B5EF4-FFF2-40B4-BE49-F238E27FC236}">
                <a16:creationId xmlns:a16="http://schemas.microsoft.com/office/drawing/2014/main" id="{BCD01388-6E36-28FA-E617-B1D9179283BE}"/>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bwMode="white">
          <a:xfrm>
            <a:off x="7848253" y="6143438"/>
            <a:ext cx="3020706" cy="459760"/>
          </a:xfrm>
          <a:prstGeom prst="rect">
            <a:avLst/>
          </a:prstGeom>
        </p:spPr>
      </p:pic>
      <p:pic>
        <p:nvPicPr>
          <p:cNvPr id="6" name="Picture 5">
            <a:extLst>
              <a:ext uri="{FF2B5EF4-FFF2-40B4-BE49-F238E27FC236}">
                <a16:creationId xmlns:a16="http://schemas.microsoft.com/office/drawing/2014/main" id="{E31BDC9C-971B-5308-1AB6-187EEC2E2D2B}"/>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36305" t="19203" b="66164"/>
          <a:stretch/>
        </p:blipFill>
        <p:spPr>
          <a:xfrm rot="5400000">
            <a:off x="8281594" y="2947593"/>
            <a:ext cx="6857999" cy="962812"/>
          </a:xfrm>
          <a:prstGeom prst="rect">
            <a:avLst/>
          </a:prstGeom>
        </p:spPr>
      </p:pic>
    </p:spTree>
    <p:extLst>
      <p:ext uri="{BB962C8B-B14F-4D97-AF65-F5344CB8AC3E}">
        <p14:creationId xmlns:p14="http://schemas.microsoft.com/office/powerpoint/2010/main" val="4148316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5">
    <p:bg bwMode="blackGray">
      <p:bgPr>
        <a:gradFill flip="none" rotWithShape="1">
          <a:gsLst>
            <a:gs pos="0">
              <a:schemeClr val="tx2"/>
            </a:gs>
            <a:gs pos="100000">
              <a:schemeClr val="accent2">
                <a:alpha val="77000"/>
              </a:schemeClr>
            </a:gs>
          </a:gsLst>
          <a:lin ang="8100000" scaled="1"/>
          <a:tileRect/>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73975AB-C39D-F113-67A8-53AE25E554FE}"/>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8" name="Rectangle 7">
            <a:extLst>
              <a:ext uri="{FF2B5EF4-FFF2-40B4-BE49-F238E27FC236}">
                <a16:creationId xmlns:a16="http://schemas.microsoft.com/office/drawing/2014/main" id="{A01D818B-3B83-4D74-85EC-C99BA16330A0}"/>
              </a:ext>
            </a:extLst>
          </p:cNvPr>
          <p:cNvSpPr/>
          <p:nvPr userDrawn="1"/>
        </p:nvSpPr>
        <p:spPr>
          <a:xfrm>
            <a:off x="663146" y="626806"/>
            <a:ext cx="11528854" cy="5604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1" name="Title 1">
            <a:extLst>
              <a:ext uri="{FF2B5EF4-FFF2-40B4-BE49-F238E27FC236}">
                <a16:creationId xmlns:a16="http://schemas.microsoft.com/office/drawing/2014/main" id="{FC7F0163-9D9F-91BB-815C-830A872A05A9}"/>
              </a:ext>
            </a:extLst>
          </p:cNvPr>
          <p:cNvSpPr>
            <a:spLocks noGrp="1"/>
          </p:cNvSpPr>
          <p:nvPr>
            <p:ph type="ctrTitle" hasCustomPrompt="1"/>
          </p:nvPr>
        </p:nvSpPr>
        <p:spPr bwMode="white">
          <a:xfrm>
            <a:off x="1035564" y="1465723"/>
            <a:ext cx="5006913" cy="2387053"/>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5</a:t>
            </a:r>
          </a:p>
        </p:txBody>
      </p:sp>
      <p:sp>
        <p:nvSpPr>
          <p:cNvPr id="12" name="Subtitle 2">
            <a:extLst>
              <a:ext uri="{FF2B5EF4-FFF2-40B4-BE49-F238E27FC236}">
                <a16:creationId xmlns:a16="http://schemas.microsoft.com/office/drawing/2014/main" id="{C8218589-BB24-711A-CE8D-82F347A48447}"/>
              </a:ext>
            </a:extLst>
          </p:cNvPr>
          <p:cNvSpPr>
            <a:spLocks noGrp="1"/>
          </p:cNvSpPr>
          <p:nvPr>
            <p:ph type="subTitle" idx="1" hasCustomPrompt="1"/>
          </p:nvPr>
        </p:nvSpPr>
        <p:spPr bwMode="white">
          <a:xfrm>
            <a:off x="1058564" y="3960824"/>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sp>
        <p:nvSpPr>
          <p:cNvPr id="14" name="TextBox 13">
            <a:extLst>
              <a:ext uri="{FF2B5EF4-FFF2-40B4-BE49-F238E27FC236}">
                <a16:creationId xmlns:a16="http://schemas.microsoft.com/office/drawing/2014/main" id="{9218F55F-1F8C-DB81-4A38-95C5D49121AF}"/>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9800"/>
                </a:solidFill>
                <a:effectLst/>
                <a:uLnTx/>
                <a:uFillTx/>
                <a:hlinkClick r:id="rId3">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9800"/>
                </a:solidFill>
                <a:effectLst/>
                <a:uLnTx/>
                <a:uFillTx/>
              </a:rPr>
              <a:t> </a:t>
            </a:r>
            <a:endParaRPr kumimoji="0" lang="en-US" sz="900" b="0" i="1" u="none" strike="noStrike" kern="0" cap="none" spc="0" normalizeH="0" baseline="0" noProof="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sp>
        <p:nvSpPr>
          <p:cNvPr id="15" name="Picture Placeholder 4">
            <a:extLst>
              <a:ext uri="{FF2B5EF4-FFF2-40B4-BE49-F238E27FC236}">
                <a16:creationId xmlns:a16="http://schemas.microsoft.com/office/drawing/2014/main" id="{666920F6-5D0A-F6A0-448F-7166C446B2F4}"/>
              </a:ext>
            </a:extLst>
          </p:cNvPr>
          <p:cNvSpPr>
            <a:spLocks noGrp="1"/>
          </p:cNvSpPr>
          <p:nvPr>
            <p:ph type="pic" sz="quarter" idx="10" hasCustomPrompt="1"/>
          </p:nvPr>
        </p:nvSpPr>
        <p:spPr>
          <a:xfrm>
            <a:off x="6952129" y="0"/>
            <a:ext cx="5239872" cy="6858000"/>
          </a:xfrm>
          <a:prstGeom prst="rect">
            <a:avLst/>
          </a:prstGeom>
          <a:ln>
            <a:noFill/>
          </a:ln>
        </p:spPr>
        <p:txBody>
          <a:bodyPr bIns="822960" anchor="ctr"/>
          <a:lstStyle>
            <a:lvl1pPr marL="0" indent="0" algn="ctr">
              <a:buNone/>
              <a:defRPr/>
            </a:lvl1pPr>
          </a:lstStyle>
          <a:p>
            <a:r>
              <a:rPr lang="en-US"/>
              <a:t>Click the Icon to Insert Image</a:t>
            </a:r>
          </a:p>
        </p:txBody>
      </p:sp>
      <p:pic>
        <p:nvPicPr>
          <p:cNvPr id="16" name="Graphic 15">
            <a:extLst>
              <a:ext uri="{FF2B5EF4-FFF2-40B4-BE49-F238E27FC236}">
                <a16:creationId xmlns:a16="http://schemas.microsoft.com/office/drawing/2014/main" id="{6B284493-5F25-232F-9826-3A294FE3820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bwMode="white">
          <a:xfrm>
            <a:off x="1035564" y="5536856"/>
            <a:ext cx="3020706" cy="459760"/>
          </a:xfrm>
          <a:prstGeom prst="rect">
            <a:avLst/>
          </a:prstGeom>
        </p:spPr>
      </p:pic>
    </p:spTree>
    <p:extLst>
      <p:ext uri="{BB962C8B-B14F-4D97-AF65-F5344CB8AC3E}">
        <p14:creationId xmlns:p14="http://schemas.microsoft.com/office/powerpoint/2010/main" val="7341758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p:bg bwMode="ltGray">
      <p:bgPr>
        <a:solidFill>
          <a:schemeClr val="accent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39D5E3D1-2FD4-80BD-8140-7FEAB9D9E745}"/>
              </a:ext>
            </a:extLst>
          </p:cNvPr>
          <p:cNvPicPr>
            <a:picLocks noChangeAspect="1"/>
          </p:cNvPicPr>
          <p:nvPr userDrawn="1"/>
        </p:nvPicPr>
        <p:blipFill rotWithShape="1">
          <a:blip r:embed="rId2">
            <a:alphaModFix amt="89000"/>
            <a:extLst>
              <a:ext uri="{28A0092B-C50C-407E-A947-70E740481C1C}">
                <a14:useLocalDpi xmlns:a14="http://schemas.microsoft.com/office/drawing/2010/main" val="0"/>
              </a:ext>
            </a:extLst>
          </a:blip>
          <a:srcRect l="21453" t="11243" r="14852" b="17954"/>
          <a:stretch/>
        </p:blipFill>
        <p:spPr>
          <a:xfrm rot="5400000">
            <a:off x="-1099664" y="1099665"/>
            <a:ext cx="6857999" cy="4658671"/>
          </a:xfrm>
          <a:prstGeom prst="rect">
            <a:avLst/>
          </a:prstGeom>
        </p:spPr>
      </p:pic>
      <p:sp>
        <p:nvSpPr>
          <p:cNvPr id="15" name="Rectangle 14">
            <a:extLst>
              <a:ext uri="{FF2B5EF4-FFF2-40B4-BE49-F238E27FC236}">
                <a16:creationId xmlns:a16="http://schemas.microsoft.com/office/drawing/2014/main" id="{62A55604-9396-9507-2C0F-D5E3E243CB24}"/>
              </a:ext>
            </a:extLst>
          </p:cNvPr>
          <p:cNvSpPr/>
          <p:nvPr userDrawn="1"/>
        </p:nvSpPr>
        <p:spPr>
          <a:xfrm>
            <a:off x="498370" y="507036"/>
            <a:ext cx="4160301" cy="550373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icture Placeholder 7">
            <a:extLst>
              <a:ext uri="{FF2B5EF4-FFF2-40B4-BE49-F238E27FC236}">
                <a16:creationId xmlns:a16="http://schemas.microsoft.com/office/drawing/2014/main" id="{9D2F8598-1E03-415E-9D61-D613757CD122}"/>
              </a:ext>
            </a:extLst>
          </p:cNvPr>
          <p:cNvSpPr>
            <a:spLocks noGrp="1"/>
          </p:cNvSpPr>
          <p:nvPr>
            <p:ph type="pic" sz="quarter" idx="15" hasCustomPrompt="1"/>
          </p:nvPr>
        </p:nvSpPr>
        <p:spPr>
          <a:xfrm>
            <a:off x="4658672" y="0"/>
            <a:ext cx="7532687" cy="6858000"/>
          </a:xfrm>
        </p:spPr>
        <p:txBody>
          <a:bodyPr anchor="ctr"/>
          <a:lstStyle>
            <a:lvl1pPr marL="0" indent="0" algn="ctr">
              <a:buNone/>
              <a:defRPr/>
            </a:lvl1pPr>
          </a:lstStyle>
          <a:p>
            <a:r>
              <a:rPr lang="en-US"/>
              <a:t>Click the Icon to Insert Image</a:t>
            </a:r>
          </a:p>
        </p:txBody>
      </p:sp>
      <p:sp>
        <p:nvSpPr>
          <p:cNvPr id="2" name="Title 1">
            <a:extLst>
              <a:ext uri="{FF2B5EF4-FFF2-40B4-BE49-F238E27FC236}">
                <a16:creationId xmlns:a16="http://schemas.microsoft.com/office/drawing/2014/main" id="{61C1462B-341F-4C88-96E1-04550B68AD04}"/>
              </a:ext>
            </a:extLst>
          </p:cNvPr>
          <p:cNvSpPr>
            <a:spLocks noGrp="1"/>
          </p:cNvSpPr>
          <p:nvPr>
            <p:ph type="title" hasCustomPrompt="1"/>
          </p:nvPr>
        </p:nvSpPr>
        <p:spPr bwMode="white">
          <a:xfrm>
            <a:off x="842411" y="1095644"/>
            <a:ext cx="2562483" cy="275799"/>
          </a:xfrm>
        </p:spPr>
        <p:txBody>
          <a:bodyPr/>
          <a:lstStyle>
            <a:lvl1pPr algn="l">
              <a:defRPr sz="3200" i="0" cap="all" spc="0" baseline="0">
                <a:solidFill>
                  <a:schemeClr val="accent5"/>
                </a:solidFill>
                <a:latin typeface="+mn-lt"/>
              </a:defRPr>
            </a:lvl1pPr>
          </a:lstStyle>
          <a:p>
            <a:r>
              <a:rPr lang="en-US"/>
              <a:t>Agenda</a:t>
            </a:r>
          </a:p>
        </p:txBody>
      </p:sp>
      <p:sp>
        <p:nvSpPr>
          <p:cNvPr id="12" name="TextBox 11">
            <a:extLst>
              <a:ext uri="{FF2B5EF4-FFF2-40B4-BE49-F238E27FC236}">
                <a16:creationId xmlns:a16="http://schemas.microsoft.com/office/drawing/2014/main" id="{7BB83F2C-B1B4-47BE-9DC6-E29DDF1909A8}"/>
              </a:ext>
            </a:extLst>
          </p:cNvPr>
          <p:cNvSpPr txBox="1"/>
          <p:nvPr userDrawn="1"/>
        </p:nvSpPr>
        <p:spPr>
          <a:xfrm>
            <a:off x="-1581150" y="5251"/>
            <a:ext cx="1523147" cy="26314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an Agenda-Slide approved image from the library on SharePoint &gt; 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p:txBody>
      </p:sp>
      <p:sp>
        <p:nvSpPr>
          <p:cNvPr id="4" name="Text Placeholder 3">
            <a:extLst>
              <a:ext uri="{FF2B5EF4-FFF2-40B4-BE49-F238E27FC236}">
                <a16:creationId xmlns:a16="http://schemas.microsoft.com/office/drawing/2014/main" id="{DBB2C4BE-C215-4D10-A970-131F4339B163}"/>
              </a:ext>
            </a:extLst>
          </p:cNvPr>
          <p:cNvSpPr>
            <a:spLocks noGrp="1"/>
          </p:cNvSpPr>
          <p:nvPr>
            <p:ph type="body" sz="quarter" idx="14"/>
          </p:nvPr>
        </p:nvSpPr>
        <p:spPr>
          <a:xfrm>
            <a:off x="842411" y="1644493"/>
            <a:ext cx="3447902" cy="2386012"/>
          </a:xfrm>
        </p:spPr>
        <p:txBody>
          <a:bodyPr/>
          <a:lstStyle>
            <a:lvl1pPr>
              <a:buClr>
                <a:schemeClr val="accent3"/>
              </a:buCl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Graphic 2">
            <a:extLst>
              <a:ext uri="{FF2B5EF4-FFF2-40B4-BE49-F238E27FC236}">
                <a16:creationId xmlns:a16="http://schemas.microsoft.com/office/drawing/2014/main" id="{9CCB56D1-E48E-0341-3CF2-A70DA77B00A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55976"/>
            <a:ext cx="911645" cy="241661"/>
          </a:xfrm>
          <a:prstGeom prst="rect">
            <a:avLst/>
          </a:prstGeom>
        </p:spPr>
      </p:pic>
    </p:spTree>
    <p:extLst>
      <p:ext uri="{BB962C8B-B14F-4D97-AF65-F5344CB8AC3E}">
        <p14:creationId xmlns:p14="http://schemas.microsoft.com/office/powerpoint/2010/main" val="2974488151"/>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Agenda Option 2">
    <p:bg bwMode="ltGray">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950B7F6-A3B2-BFC1-5597-CD31D2E1A2D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688"/>
            <a:ext cx="12192000" cy="6856622"/>
          </a:xfrm>
          <a:prstGeom prst="rect">
            <a:avLst/>
          </a:prstGeom>
        </p:spPr>
      </p:pic>
      <p:sp>
        <p:nvSpPr>
          <p:cNvPr id="15" name="Rectangle 14">
            <a:extLst>
              <a:ext uri="{FF2B5EF4-FFF2-40B4-BE49-F238E27FC236}">
                <a16:creationId xmlns:a16="http://schemas.microsoft.com/office/drawing/2014/main" id="{62A55604-9396-9507-2C0F-D5E3E243CB24}"/>
              </a:ext>
            </a:extLst>
          </p:cNvPr>
          <p:cNvSpPr/>
          <p:nvPr userDrawn="1"/>
        </p:nvSpPr>
        <p:spPr>
          <a:xfrm>
            <a:off x="5384269" y="848230"/>
            <a:ext cx="5492997" cy="53002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C1462B-341F-4C88-96E1-04550B68AD04}"/>
              </a:ext>
            </a:extLst>
          </p:cNvPr>
          <p:cNvSpPr>
            <a:spLocks noGrp="1"/>
          </p:cNvSpPr>
          <p:nvPr>
            <p:ph type="title" hasCustomPrompt="1"/>
          </p:nvPr>
        </p:nvSpPr>
        <p:spPr bwMode="white">
          <a:xfrm>
            <a:off x="5762429" y="1423190"/>
            <a:ext cx="2562483" cy="275799"/>
          </a:xfrm>
        </p:spPr>
        <p:txBody>
          <a:bodyPr/>
          <a:lstStyle>
            <a:lvl1pPr algn="l">
              <a:defRPr sz="3200" i="0" cap="all" spc="0" baseline="0">
                <a:solidFill>
                  <a:schemeClr val="accent4"/>
                </a:solidFill>
                <a:latin typeface="+mn-lt"/>
              </a:defRPr>
            </a:lvl1pPr>
          </a:lstStyle>
          <a:p>
            <a:r>
              <a:rPr lang="en-US"/>
              <a:t>Agenda</a:t>
            </a:r>
          </a:p>
        </p:txBody>
      </p:sp>
      <p:sp>
        <p:nvSpPr>
          <p:cNvPr id="12" name="TextBox 11">
            <a:extLst>
              <a:ext uri="{FF2B5EF4-FFF2-40B4-BE49-F238E27FC236}">
                <a16:creationId xmlns:a16="http://schemas.microsoft.com/office/drawing/2014/main" id="{7BB83F2C-B1B4-47BE-9DC6-E29DDF1909A8}"/>
              </a:ext>
            </a:extLst>
          </p:cNvPr>
          <p:cNvSpPr txBox="1"/>
          <p:nvPr userDrawn="1"/>
        </p:nvSpPr>
        <p:spPr>
          <a:xfrm>
            <a:off x="-1581150" y="5251"/>
            <a:ext cx="1523147" cy="26314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an Agenda-Slide approved image from the library on SharePoint &gt; 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p:txBody>
      </p:sp>
      <p:sp>
        <p:nvSpPr>
          <p:cNvPr id="4" name="Text Placeholder 3">
            <a:extLst>
              <a:ext uri="{FF2B5EF4-FFF2-40B4-BE49-F238E27FC236}">
                <a16:creationId xmlns:a16="http://schemas.microsoft.com/office/drawing/2014/main" id="{DBB2C4BE-C215-4D10-A970-131F4339B163}"/>
              </a:ext>
            </a:extLst>
          </p:cNvPr>
          <p:cNvSpPr>
            <a:spLocks noGrp="1"/>
          </p:cNvSpPr>
          <p:nvPr>
            <p:ph type="body" sz="quarter" idx="14"/>
          </p:nvPr>
        </p:nvSpPr>
        <p:spPr>
          <a:xfrm>
            <a:off x="5762429" y="1972039"/>
            <a:ext cx="3447902" cy="2386012"/>
          </a:xfrm>
        </p:spPr>
        <p:txBody>
          <a:bodyPr/>
          <a:lstStyle>
            <a:lvl1pPr>
              <a:buClr>
                <a:schemeClr val="accent4"/>
              </a:buCl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Graphic 2">
            <a:extLst>
              <a:ext uri="{FF2B5EF4-FFF2-40B4-BE49-F238E27FC236}">
                <a16:creationId xmlns:a16="http://schemas.microsoft.com/office/drawing/2014/main" id="{9CCB56D1-E48E-0341-3CF2-A70DA77B00A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55976"/>
            <a:ext cx="911645" cy="241661"/>
          </a:xfrm>
          <a:prstGeom prst="rect">
            <a:avLst/>
          </a:prstGeom>
        </p:spPr>
      </p:pic>
    </p:spTree>
    <p:extLst>
      <p:ext uri="{BB962C8B-B14F-4D97-AF65-F5344CB8AC3E}">
        <p14:creationId xmlns:p14="http://schemas.microsoft.com/office/powerpoint/2010/main" val="3095874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Slide Option 1">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A5C2800-71F8-2D7B-8D97-59784CCA3D69}"/>
              </a:ext>
            </a:extLst>
          </p:cNvPr>
          <p:cNvSpPr>
            <a:spLocks noGrp="1"/>
          </p:cNvSpPr>
          <p:nvPr>
            <p:ph type="title" hasCustomPrompt="1"/>
          </p:nvPr>
        </p:nvSpPr>
        <p:spPr>
          <a:xfrm>
            <a:off x="1890640" y="2682037"/>
            <a:ext cx="6119906" cy="1607670"/>
          </a:xfrm>
        </p:spPr>
        <p:txBody>
          <a:bodyPr anchor="t"/>
          <a:lstStyle>
            <a:lvl1pPr algn="l">
              <a:defRPr sz="5400" cap="all" baseline="0">
                <a:solidFill>
                  <a:schemeClr val="tx1">
                    <a:lumMod val="95000"/>
                  </a:schemeClr>
                </a:solidFill>
              </a:defRPr>
            </a:lvl1pPr>
          </a:lstStyle>
          <a:p>
            <a:r>
              <a:rPr lang="en-US"/>
              <a:t>SECTION Slide </a:t>
            </a:r>
            <a:br>
              <a:rPr lang="en-US"/>
            </a:br>
            <a:r>
              <a:rPr lang="en-US"/>
              <a:t>Option 1</a:t>
            </a:r>
          </a:p>
        </p:txBody>
      </p:sp>
      <p:sp>
        <p:nvSpPr>
          <p:cNvPr id="9" name="Text Placeholder 2">
            <a:extLst>
              <a:ext uri="{FF2B5EF4-FFF2-40B4-BE49-F238E27FC236}">
                <a16:creationId xmlns:a16="http://schemas.microsoft.com/office/drawing/2014/main" id="{D6F85335-6D94-80AE-39D2-17663B527129}"/>
              </a:ext>
            </a:extLst>
          </p:cNvPr>
          <p:cNvSpPr>
            <a:spLocks noGrp="1"/>
          </p:cNvSpPr>
          <p:nvPr>
            <p:ph type="body" idx="1" hasCustomPrompt="1"/>
          </p:nvPr>
        </p:nvSpPr>
        <p:spPr>
          <a:xfrm>
            <a:off x="1895403" y="4403039"/>
            <a:ext cx="6115950" cy="430028"/>
          </a:xfrm>
        </p:spPr>
        <p:txBody>
          <a:bodyPr/>
          <a:lstStyle>
            <a:lvl1pPr marL="0" indent="0" algn="l">
              <a:buNone/>
              <a:defRPr sz="1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
        <p:nvSpPr>
          <p:cNvPr id="10" name="Text Placeholder 6">
            <a:extLst>
              <a:ext uri="{FF2B5EF4-FFF2-40B4-BE49-F238E27FC236}">
                <a16:creationId xmlns:a16="http://schemas.microsoft.com/office/drawing/2014/main" id="{6CB00ADA-09D0-4DE1-BBD1-B013B58A5C11}"/>
              </a:ext>
            </a:extLst>
          </p:cNvPr>
          <p:cNvSpPr>
            <a:spLocks noGrp="1"/>
          </p:cNvSpPr>
          <p:nvPr>
            <p:ph type="body" sz="quarter" idx="10" hasCustomPrompt="1"/>
          </p:nvPr>
        </p:nvSpPr>
        <p:spPr>
          <a:xfrm>
            <a:off x="1894502" y="1023176"/>
            <a:ext cx="2790825" cy="1607670"/>
          </a:xfrm>
        </p:spPr>
        <p:txBody>
          <a:bodyPr/>
          <a:lstStyle>
            <a:lvl1pPr marL="0" indent="0">
              <a:buNone/>
              <a:defRPr sz="11500" b="1">
                <a:solidFill>
                  <a:schemeClr val="accent4"/>
                </a:solidFill>
              </a:defRPr>
            </a:lvl1pPr>
          </a:lstStyle>
          <a:p>
            <a:pPr lvl="0"/>
            <a:r>
              <a:rPr lang="en-US"/>
              <a:t>01</a:t>
            </a:r>
          </a:p>
        </p:txBody>
      </p:sp>
      <p:sp>
        <p:nvSpPr>
          <p:cNvPr id="2" name="Slide Number Placeholder 5">
            <a:extLst>
              <a:ext uri="{FF2B5EF4-FFF2-40B4-BE49-F238E27FC236}">
                <a16:creationId xmlns:a16="http://schemas.microsoft.com/office/drawing/2014/main" id="{39EECF60-7EA3-2450-4C62-A228C6A5221D}"/>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a:p>
        </p:txBody>
      </p:sp>
      <p:pic>
        <p:nvPicPr>
          <p:cNvPr id="4" name="Picture 3">
            <a:extLst>
              <a:ext uri="{FF2B5EF4-FFF2-40B4-BE49-F238E27FC236}">
                <a16:creationId xmlns:a16="http://schemas.microsoft.com/office/drawing/2014/main" id="{3FEF126B-DFC7-4E06-5BA7-E445C1224955}"/>
              </a:ext>
            </a:extLst>
          </p:cNvPr>
          <p:cNvPicPr>
            <a:picLocks noChangeAspect="1"/>
          </p:cNvPicPr>
          <p:nvPr userDrawn="1"/>
        </p:nvPicPr>
        <p:blipFill>
          <a:blip r:embed="rId2"/>
          <a:stretch>
            <a:fillRect/>
          </a:stretch>
        </p:blipFill>
        <p:spPr>
          <a:xfrm>
            <a:off x="0" y="0"/>
            <a:ext cx="1572768" cy="6858000"/>
          </a:xfrm>
          <a:prstGeom prst="rect">
            <a:avLst/>
          </a:prstGeom>
        </p:spPr>
      </p:pic>
    </p:spTree>
    <p:extLst>
      <p:ext uri="{BB962C8B-B14F-4D97-AF65-F5344CB8AC3E}">
        <p14:creationId xmlns:p14="http://schemas.microsoft.com/office/powerpoint/2010/main" val="3650638198"/>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Slide Option 2">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A5C2800-71F8-2D7B-8D97-59784CCA3D69}"/>
              </a:ext>
            </a:extLst>
          </p:cNvPr>
          <p:cNvSpPr>
            <a:spLocks noGrp="1"/>
          </p:cNvSpPr>
          <p:nvPr>
            <p:ph type="title" hasCustomPrompt="1"/>
          </p:nvPr>
        </p:nvSpPr>
        <p:spPr>
          <a:xfrm>
            <a:off x="1890640" y="2682037"/>
            <a:ext cx="6119906" cy="1607670"/>
          </a:xfrm>
        </p:spPr>
        <p:txBody>
          <a:bodyPr anchor="t"/>
          <a:lstStyle>
            <a:lvl1pPr algn="l">
              <a:defRPr sz="5400" cap="all" baseline="0">
                <a:solidFill>
                  <a:schemeClr val="tx1">
                    <a:lumMod val="95000"/>
                  </a:schemeClr>
                </a:solidFill>
              </a:defRPr>
            </a:lvl1pPr>
          </a:lstStyle>
          <a:p>
            <a:r>
              <a:rPr lang="en-US"/>
              <a:t>SECTION Slide </a:t>
            </a:r>
            <a:br>
              <a:rPr lang="en-US"/>
            </a:br>
            <a:r>
              <a:rPr lang="en-US"/>
              <a:t>Option 2</a:t>
            </a:r>
          </a:p>
        </p:txBody>
      </p:sp>
      <p:sp>
        <p:nvSpPr>
          <p:cNvPr id="9" name="Text Placeholder 2">
            <a:extLst>
              <a:ext uri="{FF2B5EF4-FFF2-40B4-BE49-F238E27FC236}">
                <a16:creationId xmlns:a16="http://schemas.microsoft.com/office/drawing/2014/main" id="{D6F85335-6D94-80AE-39D2-17663B527129}"/>
              </a:ext>
            </a:extLst>
          </p:cNvPr>
          <p:cNvSpPr>
            <a:spLocks noGrp="1"/>
          </p:cNvSpPr>
          <p:nvPr>
            <p:ph type="body" idx="1" hasCustomPrompt="1"/>
          </p:nvPr>
        </p:nvSpPr>
        <p:spPr>
          <a:xfrm>
            <a:off x="1895403" y="4403039"/>
            <a:ext cx="6115950" cy="430028"/>
          </a:xfrm>
        </p:spPr>
        <p:txBody>
          <a:bodyPr/>
          <a:lstStyle>
            <a:lvl1pPr marL="0" indent="0" algn="l">
              <a:buNone/>
              <a:defRPr sz="1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
        <p:nvSpPr>
          <p:cNvPr id="10" name="Text Placeholder 6">
            <a:extLst>
              <a:ext uri="{FF2B5EF4-FFF2-40B4-BE49-F238E27FC236}">
                <a16:creationId xmlns:a16="http://schemas.microsoft.com/office/drawing/2014/main" id="{6CB00ADA-09D0-4DE1-BBD1-B013B58A5C11}"/>
              </a:ext>
            </a:extLst>
          </p:cNvPr>
          <p:cNvSpPr>
            <a:spLocks noGrp="1"/>
          </p:cNvSpPr>
          <p:nvPr>
            <p:ph type="body" sz="quarter" idx="10" hasCustomPrompt="1"/>
          </p:nvPr>
        </p:nvSpPr>
        <p:spPr>
          <a:xfrm>
            <a:off x="1894502" y="1023176"/>
            <a:ext cx="2790825" cy="1607670"/>
          </a:xfrm>
        </p:spPr>
        <p:txBody>
          <a:bodyPr/>
          <a:lstStyle>
            <a:lvl1pPr marL="0" indent="0">
              <a:buNone/>
              <a:defRPr sz="11500" b="1">
                <a:solidFill>
                  <a:schemeClr val="accent5"/>
                </a:solidFill>
              </a:defRPr>
            </a:lvl1pPr>
          </a:lstStyle>
          <a:p>
            <a:pPr lvl="0"/>
            <a:r>
              <a:rPr lang="en-US"/>
              <a:t>02</a:t>
            </a:r>
          </a:p>
        </p:txBody>
      </p:sp>
      <p:sp>
        <p:nvSpPr>
          <p:cNvPr id="2" name="Slide Number Placeholder 5">
            <a:extLst>
              <a:ext uri="{FF2B5EF4-FFF2-40B4-BE49-F238E27FC236}">
                <a16:creationId xmlns:a16="http://schemas.microsoft.com/office/drawing/2014/main" id="{39EECF60-7EA3-2450-4C62-A228C6A5221D}"/>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a:p>
        </p:txBody>
      </p:sp>
      <p:pic>
        <p:nvPicPr>
          <p:cNvPr id="4" name="Picture 3">
            <a:extLst>
              <a:ext uri="{FF2B5EF4-FFF2-40B4-BE49-F238E27FC236}">
                <a16:creationId xmlns:a16="http://schemas.microsoft.com/office/drawing/2014/main" id="{D6DDC4EB-97F9-0482-B983-CF6FB9EEFA0C}"/>
              </a:ext>
            </a:extLst>
          </p:cNvPr>
          <p:cNvPicPr>
            <a:picLocks noChangeAspect="1"/>
          </p:cNvPicPr>
          <p:nvPr userDrawn="1"/>
        </p:nvPicPr>
        <p:blipFill>
          <a:blip r:embed="rId2"/>
          <a:stretch>
            <a:fillRect/>
          </a:stretch>
        </p:blipFill>
        <p:spPr>
          <a:xfrm>
            <a:off x="0" y="0"/>
            <a:ext cx="1572768" cy="6858000"/>
          </a:xfrm>
          <a:prstGeom prst="rect">
            <a:avLst/>
          </a:prstGeom>
        </p:spPr>
      </p:pic>
    </p:spTree>
    <p:extLst>
      <p:ext uri="{BB962C8B-B14F-4D97-AF65-F5344CB8AC3E}">
        <p14:creationId xmlns:p14="http://schemas.microsoft.com/office/powerpoint/2010/main" val="780359133"/>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tx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160E842-C6B2-89C1-1A18-36088AF18338}"/>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5" name="Rectangle 4">
            <a:extLst>
              <a:ext uri="{FF2B5EF4-FFF2-40B4-BE49-F238E27FC236}">
                <a16:creationId xmlns:a16="http://schemas.microsoft.com/office/drawing/2014/main" id="{95E3FF0D-E586-41E0-E375-9DBDDDC7A5F6}"/>
              </a:ext>
            </a:extLst>
          </p:cNvPr>
          <p:cNvSpPr/>
          <p:nvPr userDrawn="1"/>
        </p:nvSpPr>
        <p:spPr>
          <a:xfrm>
            <a:off x="624348" y="626806"/>
            <a:ext cx="10943303" cy="5604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1681662" y="1679388"/>
            <a:ext cx="8828675" cy="2584733"/>
          </a:xfrm>
        </p:spPr>
        <p:txBody>
          <a:bodyPr anchor="b"/>
          <a:lstStyle>
            <a:lvl1pPr algn="ctr">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2981285" y="4434541"/>
            <a:ext cx="6229430" cy="430028"/>
          </a:xfrm>
        </p:spPr>
        <p:txBody>
          <a:bodyPr/>
          <a:lstStyle>
            <a:lvl1pPr marL="0" indent="0" algn="ctr">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pic>
        <p:nvPicPr>
          <p:cNvPr id="6" name="Graphic 5">
            <a:extLst>
              <a:ext uri="{FF2B5EF4-FFF2-40B4-BE49-F238E27FC236}">
                <a16:creationId xmlns:a16="http://schemas.microsoft.com/office/drawing/2014/main" id="{7E1B80EA-6840-CFF5-DE5A-ABBDE7B6B68F}"/>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3661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secHead" preserve="1">
  <p:cSld name="Section Header Option 2">
    <p:bg bwMode="black">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E015EE9-DD8F-12B4-9CC7-49E23DBB8BA2}"/>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6" name="Rectangle 5">
            <a:extLst>
              <a:ext uri="{FF2B5EF4-FFF2-40B4-BE49-F238E27FC236}">
                <a16:creationId xmlns:a16="http://schemas.microsoft.com/office/drawing/2014/main" id="{6E2C2123-91CB-B558-A5C5-641B7F35C583}"/>
              </a:ext>
            </a:extLst>
          </p:cNvPr>
          <p:cNvSpPr/>
          <p:nvPr userDrawn="1"/>
        </p:nvSpPr>
        <p:spPr>
          <a:xfrm>
            <a:off x="624348" y="1"/>
            <a:ext cx="10943303" cy="58447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bwMode="white">
          <a:xfrm>
            <a:off x="1681662" y="1679388"/>
            <a:ext cx="8828675" cy="2584733"/>
          </a:xfrm>
        </p:spPr>
        <p:txBody>
          <a:bodyPr anchor="b"/>
          <a:lstStyle>
            <a:lvl1pPr algn="ctr">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bwMode="white">
          <a:xfrm>
            <a:off x="2981285" y="4434541"/>
            <a:ext cx="6229430" cy="430028"/>
          </a:xfrm>
        </p:spPr>
        <p:txBody>
          <a:bodyPr/>
          <a:lstStyle>
            <a:lvl1pPr marL="0" indent="0" algn="ctr">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pic>
        <p:nvPicPr>
          <p:cNvPr id="4" name="Graphic 3">
            <a:extLst>
              <a:ext uri="{FF2B5EF4-FFF2-40B4-BE49-F238E27FC236}">
                <a16:creationId xmlns:a16="http://schemas.microsoft.com/office/drawing/2014/main" id="{12A2695C-16E9-5A21-16A9-AC75BC26DB88}"/>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7172298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Option 3">
    <p:bg>
      <p:bgPr>
        <a:solidFill>
          <a:schemeClr val="accent1"/>
        </a:solidFill>
        <a:effectLst/>
      </p:bgPr>
    </p:bg>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3C69910E-ECE6-4B49-BCBB-BAFD33A9926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7509" y="841244"/>
            <a:ext cx="12460717" cy="5242523"/>
          </a:xfrm>
          <a:custGeom>
            <a:avLst/>
            <a:gdLst>
              <a:gd name="connsiteX0" fmla="*/ 1047510 w 12460719"/>
              <a:gd name="connsiteY0" fmla="*/ 0 h 5242525"/>
              <a:gd name="connsiteX1" fmla="*/ 12460719 w 12460719"/>
              <a:gd name="connsiteY1" fmla="*/ 0 h 5242525"/>
              <a:gd name="connsiteX2" fmla="*/ 12460719 w 12460719"/>
              <a:gd name="connsiteY2" fmla="*/ 5242525 h 5242525"/>
              <a:gd name="connsiteX3" fmla="*/ 0 w 12460719"/>
              <a:gd name="connsiteY3" fmla="*/ 5242525 h 5242525"/>
              <a:gd name="connsiteX4" fmla="*/ 0 w 12460719"/>
              <a:gd name="connsiteY4" fmla="*/ 4540381 h 5242525"/>
              <a:gd name="connsiteX5" fmla="*/ 770486 w 12460719"/>
              <a:gd name="connsiteY5" fmla="*/ 4540381 h 5242525"/>
              <a:gd name="connsiteX6" fmla="*/ 1047510 w 12460719"/>
              <a:gd name="connsiteY6" fmla="*/ 4263357 h 524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60719" h="5242525">
                <a:moveTo>
                  <a:pt x="1047510" y="0"/>
                </a:moveTo>
                <a:lnTo>
                  <a:pt x="12460719" y="0"/>
                </a:lnTo>
                <a:lnTo>
                  <a:pt x="12460719" y="5242525"/>
                </a:lnTo>
                <a:lnTo>
                  <a:pt x="0" y="5242525"/>
                </a:lnTo>
                <a:lnTo>
                  <a:pt x="0" y="4540381"/>
                </a:lnTo>
                <a:lnTo>
                  <a:pt x="770486" y="4540381"/>
                </a:lnTo>
                <a:cubicBezTo>
                  <a:pt x="923482" y="4540381"/>
                  <a:pt x="1047510" y="4416353"/>
                  <a:pt x="1047510" y="4263357"/>
                </a:cubicBezTo>
                <a:close/>
              </a:path>
            </a:pathLst>
          </a:custGeom>
        </p:spPr>
      </p:pic>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5590275" y="2009678"/>
            <a:ext cx="6229429" cy="2584733"/>
          </a:xfrm>
        </p:spPr>
        <p:txBody>
          <a:bodyPr anchor="b"/>
          <a:lstStyle>
            <a:lvl1pPr algn="l">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5590274" y="4764831"/>
            <a:ext cx="6229430" cy="430028"/>
          </a:xfrm>
        </p:spPr>
        <p:txBody>
          <a:bodyPr/>
          <a:lstStyle>
            <a:lvl1pPr marL="0" indent="0" algn="l">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Tree>
    <p:extLst>
      <p:ext uri="{BB962C8B-B14F-4D97-AF65-F5344CB8AC3E}">
        <p14:creationId xmlns:p14="http://schemas.microsoft.com/office/powerpoint/2010/main" val="27642487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Option 4">
    <p:bg>
      <p:bgPr>
        <a:solidFill>
          <a:schemeClr val="accent2"/>
        </a:solidFill>
        <a:effectLst/>
      </p:bgPr>
    </p:bg>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3C69910E-ECE6-4B49-BCBB-BAFD33A9926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7508" y="841244"/>
            <a:ext cx="12460714" cy="5242523"/>
          </a:xfrm>
          <a:custGeom>
            <a:avLst/>
            <a:gdLst>
              <a:gd name="connsiteX0" fmla="*/ 1047510 w 12460719"/>
              <a:gd name="connsiteY0" fmla="*/ 0 h 5242525"/>
              <a:gd name="connsiteX1" fmla="*/ 12460719 w 12460719"/>
              <a:gd name="connsiteY1" fmla="*/ 0 h 5242525"/>
              <a:gd name="connsiteX2" fmla="*/ 12460719 w 12460719"/>
              <a:gd name="connsiteY2" fmla="*/ 5242525 h 5242525"/>
              <a:gd name="connsiteX3" fmla="*/ 0 w 12460719"/>
              <a:gd name="connsiteY3" fmla="*/ 5242525 h 5242525"/>
              <a:gd name="connsiteX4" fmla="*/ 0 w 12460719"/>
              <a:gd name="connsiteY4" fmla="*/ 4540381 h 5242525"/>
              <a:gd name="connsiteX5" fmla="*/ 770486 w 12460719"/>
              <a:gd name="connsiteY5" fmla="*/ 4540381 h 5242525"/>
              <a:gd name="connsiteX6" fmla="*/ 1047510 w 12460719"/>
              <a:gd name="connsiteY6" fmla="*/ 4263357 h 524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60719" h="5242525">
                <a:moveTo>
                  <a:pt x="1047510" y="0"/>
                </a:moveTo>
                <a:lnTo>
                  <a:pt x="12460719" y="0"/>
                </a:lnTo>
                <a:lnTo>
                  <a:pt x="12460719" y="5242525"/>
                </a:lnTo>
                <a:lnTo>
                  <a:pt x="0" y="5242525"/>
                </a:lnTo>
                <a:lnTo>
                  <a:pt x="0" y="4540381"/>
                </a:lnTo>
                <a:lnTo>
                  <a:pt x="770486" y="4540381"/>
                </a:lnTo>
                <a:cubicBezTo>
                  <a:pt x="923482" y="4540381"/>
                  <a:pt x="1047510" y="4416353"/>
                  <a:pt x="1047510" y="4263357"/>
                </a:cubicBezTo>
                <a:close/>
              </a:path>
            </a:pathLst>
          </a:custGeom>
        </p:spPr>
      </p:pic>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5590275" y="2009678"/>
            <a:ext cx="6229429" cy="2584733"/>
          </a:xfrm>
        </p:spPr>
        <p:txBody>
          <a:bodyPr anchor="b"/>
          <a:lstStyle>
            <a:lvl1pPr algn="l">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5590274" y="4764831"/>
            <a:ext cx="6229430" cy="430028"/>
          </a:xfrm>
        </p:spPr>
        <p:txBody>
          <a:bodyPr/>
          <a:lstStyle>
            <a:lvl1pPr marL="0" indent="0" algn="l">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Tree>
    <p:extLst>
      <p:ext uri="{BB962C8B-B14F-4D97-AF65-F5344CB8AC3E}">
        <p14:creationId xmlns:p14="http://schemas.microsoft.com/office/powerpoint/2010/main" val="3599203728"/>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ull Image Background Option 1">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15B009-1BDC-47A6-9FDB-7E9186DA10D7}"/>
              </a:ext>
            </a:extLst>
          </p:cNvPr>
          <p:cNvSpPr/>
          <p:nvPr userDrawn="1"/>
        </p:nvSpPr>
        <p:spPr bwMode="white">
          <a:xfrm>
            <a:off x="-1" y="0"/>
            <a:ext cx="12192001" cy="6857999"/>
          </a:xfrm>
          <a:prstGeom prst="rect">
            <a:avLst/>
          </a:prstGeom>
          <a:gradFill flip="none" rotWithShape="1">
            <a:gsLst>
              <a:gs pos="39000">
                <a:schemeClr val="bg2">
                  <a:alpha val="0"/>
                </a:schemeClr>
              </a:gs>
              <a:gs pos="100000">
                <a:schemeClr val="bg2">
                  <a:alpha val="67666"/>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a:extLst>
              <a:ext uri="{FF2B5EF4-FFF2-40B4-BE49-F238E27FC236}">
                <a16:creationId xmlns:a16="http://schemas.microsoft.com/office/drawing/2014/main" id="{936C1A3C-9EBB-4EB3-96B1-9496B212E1CD}"/>
              </a:ext>
            </a:extLst>
          </p:cNvPr>
          <p:cNvSpPr>
            <a:spLocks noGrp="1"/>
          </p:cNvSpPr>
          <p:nvPr>
            <p:ph type="body" sz="quarter" idx="13"/>
          </p:nvPr>
        </p:nvSpPr>
        <p:spPr>
          <a:xfrm>
            <a:off x="399621" y="4974760"/>
            <a:ext cx="4444785" cy="1301750"/>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13">
            <a:extLst>
              <a:ext uri="{FF2B5EF4-FFF2-40B4-BE49-F238E27FC236}">
                <a16:creationId xmlns:a16="http://schemas.microsoft.com/office/drawing/2014/main" id="{7275158B-7A67-426D-ACEC-E545021D665E}"/>
              </a:ext>
            </a:extLst>
          </p:cNvPr>
          <p:cNvSpPr>
            <a:spLocks noGrp="1"/>
          </p:cNvSpPr>
          <p:nvPr>
            <p:ph type="title" hasCustomPrompt="1"/>
          </p:nvPr>
        </p:nvSpPr>
        <p:spPr>
          <a:xfrm>
            <a:off x="403508" y="2566472"/>
            <a:ext cx="4444786" cy="2295693"/>
          </a:xfrm>
        </p:spPr>
        <p:txBody>
          <a:bodyPr/>
          <a:lstStyle>
            <a:lvl1pPr>
              <a:defRPr>
                <a:solidFill>
                  <a:schemeClr val="tx1"/>
                </a:solidFill>
              </a:defRPr>
            </a:lvl1pPr>
          </a:lstStyle>
          <a:p>
            <a:r>
              <a:rPr lang="en-US"/>
              <a:t>Divider or Impact Slide Option1</a:t>
            </a:r>
          </a:p>
        </p:txBody>
      </p:sp>
      <p:sp>
        <p:nvSpPr>
          <p:cNvPr id="12" name="TextBox 11">
            <a:extLst>
              <a:ext uri="{FF2B5EF4-FFF2-40B4-BE49-F238E27FC236}">
                <a16:creationId xmlns:a16="http://schemas.microsoft.com/office/drawing/2014/main" id="{8C16FE3C-5752-48B8-9DA4-7968A6B1B334}"/>
              </a:ext>
            </a:extLst>
          </p:cNvPr>
          <p:cNvSpPr txBox="1"/>
          <p:nvPr userDrawn="1"/>
        </p:nvSpPr>
        <p:spPr>
          <a:xfrm>
            <a:off x="-1377387" y="5251"/>
            <a:ext cx="1319384" cy="3600986"/>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 Full-Image-Slide approved image from the library on SharePoint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161614"/>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You may move the text boxes depending on the image you use. </a:t>
            </a:r>
          </a:p>
        </p:txBody>
      </p:sp>
      <p:pic>
        <p:nvPicPr>
          <p:cNvPr id="5" name="Picture 4">
            <a:extLst>
              <a:ext uri="{FF2B5EF4-FFF2-40B4-BE49-F238E27FC236}">
                <a16:creationId xmlns:a16="http://schemas.microsoft.com/office/drawing/2014/main" id="{C9AE4D0D-76A0-97AF-129B-81454A90A178}"/>
              </a:ext>
            </a:extLst>
          </p:cNvPr>
          <p:cNvPicPr>
            <a:picLocks noChangeAspect="1"/>
          </p:cNvPicPr>
          <p:nvPr userDrawn="1"/>
        </p:nvPicPr>
        <p:blipFill>
          <a:blip r:embed="rId4"/>
          <a:stretch>
            <a:fillRect/>
          </a:stretch>
        </p:blipFill>
        <p:spPr>
          <a:xfrm>
            <a:off x="11228832" y="0"/>
            <a:ext cx="963168" cy="6858000"/>
          </a:xfrm>
          <a:prstGeom prst="rect">
            <a:avLst/>
          </a:prstGeom>
        </p:spPr>
      </p:pic>
      <p:pic>
        <p:nvPicPr>
          <p:cNvPr id="3" name="Graphic 2">
            <a:extLst>
              <a:ext uri="{FF2B5EF4-FFF2-40B4-BE49-F238E27FC236}">
                <a16:creationId xmlns:a16="http://schemas.microsoft.com/office/drawing/2014/main" id="{7B5D1954-B6FD-5BA5-7306-5D2F90DA81DD}"/>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6370194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atement or Quote Option 1">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3BFD7D5-14DE-CC2F-5ED0-1A0F545D6B18}"/>
              </a:ext>
            </a:extLst>
          </p:cNvPr>
          <p:cNvSpPr/>
          <p:nvPr userDrawn="1"/>
        </p:nvSpPr>
        <p:spPr>
          <a:xfrm>
            <a:off x="2693772" y="0"/>
            <a:ext cx="9498227" cy="52021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3726537" y="1039058"/>
            <a:ext cx="5823863" cy="2615662"/>
          </a:xfrm>
        </p:spPr>
        <p:txBody>
          <a:bodyPr/>
          <a:lstStyle>
            <a:lvl1pPr algn="l">
              <a:defRPr sz="3600">
                <a:solidFill>
                  <a:schemeClr val="tx1"/>
                </a:solidFill>
              </a:defRPr>
            </a:lvl1pPr>
          </a:lstStyle>
          <a:p>
            <a:r>
              <a:rPr lang="en-US"/>
              <a:t>Use brief story-prompting or high-impact statements </a:t>
            </a:r>
            <a:br>
              <a:rPr lang="en-US"/>
            </a:br>
            <a:r>
              <a:rPr lang="en-US"/>
              <a:t>or quotes.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331BE257-1BCB-4EE5-A7A7-89254DCC1A7D}" type="datetime1">
              <a:rPr lang="en-US" smtClean="0"/>
              <a:t>4/15/2024</a:t>
            </a:fld>
            <a:endParaRPr lang="en-US"/>
          </a:p>
        </p:txBody>
      </p:sp>
      <p:sp>
        <p:nvSpPr>
          <p:cNvPr id="5" name="Slide Number Placeholder 4">
            <a:extLst>
              <a:ext uri="{FF2B5EF4-FFF2-40B4-BE49-F238E27FC236}">
                <a16:creationId xmlns:a16="http://schemas.microsoft.com/office/drawing/2014/main" id="{5A70E992-8B9B-4752-AFD5-FA7BDF4AFFEC}"/>
              </a:ext>
            </a:extLst>
          </p:cNvPr>
          <p:cNvSpPr>
            <a:spLocks noGrp="1"/>
          </p:cNvSpPr>
          <p:nvPr>
            <p:ph type="sldNum" sz="quarter" idx="12"/>
          </p:nvPr>
        </p:nvSpPr>
        <p:spPr/>
        <p:txBody>
          <a:bodyPr/>
          <a:lstStyle/>
          <a:p>
            <a:fld id="{545951DD-1C6A-495F-8185-4C73F8F8B75A}" type="slidenum">
              <a:rPr lang="en-US" smtClean="0"/>
              <a:pPr/>
              <a:t>‹#›</a:t>
            </a:fld>
            <a:endParaRPr lang="en-US"/>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3726537" y="3710886"/>
            <a:ext cx="4738925" cy="585941"/>
          </a:xfrm>
        </p:spPr>
        <p:txBody>
          <a:bodyPr/>
          <a:lstStyle>
            <a:lvl1pPr marL="0" indent="0" algn="l">
              <a:spcBef>
                <a:spcPts val="0"/>
              </a:spcBef>
              <a:buNone/>
              <a:defRPr sz="1000" b="0" cap="none" baseline="0">
                <a:solidFill>
                  <a:schemeClr val="tx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a:t>Keep supporting copy simple or non existent.</a:t>
            </a:r>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7275680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tatement or Quote Option 2">
    <p:bg>
      <p:bgPr>
        <a:solidFill>
          <a:schemeClr val="accent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FF2893E-8E09-0041-F569-01FD765F9A7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688"/>
            <a:ext cx="12192000" cy="6856622"/>
          </a:xfrm>
          <a:prstGeom prst="rect">
            <a:avLst/>
          </a:prstGeom>
        </p:spPr>
      </p:pic>
      <p:sp>
        <p:nvSpPr>
          <p:cNvPr id="12" name="Rectangle: Single Corner Rounded 11">
            <a:extLst>
              <a:ext uri="{FF2B5EF4-FFF2-40B4-BE49-F238E27FC236}">
                <a16:creationId xmlns:a16="http://schemas.microsoft.com/office/drawing/2014/main" id="{FFB97BF6-4D74-4C17-A650-2877BE077A03}"/>
              </a:ext>
            </a:extLst>
          </p:cNvPr>
          <p:cNvSpPr/>
          <p:nvPr userDrawn="1"/>
        </p:nvSpPr>
        <p:spPr bwMode="ltGray">
          <a:xfrm rot="10800000" flipH="1">
            <a:off x="-1" y="0"/>
            <a:ext cx="9844601" cy="5591654"/>
          </a:xfrm>
          <a:prstGeom prst="round1Rect">
            <a:avLst>
              <a:gd name="adj" fmla="val 0"/>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1019498" y="1425815"/>
            <a:ext cx="7420892" cy="2153884"/>
          </a:xfrm>
        </p:spPr>
        <p:txBody>
          <a:bodyPr/>
          <a:lstStyle>
            <a:lvl1pPr algn="l">
              <a:defRPr sz="4000">
                <a:solidFill>
                  <a:schemeClr val="tx1"/>
                </a:solidFill>
              </a:defRPr>
            </a:lvl1pPr>
          </a:lstStyle>
          <a:p>
            <a:r>
              <a:rPr lang="en-US"/>
              <a:t>Use brief story-prompting or high-impact statements/</a:t>
            </a:r>
            <a:br>
              <a:rPr lang="en-US"/>
            </a:br>
            <a:r>
              <a:rPr lang="en-US"/>
              <a:t>quotes on these slides.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9844FC6D-65AC-4F88-94EF-36A26B67D3BC}" type="datetime1">
              <a:rPr lang="en-US" smtClean="0"/>
              <a:t>4/15/2024</a:t>
            </a:fld>
            <a:endParaRPr lang="en-US"/>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5A70E992-8B9B-4752-AFD5-FA7BDF4AFFEC}"/>
              </a:ext>
            </a:extLst>
          </p:cNvPr>
          <p:cNvSpPr>
            <a:spLocks noGrp="1"/>
          </p:cNvSpPr>
          <p:nvPr>
            <p:ph type="sldNum" sz="quarter" idx="12"/>
          </p:nvPr>
        </p:nvSpPr>
        <p:spPr bwMode="white"/>
        <p:txBody>
          <a:bodyPr/>
          <a:lstStyle/>
          <a:p>
            <a:fld id="{545951DD-1C6A-495F-8185-4C73F8F8B75A}" type="slidenum">
              <a:rPr lang="en-US" smtClean="0"/>
              <a:pPr/>
              <a:t>‹#›</a:t>
            </a:fld>
            <a:endParaRPr lang="en-US"/>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1062834" y="3790031"/>
            <a:ext cx="5486400" cy="917813"/>
          </a:xfrm>
        </p:spPr>
        <p:txBody>
          <a:bodyPr/>
          <a:lstStyle>
            <a:lvl1pPr marL="0" indent="0" algn="l">
              <a:spcBef>
                <a:spcPts val="0"/>
              </a:spcBef>
              <a:buNone/>
              <a:defRPr sz="1000" b="0" cap="none" baseline="0">
                <a:solidFill>
                  <a:schemeClr val="tx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a:t>Keep supporting copy simple or non existent.</a:t>
            </a:r>
          </a:p>
        </p:txBody>
      </p:sp>
      <p:pic>
        <p:nvPicPr>
          <p:cNvPr id="13" name="Graphic 12">
            <a:extLst>
              <a:ext uri="{FF2B5EF4-FFF2-40B4-BE49-F238E27FC236}">
                <a16:creationId xmlns:a16="http://schemas.microsoft.com/office/drawing/2014/main" id="{83378094-0398-414F-B98D-F20A339EF086}"/>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8312978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tatement or Quote Option 3">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90639498-EAFC-AFC5-76E3-74C0285BDAF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723" t="18912" r="4478" b="289"/>
          <a:stretch/>
        </p:blipFill>
        <p:spPr>
          <a:xfrm>
            <a:off x="10700" y="4810"/>
            <a:ext cx="12185897" cy="6853190"/>
          </a:xfrm>
          <a:prstGeom prst="rect">
            <a:avLst/>
          </a:prstGeom>
        </p:spPr>
      </p:pic>
      <p:sp>
        <p:nvSpPr>
          <p:cNvPr id="12" name="Rectangle: Single Corner Rounded 11">
            <a:extLst>
              <a:ext uri="{FF2B5EF4-FFF2-40B4-BE49-F238E27FC236}">
                <a16:creationId xmlns:a16="http://schemas.microsoft.com/office/drawing/2014/main" id="{FFB97BF6-4D74-4C17-A650-2877BE077A03}"/>
              </a:ext>
            </a:extLst>
          </p:cNvPr>
          <p:cNvSpPr/>
          <p:nvPr userDrawn="1"/>
        </p:nvSpPr>
        <p:spPr bwMode="ltGray">
          <a:xfrm rot="10800000" flipH="1">
            <a:off x="1246468" y="0"/>
            <a:ext cx="9844601" cy="5591654"/>
          </a:xfrm>
          <a:prstGeom prst="round1Rect">
            <a:avLst>
              <a:gd name="adj" fmla="val 0"/>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2265967" y="1425815"/>
            <a:ext cx="7420892" cy="2153884"/>
          </a:xfrm>
        </p:spPr>
        <p:txBody>
          <a:bodyPr/>
          <a:lstStyle>
            <a:lvl1pPr algn="l">
              <a:defRPr sz="4000">
                <a:solidFill>
                  <a:schemeClr val="accent1"/>
                </a:solidFill>
              </a:defRPr>
            </a:lvl1pPr>
          </a:lstStyle>
          <a:p>
            <a:r>
              <a:rPr lang="en-US"/>
              <a:t>Use brief story-prompting or high-impact statements/</a:t>
            </a:r>
            <a:br>
              <a:rPr lang="en-US"/>
            </a:br>
            <a:r>
              <a:rPr lang="en-US"/>
              <a:t>quotes on these slides.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9844FC6D-65AC-4F88-94EF-36A26B67D3BC}" type="datetime1">
              <a:rPr lang="en-US" smtClean="0"/>
              <a:t>4/15/2024</a:t>
            </a:fld>
            <a:endParaRPr lang="en-US"/>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lvl1pPr>
              <a:defRPr>
                <a:solidFill>
                  <a:schemeClr val="tx1"/>
                </a:solidFill>
              </a:defRPr>
            </a:lvl1pPr>
          </a:lstStyle>
          <a:p>
            <a:endParaRPr lang="en-US"/>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2309303" y="3790031"/>
            <a:ext cx="5486400" cy="917813"/>
          </a:xfrm>
        </p:spPr>
        <p:txBody>
          <a:bodyPr/>
          <a:lstStyle>
            <a:lvl1pPr marL="0" indent="0" algn="l">
              <a:spcBef>
                <a:spcPts val="0"/>
              </a:spcBef>
              <a:buNone/>
              <a:defRPr sz="1000" b="0" cap="none" baseline="0">
                <a:solidFill>
                  <a:schemeClr val="accent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a:t>Keep supporting copy simple or non existent.</a:t>
            </a:r>
          </a:p>
        </p:txBody>
      </p:sp>
      <p:sp>
        <p:nvSpPr>
          <p:cNvPr id="6" name="Slide Number Placeholder 3">
            <a:extLst>
              <a:ext uri="{FF2B5EF4-FFF2-40B4-BE49-F238E27FC236}">
                <a16:creationId xmlns:a16="http://schemas.microsoft.com/office/drawing/2014/main" id="{7DD6D999-E340-093D-5C46-0A4C04855D2C}"/>
              </a:ext>
            </a:extLst>
          </p:cNvPr>
          <p:cNvSpPr>
            <a:spLocks noGrp="1"/>
          </p:cNvSpPr>
          <p:nvPr>
            <p:ph type="sldNum" sz="quarter" idx="14"/>
          </p:nvPr>
        </p:nvSpPr>
        <p:spPr>
          <a:xfrm>
            <a:off x="11674225" y="5477347"/>
            <a:ext cx="305503" cy="306298"/>
          </a:xfrm>
          <a:ln>
            <a:solidFill>
              <a:schemeClr val="accent1"/>
            </a:solidFill>
          </a:ln>
        </p:spPr>
        <p:txBody>
          <a:bodyPr/>
          <a:lstStyle>
            <a:lvl1pPr>
              <a:defRPr>
                <a:solidFill>
                  <a:schemeClr val="accent1"/>
                </a:solidFill>
              </a:defRPr>
            </a:lvl1pPr>
          </a:lstStyle>
          <a:p>
            <a:fld id="{545951DD-1C6A-495F-8185-4C73F8F8B75A}" type="slidenum">
              <a:rPr lang="en-US" smtClean="0"/>
              <a:pPr/>
              <a:t>‹#›</a:t>
            </a:fld>
            <a:endParaRPr lang="en-US"/>
          </a:p>
        </p:txBody>
      </p:sp>
      <p:grpSp>
        <p:nvGrpSpPr>
          <p:cNvPr id="9" name="Graphic 11">
            <a:extLst>
              <a:ext uri="{FF2B5EF4-FFF2-40B4-BE49-F238E27FC236}">
                <a16:creationId xmlns:a16="http://schemas.microsoft.com/office/drawing/2014/main" id="{3AFDA6EC-F399-73DA-5027-21768A87A387}"/>
              </a:ext>
            </a:extLst>
          </p:cNvPr>
          <p:cNvGrpSpPr/>
          <p:nvPr userDrawn="1"/>
        </p:nvGrpSpPr>
        <p:grpSpPr>
          <a:xfrm rot="16200000">
            <a:off x="11384220" y="6170961"/>
            <a:ext cx="912230" cy="242400"/>
            <a:chOff x="11384220" y="6170961"/>
            <a:chExt cx="912230" cy="242400"/>
          </a:xfrm>
          <a:solidFill>
            <a:srgbClr val="2D2926"/>
          </a:solidFill>
        </p:grpSpPr>
        <p:sp>
          <p:nvSpPr>
            <p:cNvPr id="10" name="Freeform: Shape 10">
              <a:extLst>
                <a:ext uri="{FF2B5EF4-FFF2-40B4-BE49-F238E27FC236}">
                  <a16:creationId xmlns:a16="http://schemas.microsoft.com/office/drawing/2014/main" id="{B0F1A0E7-BC14-6BEB-4D44-142936A7F3F9}"/>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1" name="Freeform: Shape 11">
              <a:extLst>
                <a:ext uri="{FF2B5EF4-FFF2-40B4-BE49-F238E27FC236}">
                  <a16:creationId xmlns:a16="http://schemas.microsoft.com/office/drawing/2014/main" id="{2CE81242-5C8E-924A-9828-0CB634771F83}"/>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4" name="Freeform: Shape 12">
              <a:extLst>
                <a:ext uri="{FF2B5EF4-FFF2-40B4-BE49-F238E27FC236}">
                  <a16:creationId xmlns:a16="http://schemas.microsoft.com/office/drawing/2014/main" id="{7015C2C1-45EC-5F91-E37E-5F3025A2B683}"/>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5" name="Freeform: Shape 13">
              <a:extLst>
                <a:ext uri="{FF2B5EF4-FFF2-40B4-BE49-F238E27FC236}">
                  <a16:creationId xmlns:a16="http://schemas.microsoft.com/office/drawing/2014/main" id="{566D63CC-9FB0-18CD-27BF-7968C3F13528}"/>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6" name="Freeform: Shape 14">
              <a:extLst>
                <a:ext uri="{FF2B5EF4-FFF2-40B4-BE49-F238E27FC236}">
                  <a16:creationId xmlns:a16="http://schemas.microsoft.com/office/drawing/2014/main" id="{911285A1-54CB-C6B4-E58D-E9C2EEFA1BE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7" name="Freeform: Shape 15">
              <a:extLst>
                <a:ext uri="{FF2B5EF4-FFF2-40B4-BE49-F238E27FC236}">
                  <a16:creationId xmlns:a16="http://schemas.microsoft.com/office/drawing/2014/main" id="{6EB8AF23-D146-AF5D-FF34-4E574E78360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8" name="Freeform: Shape 16">
              <a:extLst>
                <a:ext uri="{FF2B5EF4-FFF2-40B4-BE49-F238E27FC236}">
                  <a16:creationId xmlns:a16="http://schemas.microsoft.com/office/drawing/2014/main" id="{D4981D79-CE1C-53B6-FB4F-5C6A988B259C}"/>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9" name="Freeform: Shape 17">
              <a:extLst>
                <a:ext uri="{FF2B5EF4-FFF2-40B4-BE49-F238E27FC236}">
                  <a16:creationId xmlns:a16="http://schemas.microsoft.com/office/drawing/2014/main" id="{8E6C08C5-8CF0-5A81-6FE5-463A27F018FF}"/>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0" name="Freeform: Shape 18">
              <a:extLst>
                <a:ext uri="{FF2B5EF4-FFF2-40B4-BE49-F238E27FC236}">
                  <a16:creationId xmlns:a16="http://schemas.microsoft.com/office/drawing/2014/main" id="{8E3929A0-BD91-8861-D4A1-861A98497A84}"/>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1" name="Freeform: Shape 19">
              <a:extLst>
                <a:ext uri="{FF2B5EF4-FFF2-40B4-BE49-F238E27FC236}">
                  <a16:creationId xmlns:a16="http://schemas.microsoft.com/office/drawing/2014/main" id="{2B591DD1-A37D-502F-6266-721E037CC846}"/>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2" name="Freeform: Shape 20">
              <a:extLst>
                <a:ext uri="{FF2B5EF4-FFF2-40B4-BE49-F238E27FC236}">
                  <a16:creationId xmlns:a16="http://schemas.microsoft.com/office/drawing/2014/main" id="{DB750035-2449-0DD6-62D0-542701723180}"/>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3" name="Freeform: Shape 21">
              <a:extLst>
                <a:ext uri="{FF2B5EF4-FFF2-40B4-BE49-F238E27FC236}">
                  <a16:creationId xmlns:a16="http://schemas.microsoft.com/office/drawing/2014/main" id="{2CC0C1BC-95E9-A6CB-9604-0007B89D65C5}"/>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4" name="Freeform: Shape 22">
              <a:extLst>
                <a:ext uri="{FF2B5EF4-FFF2-40B4-BE49-F238E27FC236}">
                  <a16:creationId xmlns:a16="http://schemas.microsoft.com/office/drawing/2014/main" id="{3A10A75D-3A37-AE9B-411B-23EBC3CF469F}"/>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5" name="Freeform: Shape 23">
              <a:extLst>
                <a:ext uri="{FF2B5EF4-FFF2-40B4-BE49-F238E27FC236}">
                  <a16:creationId xmlns:a16="http://schemas.microsoft.com/office/drawing/2014/main" id="{59156A5E-038E-D347-1BA1-374169C58F17}"/>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6" name="Freeform: Shape 24">
              <a:extLst>
                <a:ext uri="{FF2B5EF4-FFF2-40B4-BE49-F238E27FC236}">
                  <a16:creationId xmlns:a16="http://schemas.microsoft.com/office/drawing/2014/main" id="{3102E551-0352-7D17-63DD-1B30AFFA59F0}"/>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7" name="Freeform: Shape 25">
              <a:extLst>
                <a:ext uri="{FF2B5EF4-FFF2-40B4-BE49-F238E27FC236}">
                  <a16:creationId xmlns:a16="http://schemas.microsoft.com/office/drawing/2014/main" id="{80C8959A-6147-1A5C-2C9C-EC29F22B5429}"/>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8" name="Freeform: Shape 26">
              <a:extLst>
                <a:ext uri="{FF2B5EF4-FFF2-40B4-BE49-F238E27FC236}">
                  <a16:creationId xmlns:a16="http://schemas.microsoft.com/office/drawing/2014/main" id="{F273E2A4-1D37-9AB2-241C-6DA9523063F6}"/>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rgbClr val="6E38D5"/>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9" name="Freeform: Shape 27">
              <a:extLst>
                <a:ext uri="{FF2B5EF4-FFF2-40B4-BE49-F238E27FC236}">
                  <a16:creationId xmlns:a16="http://schemas.microsoft.com/office/drawing/2014/main" id="{5BD551A1-2506-8B46-D680-2BECC08CD431}"/>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rgbClr val="6E38D5"/>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grpSp>
    </p:spTree>
    <p:extLst>
      <p:ext uri="{BB962C8B-B14F-4D97-AF65-F5344CB8AC3E}">
        <p14:creationId xmlns:p14="http://schemas.microsoft.com/office/powerpoint/2010/main" val="4285288161"/>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tx1">
                    <a:lumMod val="9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buClr>
                <a:schemeClr val="accent4"/>
              </a:buClr>
              <a:defRPr sz="1600"/>
            </a:lvl1pPr>
            <a:lvl2pPr>
              <a:spcBef>
                <a:spcPts val="500"/>
              </a:spcBef>
              <a:defRPr sz="1400"/>
            </a:lvl2pPr>
            <a:lvl3pPr>
              <a:spcBef>
                <a:spcPts val="500"/>
              </a:spcBef>
              <a:defRPr sz="1200"/>
            </a:lvl3pPr>
            <a:lvl4pPr>
              <a:spcBef>
                <a:spcPts val="500"/>
              </a:spcBef>
              <a:defRPr sz="1050"/>
            </a:lvl4pPr>
            <a:lvl5pPr>
              <a:spcBef>
                <a:spcPts val="5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8BEBF235-CE04-47F3-A62B-EBFE5C5FCB13}" type="datetime1">
              <a:rPr lang="en-US" smtClean="0"/>
              <a:t>4/15/2024</a:t>
            </a:fld>
            <a:endParaRPr lang="en-US"/>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236377-B647-4ADD-AED3-3AB7F40DAFAC}"/>
              </a:ext>
            </a:extLst>
          </p:cNvPr>
          <p:cNvSpPr>
            <a:spLocks noGrp="1"/>
          </p:cNvSpPr>
          <p:nvPr>
            <p:ph type="sldNum" sz="quarter" idx="12"/>
          </p:nvPr>
        </p:nvSpPr>
        <p:spPr/>
        <p:txBody>
          <a:bodyPr/>
          <a:lstStyle/>
          <a:p>
            <a:fld id="{545951DD-1C6A-495F-8185-4C73F8F8B75A}" type="slidenum">
              <a:rPr lang="en-US" smtClean="0"/>
              <a:pPr/>
              <a:t>‹#›</a:t>
            </a:fld>
            <a:endParaRPr lang="en-US"/>
          </a:p>
        </p:txBody>
      </p:sp>
      <p:pic>
        <p:nvPicPr>
          <p:cNvPr id="5" name="Picture 4">
            <a:extLst>
              <a:ext uri="{FF2B5EF4-FFF2-40B4-BE49-F238E27FC236}">
                <a16:creationId xmlns:a16="http://schemas.microsoft.com/office/drawing/2014/main" id="{33D008CB-0769-6E3F-3298-9EB9BECB5217}"/>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3478881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with Stripes">
    <p:bg>
      <p:bgPr>
        <a:solidFill>
          <a:schemeClr val="accent1"/>
        </a:solidFill>
        <a:effectLst/>
      </p:bgPr>
    </p:bg>
    <p:spTree>
      <p:nvGrpSpPr>
        <p:cNvPr id="1" name=""/>
        <p:cNvGrpSpPr/>
        <p:nvPr/>
      </p:nvGrpSpPr>
      <p:grpSpPr>
        <a:xfrm>
          <a:off x="0" y="0"/>
          <a:ext cx="0" cy="0"/>
          <a:chOff x="0" y="0"/>
          <a:chExt cx="0" cy="0"/>
        </a:xfrm>
      </p:grpSpPr>
      <p:pic>
        <p:nvPicPr>
          <p:cNvPr id="4" name="Picture 3" descr="A picture containing coelenterate&#10;&#10;Description automatically generated">
            <a:extLst>
              <a:ext uri="{FF2B5EF4-FFF2-40B4-BE49-F238E27FC236}">
                <a16:creationId xmlns:a16="http://schemas.microsoft.com/office/drawing/2014/main" id="{378659EB-C540-3CC9-9102-6F981BCB68F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5625"/>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015C013-E1B7-1FCC-FB3D-C2E9C6B0EF51}"/>
              </a:ext>
            </a:extLst>
          </p:cNvPr>
          <p:cNvSpPr/>
          <p:nvPr userDrawn="1"/>
        </p:nvSpPr>
        <p:spPr>
          <a:xfrm>
            <a:off x="624348" y="1"/>
            <a:ext cx="10943303" cy="62953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tx1">
                    <a:lumMod val="9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defRPr sz="1600"/>
            </a:lvl1pPr>
            <a:lvl2pPr>
              <a:spcBef>
                <a:spcPts val="500"/>
              </a:spcBef>
              <a:defRPr sz="1400"/>
            </a:lvl2pPr>
            <a:lvl3pPr>
              <a:spcBef>
                <a:spcPts val="500"/>
              </a:spcBef>
              <a:defRPr sz="1200"/>
            </a:lvl3pPr>
            <a:lvl4pPr>
              <a:spcBef>
                <a:spcPts val="500"/>
              </a:spcBef>
              <a:defRPr sz="1050"/>
            </a:lvl4pPr>
            <a:lvl5pPr>
              <a:spcBef>
                <a:spcPts val="5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8BEBF235-CE04-47F3-A62B-EBFE5C5FCB13}" type="datetime1">
              <a:rPr lang="en-US" smtClean="0"/>
              <a:t>4/15/2024</a:t>
            </a:fld>
            <a:endParaRPr lang="en-US"/>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236377-B647-4ADD-AED3-3AB7F40DAFAC}"/>
              </a:ext>
            </a:extLst>
          </p:cNvPr>
          <p:cNvSpPr>
            <a:spLocks noGrp="1"/>
          </p:cNvSpPr>
          <p:nvPr>
            <p:ph type="sldNum" sz="quarter" idx="12"/>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29343749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reserve="1">
  <p:cSld name="Title and Content - Light Bg">
    <p:bg>
      <p:bgRef idx="1001">
        <a:schemeClr val="bg1"/>
      </p:bgRef>
    </p:bg>
    <p:spTree>
      <p:nvGrpSpPr>
        <p:cNvPr id="1" name=""/>
        <p:cNvGrpSpPr/>
        <p:nvPr/>
      </p:nvGrpSpPr>
      <p:grpSpPr>
        <a:xfrm>
          <a:off x="0" y="0"/>
          <a:ext cx="0" cy="0"/>
          <a:chOff x="0" y="0"/>
          <a:chExt cx="0" cy="0"/>
        </a:xfrm>
      </p:grpSpPr>
      <p:pic>
        <p:nvPicPr>
          <p:cNvPr id="29" name="Picture 28" descr="A picture containing coelenterate&#10;&#10;Description automatically generated">
            <a:extLst>
              <a:ext uri="{FF2B5EF4-FFF2-40B4-BE49-F238E27FC236}">
                <a16:creationId xmlns:a16="http://schemas.microsoft.com/office/drawing/2014/main" id="{8059FA69-BA72-6A26-8F76-555D3953C3C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5625" r="95882"/>
          <a:stretch/>
        </p:blipFill>
        <p:spPr>
          <a:xfrm>
            <a:off x="0" y="0"/>
            <a:ext cx="502086" cy="6858000"/>
          </a:xfrm>
          <a:prstGeom prst="rect">
            <a:avLst/>
          </a:prstGeom>
        </p:spPr>
      </p:pic>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buClr>
                <a:schemeClr val="accent4"/>
              </a:buClr>
              <a:defRPr sz="1600">
                <a:solidFill>
                  <a:schemeClr val="tx1"/>
                </a:solidFill>
              </a:defRPr>
            </a:lvl1pPr>
            <a:lvl2pPr>
              <a:spcBef>
                <a:spcPts val="500"/>
              </a:spcBef>
              <a:buClr>
                <a:schemeClr val="tx1"/>
              </a:buClr>
              <a:defRPr sz="1400">
                <a:solidFill>
                  <a:schemeClr val="tx1"/>
                </a:solidFill>
              </a:defRPr>
            </a:lvl2pPr>
            <a:lvl3pPr>
              <a:spcBef>
                <a:spcPts val="500"/>
              </a:spcBef>
              <a:buClr>
                <a:schemeClr val="tx1"/>
              </a:buClr>
              <a:defRPr sz="1200">
                <a:solidFill>
                  <a:schemeClr val="tx1"/>
                </a:solidFill>
              </a:defRPr>
            </a:lvl3pPr>
            <a:lvl4pPr>
              <a:spcBef>
                <a:spcPts val="500"/>
              </a:spcBef>
              <a:buClr>
                <a:schemeClr val="tx1"/>
              </a:buClr>
              <a:defRPr sz="1050">
                <a:solidFill>
                  <a:schemeClr val="tx1"/>
                </a:solidFill>
              </a:defRPr>
            </a:lvl4pPr>
            <a:lvl5pPr>
              <a:spcBef>
                <a:spcPts val="500"/>
              </a:spcBef>
              <a:buClr>
                <a:schemeClr val="tx1"/>
              </a:buCl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373BEA2D-691C-4F73-B97E-B731DE7C6E1A}" type="datetime1">
              <a:rPr lang="en-US" smtClean="0"/>
              <a:t>4/15/2024</a:t>
            </a:fld>
            <a:endParaRPr lang="en-US"/>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a:xfrm>
            <a:off x="880782" y="6394105"/>
            <a:ext cx="9721979" cy="365125"/>
          </a:xfrm>
        </p:spPr>
        <p:txBody>
          <a:bodyPr/>
          <a:lstStyle/>
          <a:p>
            <a:endParaRPr lang="en-US"/>
          </a:p>
        </p:txBody>
      </p:sp>
      <p:sp>
        <p:nvSpPr>
          <p:cNvPr id="10" name="Slide Number Placeholder 6">
            <a:extLst>
              <a:ext uri="{FF2B5EF4-FFF2-40B4-BE49-F238E27FC236}">
                <a16:creationId xmlns:a16="http://schemas.microsoft.com/office/drawing/2014/main" id="{8FCD7872-5F89-9EC8-BDCF-42C979D76E4F}"/>
              </a:ext>
            </a:extLst>
          </p:cNvPr>
          <p:cNvSpPr>
            <a:spLocks noGrp="1"/>
          </p:cNvSpPr>
          <p:nvPr>
            <p:ph type="sldNum" sz="quarter" idx="12"/>
          </p:nvPr>
        </p:nvSpPr>
        <p:spPr>
          <a:xfrm>
            <a:off x="11674225" y="5477347"/>
            <a:ext cx="305503" cy="306298"/>
          </a:xfrm>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12" name="Graphic 11">
            <a:extLst>
              <a:ext uri="{FF2B5EF4-FFF2-40B4-BE49-F238E27FC236}">
                <a16:creationId xmlns:a16="http://schemas.microsoft.com/office/drawing/2014/main" id="{8DA8CF5D-D3E2-44E8-BCE7-0232A0D9B8C0}"/>
              </a:ext>
            </a:extLst>
          </p:cNvPr>
          <p:cNvGrpSpPr/>
          <p:nvPr userDrawn="1"/>
        </p:nvGrpSpPr>
        <p:grpSpPr>
          <a:xfrm rot="16200000">
            <a:off x="11384220" y="6170961"/>
            <a:ext cx="912230" cy="242400"/>
            <a:chOff x="11384220" y="6170961"/>
            <a:chExt cx="912230" cy="242400"/>
          </a:xfrm>
          <a:solidFill>
            <a:schemeClr val="tx1"/>
          </a:solidFill>
        </p:grpSpPr>
        <p:sp>
          <p:nvSpPr>
            <p:cNvPr id="28" name="Freeform: Shape 10">
              <a:extLst>
                <a:ext uri="{FF2B5EF4-FFF2-40B4-BE49-F238E27FC236}">
                  <a16:creationId xmlns:a16="http://schemas.microsoft.com/office/drawing/2014/main" id="{EE4F8DC9-A37A-9BEA-5301-33067CD42A82}"/>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31" name="Freeform: Shape 11">
              <a:extLst>
                <a:ext uri="{FF2B5EF4-FFF2-40B4-BE49-F238E27FC236}">
                  <a16:creationId xmlns:a16="http://schemas.microsoft.com/office/drawing/2014/main" id="{38909B39-88F8-D172-4F78-F77AF15DEC6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32" name="Freeform: Shape 12">
              <a:extLst>
                <a:ext uri="{FF2B5EF4-FFF2-40B4-BE49-F238E27FC236}">
                  <a16:creationId xmlns:a16="http://schemas.microsoft.com/office/drawing/2014/main" id="{C840FD6D-AD97-5A42-536D-64587B3082C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33" name="Freeform: Shape 13">
              <a:extLst>
                <a:ext uri="{FF2B5EF4-FFF2-40B4-BE49-F238E27FC236}">
                  <a16:creationId xmlns:a16="http://schemas.microsoft.com/office/drawing/2014/main" id="{956C1CA8-CDE2-4013-F5C2-D09F149C4467}"/>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34" name="Freeform: Shape 14">
              <a:extLst>
                <a:ext uri="{FF2B5EF4-FFF2-40B4-BE49-F238E27FC236}">
                  <a16:creationId xmlns:a16="http://schemas.microsoft.com/office/drawing/2014/main" id="{7618EBC2-9437-B75D-6148-FEA0871F8CBE}"/>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35" name="Freeform: Shape 15">
              <a:extLst>
                <a:ext uri="{FF2B5EF4-FFF2-40B4-BE49-F238E27FC236}">
                  <a16:creationId xmlns:a16="http://schemas.microsoft.com/office/drawing/2014/main" id="{289D85EA-87B5-B7FC-97E3-654D1C4B4EF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36" name="Freeform: Shape 16">
              <a:extLst>
                <a:ext uri="{FF2B5EF4-FFF2-40B4-BE49-F238E27FC236}">
                  <a16:creationId xmlns:a16="http://schemas.microsoft.com/office/drawing/2014/main" id="{38CC7974-2FDA-DC27-3A7B-31194B3BE2D8}"/>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37" name="Freeform: Shape 17">
              <a:extLst>
                <a:ext uri="{FF2B5EF4-FFF2-40B4-BE49-F238E27FC236}">
                  <a16:creationId xmlns:a16="http://schemas.microsoft.com/office/drawing/2014/main" id="{5554AE7E-B50F-ADDE-1A3F-2EAF8E37BFA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38" name="Freeform: Shape 18">
              <a:extLst>
                <a:ext uri="{FF2B5EF4-FFF2-40B4-BE49-F238E27FC236}">
                  <a16:creationId xmlns:a16="http://schemas.microsoft.com/office/drawing/2014/main" id="{EF1CC554-9132-5DCE-E6DB-F4201F9B41A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39" name="Freeform: Shape 19">
              <a:extLst>
                <a:ext uri="{FF2B5EF4-FFF2-40B4-BE49-F238E27FC236}">
                  <a16:creationId xmlns:a16="http://schemas.microsoft.com/office/drawing/2014/main" id="{9ED09513-F09E-0794-314C-E914F381C2C0}"/>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40" name="Freeform: Shape 20">
              <a:extLst>
                <a:ext uri="{FF2B5EF4-FFF2-40B4-BE49-F238E27FC236}">
                  <a16:creationId xmlns:a16="http://schemas.microsoft.com/office/drawing/2014/main" id="{CC794AE6-B3B6-DBDB-D945-CE0E5E1D8DFB}"/>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41" name="Freeform: Shape 21">
              <a:extLst>
                <a:ext uri="{FF2B5EF4-FFF2-40B4-BE49-F238E27FC236}">
                  <a16:creationId xmlns:a16="http://schemas.microsoft.com/office/drawing/2014/main" id="{E588AD3A-8750-95B2-32FC-CC193B42FE8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42" name="Freeform: Shape 22">
              <a:extLst>
                <a:ext uri="{FF2B5EF4-FFF2-40B4-BE49-F238E27FC236}">
                  <a16:creationId xmlns:a16="http://schemas.microsoft.com/office/drawing/2014/main" id="{3B74E4CF-87C3-6A96-D26C-98DD68B2FB1F}"/>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43" name="Freeform: Shape 23">
              <a:extLst>
                <a:ext uri="{FF2B5EF4-FFF2-40B4-BE49-F238E27FC236}">
                  <a16:creationId xmlns:a16="http://schemas.microsoft.com/office/drawing/2014/main" id="{4119569E-ADCC-845B-7911-E6C1FACD98D5}"/>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44" name="Freeform: Shape 24">
              <a:extLst>
                <a:ext uri="{FF2B5EF4-FFF2-40B4-BE49-F238E27FC236}">
                  <a16:creationId xmlns:a16="http://schemas.microsoft.com/office/drawing/2014/main" id="{B19243CA-0F61-CABF-2E2D-EDC8660025C8}"/>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45" name="Freeform: Shape 25">
              <a:extLst>
                <a:ext uri="{FF2B5EF4-FFF2-40B4-BE49-F238E27FC236}">
                  <a16:creationId xmlns:a16="http://schemas.microsoft.com/office/drawing/2014/main" id="{7C71C91B-3AAD-44C5-E5CC-D2F7D9B97F9F}"/>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46" name="Freeform: Shape 26">
              <a:extLst>
                <a:ext uri="{FF2B5EF4-FFF2-40B4-BE49-F238E27FC236}">
                  <a16:creationId xmlns:a16="http://schemas.microsoft.com/office/drawing/2014/main" id="{4DD03CA3-0B99-9A6C-5B4E-E26E10068154}"/>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47" name="Freeform: Shape 27">
              <a:extLst>
                <a:ext uri="{FF2B5EF4-FFF2-40B4-BE49-F238E27FC236}">
                  <a16:creationId xmlns:a16="http://schemas.microsoft.com/office/drawing/2014/main" id="{185CBD20-1EF0-0F48-BE3F-131DF4D6656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3506910309"/>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AFAE97-B568-36DB-E5FF-3291FB6602B8}"/>
              </a:ext>
            </a:extLst>
          </p:cNvPr>
          <p:cNvSpPr/>
          <p:nvPr userDrawn="1"/>
        </p:nvSpPr>
        <p:spPr>
          <a:xfrm>
            <a:off x="624349" y="371061"/>
            <a:ext cx="10943303" cy="64931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EBECD9-3F44-41D8-BE2D-2C8CD871B676}"/>
              </a:ext>
            </a:extLst>
          </p:cNvPr>
          <p:cNvSpPr>
            <a:spLocks noGrp="1"/>
          </p:cNvSpPr>
          <p:nvPr>
            <p:ph type="title" hasCustomPrompt="1"/>
          </p:nvPr>
        </p:nvSpPr>
        <p:spPr/>
        <p:txBody>
          <a:bodyPr anchor="ctr"/>
          <a:lstStyle>
            <a:lvl1pPr algn="ctr">
              <a:defRPr>
                <a:solidFill>
                  <a:schemeClr val="tx1">
                    <a:lumMod val="95000"/>
                  </a:schemeClr>
                </a:solidFill>
              </a:defRPr>
            </a:lvl1pPr>
          </a:lstStyle>
          <a:p>
            <a:r>
              <a:rPr lang="en-US"/>
              <a:t>Two Content Areas</a:t>
            </a:r>
          </a:p>
        </p:txBody>
      </p:sp>
      <p:sp>
        <p:nvSpPr>
          <p:cNvPr id="3" name="Content Placeholder 2">
            <a:extLst>
              <a:ext uri="{FF2B5EF4-FFF2-40B4-BE49-F238E27FC236}">
                <a16:creationId xmlns:a16="http://schemas.microsoft.com/office/drawing/2014/main" id="{A7B770DC-99EF-4497-AA60-9E6AD9EA7F02}"/>
              </a:ext>
            </a:extLst>
          </p:cNvPr>
          <p:cNvSpPr>
            <a:spLocks noGrp="1"/>
          </p:cNvSpPr>
          <p:nvPr>
            <p:ph sz="half" idx="1"/>
          </p:nvPr>
        </p:nvSpPr>
        <p:spPr>
          <a:xfrm>
            <a:off x="876300" y="1825625"/>
            <a:ext cx="4974040"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248545-1700-4237-885E-58E318B8B662}"/>
              </a:ext>
            </a:extLst>
          </p:cNvPr>
          <p:cNvSpPr>
            <a:spLocks noGrp="1"/>
          </p:cNvSpPr>
          <p:nvPr>
            <p:ph sz="half" idx="2"/>
          </p:nvPr>
        </p:nvSpPr>
        <p:spPr>
          <a:xfrm>
            <a:off x="6172199" y="1825625"/>
            <a:ext cx="5123329"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179CA4-3F84-4812-9AEC-55599F2E2601}"/>
              </a:ext>
            </a:extLst>
          </p:cNvPr>
          <p:cNvSpPr>
            <a:spLocks noGrp="1"/>
          </p:cNvSpPr>
          <p:nvPr>
            <p:ph type="dt" sz="half" idx="10"/>
          </p:nvPr>
        </p:nvSpPr>
        <p:spPr/>
        <p:txBody>
          <a:bodyPr/>
          <a:lstStyle/>
          <a:p>
            <a:fld id="{D57027F9-FE09-42C7-B299-70480480A9DD}" type="datetime1">
              <a:rPr lang="en-US" smtClean="0"/>
              <a:t>4/15/2024</a:t>
            </a:fld>
            <a:endParaRPr lang="en-US"/>
          </a:p>
        </p:txBody>
      </p:sp>
      <p:sp>
        <p:nvSpPr>
          <p:cNvPr id="6" name="Footer Placeholder 5">
            <a:extLst>
              <a:ext uri="{FF2B5EF4-FFF2-40B4-BE49-F238E27FC236}">
                <a16:creationId xmlns:a16="http://schemas.microsoft.com/office/drawing/2014/main" id="{A89B2987-1499-402F-A5D7-B4495FC2E0A9}"/>
              </a:ext>
            </a:extLst>
          </p:cNvPr>
          <p:cNvSpPr>
            <a:spLocks noGrp="1"/>
          </p:cNvSpPr>
          <p:nvPr>
            <p:ph type="ftr" sz="quarter" idx="11"/>
          </p:nvPr>
        </p:nvSpPr>
        <p:spPr>
          <a:xfrm>
            <a:off x="876300" y="6394105"/>
            <a:ext cx="9726461" cy="365125"/>
          </a:xfrm>
        </p:spPr>
        <p:txBody>
          <a:bodyPr/>
          <a:lstStyle/>
          <a:p>
            <a:endParaRPr lang="en-US"/>
          </a:p>
        </p:txBody>
      </p:sp>
      <p:sp>
        <p:nvSpPr>
          <p:cNvPr id="7" name="Slide Number Placeholder 6">
            <a:extLst>
              <a:ext uri="{FF2B5EF4-FFF2-40B4-BE49-F238E27FC236}">
                <a16:creationId xmlns:a16="http://schemas.microsoft.com/office/drawing/2014/main" id="{4B75D937-8211-42B3-A4EB-A0813FD961CA}"/>
              </a:ext>
            </a:extLst>
          </p:cNvPr>
          <p:cNvSpPr>
            <a:spLocks noGrp="1"/>
          </p:cNvSpPr>
          <p:nvPr>
            <p:ph type="sldNum" sz="quarter" idx="12"/>
          </p:nvPr>
        </p:nvSpPr>
        <p:spPr/>
        <p:txBody>
          <a:bodyPr/>
          <a:lstStyle/>
          <a:p>
            <a:fld id="{545951DD-1C6A-495F-8185-4C73F8F8B75A}" type="slidenum">
              <a:rPr lang="en-US" smtClean="0"/>
              <a:t>‹#›</a:t>
            </a:fld>
            <a:endParaRPr lang="en-US"/>
          </a:p>
        </p:txBody>
      </p:sp>
    </p:spTree>
    <p:extLst>
      <p:ext uri="{BB962C8B-B14F-4D97-AF65-F5344CB8AC3E}">
        <p14:creationId xmlns:p14="http://schemas.microsoft.com/office/powerpoint/2010/main" val="26675087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woObj" preserve="1">
  <p:cSld name="Two Content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BECD9-3F44-41D8-BE2D-2C8CD871B676}"/>
              </a:ext>
            </a:extLst>
          </p:cNvPr>
          <p:cNvSpPr>
            <a:spLocks noGrp="1"/>
          </p:cNvSpPr>
          <p:nvPr>
            <p:ph type="title" hasCustomPrompt="1"/>
          </p:nvPr>
        </p:nvSpPr>
        <p:spPr/>
        <p:txBody>
          <a:bodyPr anchor="ctr"/>
          <a:lstStyle>
            <a:lvl1pPr algn="ctr">
              <a:defRPr>
                <a:solidFill>
                  <a:schemeClr val="accent1"/>
                </a:solidFill>
              </a:defRPr>
            </a:lvl1pPr>
          </a:lstStyle>
          <a:p>
            <a:r>
              <a:rPr lang="en-US"/>
              <a:t>Two Content Areas</a:t>
            </a:r>
          </a:p>
        </p:txBody>
      </p:sp>
      <p:sp>
        <p:nvSpPr>
          <p:cNvPr id="3" name="Content Placeholder 2">
            <a:extLst>
              <a:ext uri="{FF2B5EF4-FFF2-40B4-BE49-F238E27FC236}">
                <a16:creationId xmlns:a16="http://schemas.microsoft.com/office/drawing/2014/main" id="{A7B770DC-99EF-4497-AA60-9E6AD9EA7F02}"/>
              </a:ext>
            </a:extLst>
          </p:cNvPr>
          <p:cNvSpPr>
            <a:spLocks noGrp="1"/>
          </p:cNvSpPr>
          <p:nvPr>
            <p:ph sz="half" idx="1"/>
          </p:nvPr>
        </p:nvSpPr>
        <p:spPr>
          <a:xfrm>
            <a:off x="876300" y="1825625"/>
            <a:ext cx="4974040"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248545-1700-4237-885E-58E318B8B662}"/>
              </a:ext>
            </a:extLst>
          </p:cNvPr>
          <p:cNvSpPr>
            <a:spLocks noGrp="1"/>
          </p:cNvSpPr>
          <p:nvPr>
            <p:ph sz="half" idx="2"/>
          </p:nvPr>
        </p:nvSpPr>
        <p:spPr>
          <a:xfrm>
            <a:off x="6172199" y="1825625"/>
            <a:ext cx="5123329"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179CA4-3F84-4812-9AEC-55599F2E2601}"/>
              </a:ext>
            </a:extLst>
          </p:cNvPr>
          <p:cNvSpPr>
            <a:spLocks noGrp="1"/>
          </p:cNvSpPr>
          <p:nvPr>
            <p:ph type="dt" sz="half" idx="10"/>
          </p:nvPr>
        </p:nvSpPr>
        <p:spPr/>
        <p:txBody>
          <a:bodyPr/>
          <a:lstStyle/>
          <a:p>
            <a:fld id="{D57027F9-FE09-42C7-B299-70480480A9DD}" type="datetime1">
              <a:rPr lang="en-US" smtClean="0"/>
              <a:t>4/15/2024</a:t>
            </a:fld>
            <a:endParaRPr lang="en-US"/>
          </a:p>
        </p:txBody>
      </p:sp>
      <p:sp>
        <p:nvSpPr>
          <p:cNvPr id="6" name="Footer Placeholder 5">
            <a:extLst>
              <a:ext uri="{FF2B5EF4-FFF2-40B4-BE49-F238E27FC236}">
                <a16:creationId xmlns:a16="http://schemas.microsoft.com/office/drawing/2014/main" id="{A89B2987-1499-402F-A5D7-B4495FC2E0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75D937-8211-42B3-A4EB-A0813FD961CA}"/>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10" name="Graphic 11">
            <a:extLst>
              <a:ext uri="{FF2B5EF4-FFF2-40B4-BE49-F238E27FC236}">
                <a16:creationId xmlns:a16="http://schemas.microsoft.com/office/drawing/2014/main" id="{5EDD6EAF-3491-4DED-95E5-C9B675F650B1}"/>
              </a:ext>
            </a:extLst>
          </p:cNvPr>
          <p:cNvGrpSpPr/>
          <p:nvPr userDrawn="1"/>
        </p:nvGrpSpPr>
        <p:grpSpPr>
          <a:xfrm rot="16200000">
            <a:off x="11384220" y="6170961"/>
            <a:ext cx="912230" cy="242400"/>
            <a:chOff x="11384220" y="6170961"/>
            <a:chExt cx="912230" cy="242400"/>
          </a:xfrm>
          <a:solidFill>
            <a:schemeClr val="tx1"/>
          </a:solidFill>
        </p:grpSpPr>
        <p:sp>
          <p:nvSpPr>
            <p:cNvPr id="11" name="Freeform: Shape 10">
              <a:extLst>
                <a:ext uri="{FF2B5EF4-FFF2-40B4-BE49-F238E27FC236}">
                  <a16:creationId xmlns:a16="http://schemas.microsoft.com/office/drawing/2014/main" id="{0657A6F7-A6C5-4CF9-817C-5D2ABE1DB43A}"/>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D671506-1CB1-4BE4-9EA6-5738AC676227}"/>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02DF189-3AC7-47B8-A29F-B3549135E4E3}"/>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573A624-953A-4B2A-BAFB-04ADE5DF3819}"/>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84D2E889-DDCB-4E86-B36C-B3691C6715A1}"/>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6F0B94D-C445-4D16-B566-CDE84049B9E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242167FF-8206-49C8-8F24-685B9FA0D757}"/>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51FA3F1-EAB7-4F9D-A3A4-76CED4D027EB}"/>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8A4FFAC8-B4CE-4EA4-8349-DA7B23C4233F}"/>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EFEE9CB3-08F3-4009-B4B9-4E288E5DA4E3}"/>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479500D-A1F7-46BC-84F0-A21767BF481A}"/>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D1A0F95A-C9BF-4BD2-A532-2CBD2CF5F863}"/>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1AC8414-F433-41AD-82E8-19A70E74FE0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800FF2B-7E0F-4FD0-8C07-208662F7757E}"/>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7A720E36-448C-4542-AB9B-6CC90A36A0CF}"/>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9ABF7E2-8688-4D07-99AF-149EB1D9024F}"/>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A6A4200-BEC9-46AD-90A8-7ED62CF17469}"/>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62EDDC8-C738-495A-A3D5-AFCA4BFF1DE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pic>
        <p:nvPicPr>
          <p:cNvPr id="8" name="Picture 7">
            <a:extLst>
              <a:ext uri="{FF2B5EF4-FFF2-40B4-BE49-F238E27FC236}">
                <a16:creationId xmlns:a16="http://schemas.microsoft.com/office/drawing/2014/main" id="{33D62977-DD1C-6BFF-8532-1FD64BA32B0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644453180"/>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1"/>
        </a:solidFill>
        <a:effectLst/>
      </p:bgPr>
    </p:bg>
    <p:spTree>
      <p:nvGrpSpPr>
        <p:cNvPr id="1" name=""/>
        <p:cNvGrpSpPr/>
        <p:nvPr/>
      </p:nvGrpSpPr>
      <p:grpSpPr>
        <a:xfrm>
          <a:off x="0" y="0"/>
          <a:ext cx="0" cy="0"/>
          <a:chOff x="0" y="0"/>
          <a:chExt cx="0" cy="0"/>
        </a:xfrm>
      </p:grpSpPr>
      <p:sp>
        <p:nvSpPr>
          <p:cNvPr id="5" name="Content Placeholder 3">
            <a:extLst>
              <a:ext uri="{FF2B5EF4-FFF2-40B4-BE49-F238E27FC236}">
                <a16:creationId xmlns:a16="http://schemas.microsoft.com/office/drawing/2014/main" id="{BADA5333-09F7-95E8-2244-541A189B88D2}"/>
              </a:ext>
            </a:extLst>
          </p:cNvPr>
          <p:cNvSpPr>
            <a:spLocks noGrp="1"/>
          </p:cNvSpPr>
          <p:nvPr>
            <p:ph sz="half" idx="14"/>
          </p:nvPr>
        </p:nvSpPr>
        <p:spPr bwMode="ltGray">
          <a:xfrm>
            <a:off x="6432565" y="2380840"/>
            <a:ext cx="3530904" cy="3284036"/>
          </a:xfrm>
          <a:prstGeom prst="rect">
            <a:avLst/>
          </a:prstGeom>
          <a:noFill/>
          <a:ln>
            <a:noFill/>
          </a:ln>
        </p:spPr>
        <p:txBody>
          <a:bodyPr lIns="0" tIns="91440" rIns="0" bIns="0"/>
          <a:lstStyle>
            <a:lvl1pPr>
              <a:buClr>
                <a:schemeClr val="accent4"/>
              </a:buClr>
              <a:defRPr>
                <a:solidFill>
                  <a:schemeClr val="tx1"/>
                </a:solidFill>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solidFill>
                  <a:schemeClr val="tx1"/>
                </a:solidFill>
              </a:defRPr>
            </a:lvl3pPr>
            <a:lvl4pPr marL="573088" indent="-115888">
              <a:defRPr sz="900">
                <a:solidFill>
                  <a:schemeClr val="tx1"/>
                </a:solidFill>
              </a:defRPr>
            </a:lvl4pPr>
            <a:lvl5pPr marL="687388" indent="-111125">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2298555" y="2380840"/>
            <a:ext cx="3530904" cy="3284036"/>
          </a:xfrm>
          <a:prstGeom prst="rect">
            <a:avLst/>
          </a:prstGeom>
          <a:noFill/>
          <a:ln>
            <a:noFill/>
          </a:ln>
        </p:spPr>
        <p:txBody>
          <a:bodyPr lIns="0" tIns="91440" rIns="0" bIns="0"/>
          <a:lstStyle>
            <a:lvl1pPr>
              <a:buClr>
                <a:schemeClr val="accent4"/>
              </a:buClr>
              <a:defRPr>
                <a:solidFill>
                  <a:schemeClr val="tx1"/>
                </a:solidFill>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solidFill>
                  <a:schemeClr val="tx1"/>
                </a:solidFill>
              </a:defRPr>
            </a:lvl3pPr>
            <a:lvl4pPr marL="573088" indent="-115888">
              <a:defRPr sz="900">
                <a:solidFill>
                  <a:schemeClr val="tx1"/>
                </a:solidFill>
              </a:defRPr>
            </a:lvl4pPr>
            <a:lvl5pPr marL="687388" indent="-111125">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2D906BD4-2413-4A90-B04A-7B96E026DD1E}" type="datetime1">
              <a:rPr lang="en-US" smtClean="0"/>
              <a:t>4/15/2024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5" name="Title 1">
            <a:extLst>
              <a:ext uri="{FF2B5EF4-FFF2-40B4-BE49-F238E27FC236}">
                <a16:creationId xmlns:a16="http://schemas.microsoft.com/office/drawing/2014/main" id="{17CD4A9C-F46B-3030-6E82-425BEBFF414C}"/>
              </a:ext>
            </a:extLst>
          </p:cNvPr>
          <p:cNvSpPr>
            <a:spLocks noGrp="1"/>
          </p:cNvSpPr>
          <p:nvPr>
            <p:ph type="title" hasCustomPrompt="1"/>
          </p:nvPr>
        </p:nvSpPr>
        <p:spPr>
          <a:xfrm>
            <a:off x="839788" y="519426"/>
            <a:ext cx="10515600" cy="1325563"/>
          </a:xfrm>
        </p:spPr>
        <p:txBody>
          <a:bodyPr anchor="ctr"/>
          <a:lstStyle>
            <a:lvl1pPr algn="ctr">
              <a:defRPr>
                <a:solidFill>
                  <a:schemeClr val="tx1"/>
                </a:solidFill>
              </a:defRPr>
            </a:lvl1pPr>
          </a:lstStyle>
          <a:p>
            <a:r>
              <a:rPr lang="en-US"/>
              <a:t>2-Column Comparison Layout</a:t>
            </a:r>
          </a:p>
        </p:txBody>
      </p:sp>
      <p:sp>
        <p:nvSpPr>
          <p:cNvPr id="21" name="Text Placeholder 2">
            <a:extLst>
              <a:ext uri="{FF2B5EF4-FFF2-40B4-BE49-F238E27FC236}">
                <a16:creationId xmlns:a16="http://schemas.microsoft.com/office/drawing/2014/main" id="{D1044536-CF7F-CE5A-2370-FFA3855AAA03}"/>
              </a:ext>
            </a:extLst>
          </p:cNvPr>
          <p:cNvSpPr>
            <a:spLocks noGrp="1"/>
          </p:cNvSpPr>
          <p:nvPr>
            <p:ph type="body" idx="16" hasCustomPrompt="1"/>
          </p:nvPr>
        </p:nvSpPr>
        <p:spPr>
          <a:xfrm>
            <a:off x="2298555" y="1961516"/>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2">
            <a:extLst>
              <a:ext uri="{FF2B5EF4-FFF2-40B4-BE49-F238E27FC236}">
                <a16:creationId xmlns:a16="http://schemas.microsoft.com/office/drawing/2014/main" id="{B95AFFA7-E436-9E56-03E3-FD736679D5E2}"/>
              </a:ext>
            </a:extLst>
          </p:cNvPr>
          <p:cNvSpPr>
            <a:spLocks noGrp="1"/>
          </p:cNvSpPr>
          <p:nvPr>
            <p:ph type="body" idx="17" hasCustomPrompt="1"/>
          </p:nvPr>
        </p:nvSpPr>
        <p:spPr>
          <a:xfrm>
            <a:off x="6432564" y="1961516"/>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6" name="Picture 5">
            <a:extLst>
              <a:ext uri="{FF2B5EF4-FFF2-40B4-BE49-F238E27FC236}">
                <a16:creationId xmlns:a16="http://schemas.microsoft.com/office/drawing/2014/main" id="{17A36431-59F4-E271-40CD-D2438F2BA2A8}"/>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15547739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mparison on Lt Purple">
    <p:bg>
      <p:bgPr>
        <a:solidFill>
          <a:schemeClr val="accent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D66D716-406C-36DD-49E4-F9328F94C06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40" name="Rectangle 39">
            <a:extLst>
              <a:ext uri="{FF2B5EF4-FFF2-40B4-BE49-F238E27FC236}">
                <a16:creationId xmlns:a16="http://schemas.microsoft.com/office/drawing/2014/main" id="{26134057-B7F3-3D57-4F73-ABCC3F543067}"/>
              </a:ext>
            </a:extLst>
          </p:cNvPr>
          <p:cNvSpPr/>
          <p:nvPr userDrawn="1"/>
        </p:nvSpPr>
        <p:spPr>
          <a:xfrm>
            <a:off x="624348" y="7883"/>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Placeholder 2">
            <a:extLst>
              <a:ext uri="{FF2B5EF4-FFF2-40B4-BE49-F238E27FC236}">
                <a16:creationId xmlns:a16="http://schemas.microsoft.com/office/drawing/2014/main" id="{1CF4998F-7F3F-50BB-409C-DF72C4639530}"/>
              </a:ext>
            </a:extLst>
          </p:cNvPr>
          <p:cNvSpPr>
            <a:spLocks noGrp="1"/>
          </p:cNvSpPr>
          <p:nvPr>
            <p:ph type="body" idx="1" hasCustomPrompt="1"/>
          </p:nvPr>
        </p:nvSpPr>
        <p:spPr>
          <a:xfrm>
            <a:off x="2298555" y="1969401"/>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2" name="Content Placeholder 3">
            <a:extLst>
              <a:ext uri="{FF2B5EF4-FFF2-40B4-BE49-F238E27FC236}">
                <a16:creationId xmlns:a16="http://schemas.microsoft.com/office/drawing/2014/main" id="{4FAEB5A6-612B-0615-E4AC-714FE3FABDBA}"/>
              </a:ext>
            </a:extLst>
          </p:cNvPr>
          <p:cNvSpPr>
            <a:spLocks noGrp="1"/>
          </p:cNvSpPr>
          <p:nvPr>
            <p:ph sz="half" idx="2"/>
          </p:nvPr>
        </p:nvSpPr>
        <p:spPr bwMode="ltGray">
          <a:xfrm>
            <a:off x="2298555" y="2374630"/>
            <a:ext cx="3530904" cy="3284036"/>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Date Placeholder 6">
            <a:extLst>
              <a:ext uri="{FF2B5EF4-FFF2-40B4-BE49-F238E27FC236}">
                <a16:creationId xmlns:a16="http://schemas.microsoft.com/office/drawing/2014/main" id="{909CDFD2-51AB-8C70-72C4-5677DA5D65C8}"/>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2D906BD4-2413-4A90-B04A-7B96E026DD1E}" type="datetime1">
              <a:rPr lang="en-US" smtClean="0"/>
              <a:pPr/>
              <a:t>4/15/2024</a:t>
            </a:fld>
            <a:endParaRPr lang="en-US"/>
          </a:p>
        </p:txBody>
      </p:sp>
      <p:sp>
        <p:nvSpPr>
          <p:cNvPr id="35" name="Footer Placeholder 7">
            <a:extLst>
              <a:ext uri="{FF2B5EF4-FFF2-40B4-BE49-F238E27FC236}">
                <a16:creationId xmlns:a16="http://schemas.microsoft.com/office/drawing/2014/main" id="{BB0B9A30-913A-AF66-AEF6-E48F574D867C}"/>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a:p>
        </p:txBody>
      </p:sp>
      <p:sp>
        <p:nvSpPr>
          <p:cNvPr id="38" name="Text Placeholder 2">
            <a:extLst>
              <a:ext uri="{FF2B5EF4-FFF2-40B4-BE49-F238E27FC236}">
                <a16:creationId xmlns:a16="http://schemas.microsoft.com/office/drawing/2014/main" id="{B0262FED-DEA5-713F-9E79-38779BD0EDBA}"/>
              </a:ext>
            </a:extLst>
          </p:cNvPr>
          <p:cNvSpPr>
            <a:spLocks noGrp="1"/>
          </p:cNvSpPr>
          <p:nvPr>
            <p:ph type="body" idx="13" hasCustomPrompt="1"/>
          </p:nvPr>
        </p:nvSpPr>
        <p:spPr>
          <a:xfrm>
            <a:off x="6434327" y="1969401"/>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Slide Number Placeholder 8">
            <a:extLst>
              <a:ext uri="{FF2B5EF4-FFF2-40B4-BE49-F238E27FC236}">
                <a16:creationId xmlns:a16="http://schemas.microsoft.com/office/drawing/2014/main" id="{24F8CBD6-8AC1-7279-EECE-BB3D7827F87B}"/>
              </a:ext>
            </a:extLst>
          </p:cNvPr>
          <p:cNvSpPr>
            <a:spLocks noGrp="1"/>
          </p:cNvSpPr>
          <p:nvPr>
            <p:ph type="sldNum" sz="quarter" idx="12"/>
          </p:nvPr>
        </p:nvSpPr>
        <p:spPr>
          <a:xfrm>
            <a:off x="11674225" y="5440276"/>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42" name="Graphic 11">
            <a:extLst>
              <a:ext uri="{FF2B5EF4-FFF2-40B4-BE49-F238E27FC236}">
                <a16:creationId xmlns:a16="http://schemas.microsoft.com/office/drawing/2014/main" id="{491DE3A3-6C12-D07C-F62B-73188E535214}"/>
              </a:ext>
            </a:extLst>
          </p:cNvPr>
          <p:cNvGrpSpPr/>
          <p:nvPr userDrawn="1"/>
        </p:nvGrpSpPr>
        <p:grpSpPr>
          <a:xfrm rot="16200000">
            <a:off x="11384220" y="6170961"/>
            <a:ext cx="912230" cy="242400"/>
            <a:chOff x="11384220" y="6170961"/>
            <a:chExt cx="912230" cy="242400"/>
          </a:xfrm>
          <a:solidFill>
            <a:schemeClr val="bg1"/>
          </a:solidFill>
        </p:grpSpPr>
        <p:sp>
          <p:nvSpPr>
            <p:cNvPr id="43" name="Freeform: Shape 4">
              <a:extLst>
                <a:ext uri="{FF2B5EF4-FFF2-40B4-BE49-F238E27FC236}">
                  <a16:creationId xmlns:a16="http://schemas.microsoft.com/office/drawing/2014/main" id="{B04BA0E4-5605-35B8-4613-3F5DAE0FDA0C}"/>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44" name="Freeform: Shape 5">
              <a:extLst>
                <a:ext uri="{FF2B5EF4-FFF2-40B4-BE49-F238E27FC236}">
                  <a16:creationId xmlns:a16="http://schemas.microsoft.com/office/drawing/2014/main" id="{99B86F9D-C9E6-6EA1-B72F-4C14E21F4A80}"/>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45" name="Freeform: Shape 10">
              <a:extLst>
                <a:ext uri="{FF2B5EF4-FFF2-40B4-BE49-F238E27FC236}">
                  <a16:creationId xmlns:a16="http://schemas.microsoft.com/office/drawing/2014/main" id="{8909B5CE-87D7-A464-AB31-A6A3E0509BB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46" name="Freeform: Shape 12">
              <a:extLst>
                <a:ext uri="{FF2B5EF4-FFF2-40B4-BE49-F238E27FC236}">
                  <a16:creationId xmlns:a16="http://schemas.microsoft.com/office/drawing/2014/main" id="{315F964F-5EB1-E817-1608-544A403FCB17}"/>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47" name="Freeform: Shape 13">
              <a:extLst>
                <a:ext uri="{FF2B5EF4-FFF2-40B4-BE49-F238E27FC236}">
                  <a16:creationId xmlns:a16="http://schemas.microsoft.com/office/drawing/2014/main" id="{3C412AAE-330A-D886-0E8D-F823B023378C}"/>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48" name="Freeform: Shape 14">
              <a:extLst>
                <a:ext uri="{FF2B5EF4-FFF2-40B4-BE49-F238E27FC236}">
                  <a16:creationId xmlns:a16="http://schemas.microsoft.com/office/drawing/2014/main" id="{9839C854-E30A-4831-EBCE-480E2F22B3B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49" name="Freeform: Shape 15">
              <a:extLst>
                <a:ext uri="{FF2B5EF4-FFF2-40B4-BE49-F238E27FC236}">
                  <a16:creationId xmlns:a16="http://schemas.microsoft.com/office/drawing/2014/main" id="{B144DA6E-DFC5-686B-FADC-2DA8E65128B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50" name="Freeform: Shape 16">
              <a:extLst>
                <a:ext uri="{FF2B5EF4-FFF2-40B4-BE49-F238E27FC236}">
                  <a16:creationId xmlns:a16="http://schemas.microsoft.com/office/drawing/2014/main" id="{4E41BFFC-EE41-FBE7-69E9-26423ACD4236}"/>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51" name="Freeform: Shape 17">
              <a:extLst>
                <a:ext uri="{FF2B5EF4-FFF2-40B4-BE49-F238E27FC236}">
                  <a16:creationId xmlns:a16="http://schemas.microsoft.com/office/drawing/2014/main" id="{70F4C0BF-16CA-5D17-F93B-BFFE57168AE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52" name="Freeform: Shape 18">
              <a:extLst>
                <a:ext uri="{FF2B5EF4-FFF2-40B4-BE49-F238E27FC236}">
                  <a16:creationId xmlns:a16="http://schemas.microsoft.com/office/drawing/2014/main" id="{4C3A4C8C-6493-BE7B-60F4-D91133FF6C9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53" name="Freeform: Shape 19">
              <a:extLst>
                <a:ext uri="{FF2B5EF4-FFF2-40B4-BE49-F238E27FC236}">
                  <a16:creationId xmlns:a16="http://schemas.microsoft.com/office/drawing/2014/main" id="{5A616AA1-B574-34B2-9493-5FC82813B7A1}"/>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54" name="Freeform: Shape 20">
              <a:extLst>
                <a:ext uri="{FF2B5EF4-FFF2-40B4-BE49-F238E27FC236}">
                  <a16:creationId xmlns:a16="http://schemas.microsoft.com/office/drawing/2014/main" id="{C29E207B-313D-3A5A-25B2-B0E70E71017A}"/>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55" name="Freeform: Shape 21">
              <a:extLst>
                <a:ext uri="{FF2B5EF4-FFF2-40B4-BE49-F238E27FC236}">
                  <a16:creationId xmlns:a16="http://schemas.microsoft.com/office/drawing/2014/main" id="{B7114406-F44C-54A5-6396-E7DA9A90648A}"/>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56" name="Freeform: Shape 22">
              <a:extLst>
                <a:ext uri="{FF2B5EF4-FFF2-40B4-BE49-F238E27FC236}">
                  <a16:creationId xmlns:a16="http://schemas.microsoft.com/office/drawing/2014/main" id="{EB752763-F6D5-22A7-D2CC-BDDBA8230785}"/>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57" name="Freeform: Shape 23">
              <a:extLst>
                <a:ext uri="{FF2B5EF4-FFF2-40B4-BE49-F238E27FC236}">
                  <a16:creationId xmlns:a16="http://schemas.microsoft.com/office/drawing/2014/main" id="{C07C6E36-25DD-DBE4-586A-F99BD94C8D76}"/>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58" name="Freeform: Shape 24">
              <a:extLst>
                <a:ext uri="{FF2B5EF4-FFF2-40B4-BE49-F238E27FC236}">
                  <a16:creationId xmlns:a16="http://schemas.microsoft.com/office/drawing/2014/main" id="{E5F37716-72D3-01BA-9A62-2A8964D4B475}"/>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59" name="Freeform: Shape 25">
              <a:extLst>
                <a:ext uri="{FF2B5EF4-FFF2-40B4-BE49-F238E27FC236}">
                  <a16:creationId xmlns:a16="http://schemas.microsoft.com/office/drawing/2014/main" id="{0BE6737D-AAA8-1C2C-248C-4C4BAC813277}"/>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60" name="Freeform: Shape 26">
              <a:extLst>
                <a:ext uri="{FF2B5EF4-FFF2-40B4-BE49-F238E27FC236}">
                  <a16:creationId xmlns:a16="http://schemas.microsoft.com/office/drawing/2014/main" id="{B6F0FE35-E9E6-F572-0ECB-B924FB56608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61" name="Title 1">
            <a:extLst>
              <a:ext uri="{FF2B5EF4-FFF2-40B4-BE49-F238E27FC236}">
                <a16:creationId xmlns:a16="http://schemas.microsoft.com/office/drawing/2014/main" id="{84A47278-038A-E352-94CA-258CEF3DA586}"/>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a:t>2-Column Comparison Layout</a:t>
            </a:r>
          </a:p>
        </p:txBody>
      </p:sp>
      <p:sp>
        <p:nvSpPr>
          <p:cNvPr id="2" name="Content Placeholder 3">
            <a:extLst>
              <a:ext uri="{FF2B5EF4-FFF2-40B4-BE49-F238E27FC236}">
                <a16:creationId xmlns:a16="http://schemas.microsoft.com/office/drawing/2014/main" id="{757618CE-AA05-B4E6-872D-0BC550134213}"/>
              </a:ext>
            </a:extLst>
          </p:cNvPr>
          <p:cNvSpPr>
            <a:spLocks noGrp="1"/>
          </p:cNvSpPr>
          <p:nvPr>
            <p:ph sz="half" idx="14"/>
          </p:nvPr>
        </p:nvSpPr>
        <p:spPr bwMode="ltGray">
          <a:xfrm>
            <a:off x="6440787" y="2374630"/>
            <a:ext cx="3530904" cy="3284036"/>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0216249"/>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401C5765-43BC-4387-261E-F79CD2129EF6}"/>
              </a:ext>
            </a:extLst>
          </p:cNvPr>
          <p:cNvSpPr/>
          <p:nvPr userDrawn="1"/>
        </p:nvSpPr>
        <p:spPr>
          <a:xfrm>
            <a:off x="624348" y="350698"/>
            <a:ext cx="10943303" cy="5952519"/>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BCF2E2-C158-42C8-966A-12FC2DC18EEA}"/>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a:t>2-Column Comparison Layout</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lvl1pPr>
              <a:defRPr>
                <a:solidFill>
                  <a:schemeClr val="bg1"/>
                </a:solidFill>
              </a:defRPr>
            </a:lvl1pPr>
          </a:lstStyle>
          <a:p>
            <a:fld id="{2D906BD4-2413-4A90-B04A-7B96E026DD1E}" type="datetime1">
              <a:rPr lang="en-US" smtClean="0"/>
              <a:pPr/>
              <a:t>4/15/2024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a:xfrm>
            <a:off x="839788" y="6394105"/>
            <a:ext cx="9762973" cy="365125"/>
          </a:xfrm>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12" name="Graphic 11">
            <a:extLst>
              <a:ext uri="{FF2B5EF4-FFF2-40B4-BE49-F238E27FC236}">
                <a16:creationId xmlns:a16="http://schemas.microsoft.com/office/drawing/2014/main" id="{0A7F6100-F583-4F7E-BAEE-005425A8513D}"/>
              </a:ext>
            </a:extLst>
          </p:cNvPr>
          <p:cNvGrpSpPr/>
          <p:nvPr userDrawn="1"/>
        </p:nvGrpSpPr>
        <p:grpSpPr>
          <a:xfrm rot="16200000">
            <a:off x="11384220" y="6170961"/>
            <a:ext cx="912230" cy="242400"/>
            <a:chOff x="11384220" y="6170961"/>
            <a:chExt cx="912230" cy="242400"/>
          </a:xfrm>
          <a:solidFill>
            <a:schemeClr val="bg1"/>
          </a:solidFill>
        </p:grpSpPr>
        <p:sp>
          <p:nvSpPr>
            <p:cNvPr id="13" name="Freeform: Shape 12">
              <a:extLst>
                <a:ext uri="{FF2B5EF4-FFF2-40B4-BE49-F238E27FC236}">
                  <a16:creationId xmlns:a16="http://schemas.microsoft.com/office/drawing/2014/main" id="{32419910-49D9-4DB3-98D2-1917CE78DDC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1A1B71FE-5B58-4449-9C51-ED464C6DE53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6C729E27-7293-48B3-A2DC-0B8D98B8E0D8}"/>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F6B24689-FE85-47BB-804A-58C7F8F6EE71}"/>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C36FDF5-5725-46EC-8F94-12C18079D8FE}"/>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E21A98E-DBBB-4598-936C-63B4732F8C8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0ACDE724-36AA-4EE8-BBA8-D9C279EBD9C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887B1FD-6F89-493A-8126-8D208FCAF59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6D70DF5-56D8-4111-9CD7-7243612FA7F2}"/>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4050B6B0-A6C8-496F-BB2F-B491FC0E90B1}"/>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A1D58504-A63B-454E-8C5C-0E1E4CA769CE}"/>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BB74CBF-BCCF-45AC-881F-5E1BA9AF5EB6}"/>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5825A49A-5567-41AE-A0DE-717D6AC2FB70}"/>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478B2DF0-F588-4E63-B3C3-04D17E6D3C33}"/>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E4DE7CAC-68B6-4773-90E1-C301B68B361C}"/>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7B81F84-A5AB-42F3-9EE3-B4A95FD907F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2612E94-0C2C-425B-8FD7-B3FA6B1B600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2C14BCE4-E20F-4BCB-8AF8-0B768A37BB4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11" name="Text Placeholder 2">
            <a:extLst>
              <a:ext uri="{FF2B5EF4-FFF2-40B4-BE49-F238E27FC236}">
                <a16:creationId xmlns:a16="http://schemas.microsoft.com/office/drawing/2014/main" id="{3F54F572-40B2-4DF4-DCEF-BD0FBBA6CBE4}"/>
              </a:ext>
            </a:extLst>
          </p:cNvPr>
          <p:cNvSpPr>
            <a:spLocks noGrp="1"/>
          </p:cNvSpPr>
          <p:nvPr>
            <p:ph type="body" idx="1" hasCustomPrompt="1"/>
          </p:nvPr>
        </p:nvSpPr>
        <p:spPr>
          <a:xfrm>
            <a:off x="2298555" y="1973128"/>
            <a:ext cx="3530904"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4" name="Text Placeholder 2">
            <a:extLst>
              <a:ext uri="{FF2B5EF4-FFF2-40B4-BE49-F238E27FC236}">
                <a16:creationId xmlns:a16="http://schemas.microsoft.com/office/drawing/2014/main" id="{F7465710-8A94-E492-CA82-FC8726BFC9E3}"/>
              </a:ext>
            </a:extLst>
          </p:cNvPr>
          <p:cNvSpPr>
            <a:spLocks noGrp="1"/>
          </p:cNvSpPr>
          <p:nvPr>
            <p:ph type="body" idx="13" hasCustomPrompt="1"/>
          </p:nvPr>
        </p:nvSpPr>
        <p:spPr>
          <a:xfrm>
            <a:off x="6434327" y="1973128"/>
            <a:ext cx="3530904"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 name="Content Placeholder 3">
            <a:extLst>
              <a:ext uri="{FF2B5EF4-FFF2-40B4-BE49-F238E27FC236}">
                <a16:creationId xmlns:a16="http://schemas.microsoft.com/office/drawing/2014/main" id="{F7E92C58-C16A-48B5-4649-1F879374E8B4}"/>
              </a:ext>
            </a:extLst>
          </p:cNvPr>
          <p:cNvSpPr>
            <a:spLocks noGrp="1"/>
          </p:cNvSpPr>
          <p:nvPr>
            <p:ph sz="half" idx="2"/>
          </p:nvPr>
        </p:nvSpPr>
        <p:spPr bwMode="ltGray">
          <a:xfrm>
            <a:off x="2298555" y="2378357"/>
            <a:ext cx="3530904" cy="3284036"/>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5414898-020C-D28D-70B3-726EE9DB9E3D}"/>
              </a:ext>
            </a:extLst>
          </p:cNvPr>
          <p:cNvSpPr>
            <a:spLocks noGrp="1"/>
          </p:cNvSpPr>
          <p:nvPr>
            <p:ph sz="half" idx="14"/>
          </p:nvPr>
        </p:nvSpPr>
        <p:spPr bwMode="ltGray">
          <a:xfrm>
            <a:off x="6440787" y="2378357"/>
            <a:ext cx="3530904" cy="3284036"/>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37213060"/>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2D906BD4-2413-4A90-B04A-7B96E026DD1E}" type="datetime1">
              <a:rPr lang="en-US" smtClean="0"/>
              <a:t>4/15/2024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2" name="Graphic 11">
            <a:extLst>
              <a:ext uri="{FF2B5EF4-FFF2-40B4-BE49-F238E27FC236}">
                <a16:creationId xmlns:a16="http://schemas.microsoft.com/office/drawing/2014/main" id="{992BE47C-90C2-46CE-90AE-CEFE0732F1BC}"/>
              </a:ext>
            </a:extLst>
          </p:cNvPr>
          <p:cNvGrpSpPr/>
          <p:nvPr userDrawn="1"/>
        </p:nvGrpSpPr>
        <p:grpSpPr>
          <a:xfrm rot="16200000">
            <a:off x="11384220" y="6170961"/>
            <a:ext cx="912230" cy="242400"/>
            <a:chOff x="11384220" y="6170961"/>
            <a:chExt cx="912230" cy="242400"/>
          </a:xfrm>
          <a:solidFill>
            <a:schemeClr val="tx1"/>
          </a:solidFill>
        </p:grpSpPr>
        <p:sp>
          <p:nvSpPr>
            <p:cNvPr id="13" name="Freeform: Shape 12">
              <a:extLst>
                <a:ext uri="{FF2B5EF4-FFF2-40B4-BE49-F238E27FC236}">
                  <a16:creationId xmlns:a16="http://schemas.microsoft.com/office/drawing/2014/main" id="{E52677E4-BD7F-4053-89FC-3C6E4C056923}"/>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50A4F6A-7B4C-42B6-937B-62EA8200162F}"/>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4EDA4297-BDC6-48EA-909D-1908E17A6248}"/>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6EDADE1-DDA0-4011-9FA5-4B9E24FA90DB}"/>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3F641A17-5BE6-4EC0-91EE-2EA283B0A27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6198556E-AB9C-4176-81F5-3279D8A7A708}"/>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B5272D2-885B-4C4C-BD01-F486F00D730C}"/>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B0FEA1AF-56EB-415B-BFB7-0E033209AAE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75FA9EEF-FCC0-466B-BAD9-E9F943715CA6}"/>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5DE07C2-6761-40DB-A2DD-9EFAC1FADA0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0771909B-04CA-49D9-9291-319F1820E0A3}"/>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C8388B3-3736-4BF2-B20F-40EE94022DD1}"/>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7425CE4-0046-4A66-A0CD-6EEEAB2B75B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A08D9CA7-8BD3-43CD-AE33-89F3FA2277E1}"/>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00D16D8-9CAD-4182-99F6-07CF6DE182E1}"/>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E5FA30EF-A221-46D7-A158-C151592E944C}"/>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490DF44-9E14-4CBC-B661-843360D66995}"/>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A61335D3-D5E5-40BD-A027-169B7D0FB49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1" name="Text Placeholder 2">
            <a:extLst>
              <a:ext uri="{FF2B5EF4-FFF2-40B4-BE49-F238E27FC236}">
                <a16:creationId xmlns:a16="http://schemas.microsoft.com/office/drawing/2014/main" id="{4946EA5B-1D77-F90D-48B2-573255F27523}"/>
              </a:ext>
            </a:extLst>
          </p:cNvPr>
          <p:cNvSpPr>
            <a:spLocks noGrp="1"/>
          </p:cNvSpPr>
          <p:nvPr>
            <p:ph type="body" idx="1" hasCustomPrompt="1"/>
          </p:nvPr>
        </p:nvSpPr>
        <p:spPr>
          <a:xfrm>
            <a:off x="2298555" y="1973128"/>
            <a:ext cx="3530904"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7" name="Text Placeholder 2">
            <a:extLst>
              <a:ext uri="{FF2B5EF4-FFF2-40B4-BE49-F238E27FC236}">
                <a16:creationId xmlns:a16="http://schemas.microsoft.com/office/drawing/2014/main" id="{4A77FD70-D677-909E-82E5-DD8B131154EB}"/>
              </a:ext>
            </a:extLst>
          </p:cNvPr>
          <p:cNvSpPr>
            <a:spLocks noGrp="1"/>
          </p:cNvSpPr>
          <p:nvPr>
            <p:ph type="body" idx="13" hasCustomPrompt="1"/>
          </p:nvPr>
        </p:nvSpPr>
        <p:spPr>
          <a:xfrm>
            <a:off x="6434327" y="1973128"/>
            <a:ext cx="3530904"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Title 1">
            <a:extLst>
              <a:ext uri="{FF2B5EF4-FFF2-40B4-BE49-F238E27FC236}">
                <a16:creationId xmlns:a16="http://schemas.microsoft.com/office/drawing/2014/main" id="{1D1FAD5B-7F52-B925-BD41-F2326F121ACC}"/>
              </a:ext>
            </a:extLst>
          </p:cNvPr>
          <p:cNvSpPr>
            <a:spLocks noGrp="1"/>
          </p:cNvSpPr>
          <p:nvPr>
            <p:ph type="title" hasCustomPrompt="1"/>
          </p:nvPr>
        </p:nvSpPr>
        <p:spPr>
          <a:xfrm>
            <a:off x="839788" y="519426"/>
            <a:ext cx="10515600" cy="1325563"/>
          </a:xfrm>
        </p:spPr>
        <p:txBody>
          <a:bodyPr anchor="ctr"/>
          <a:lstStyle>
            <a:lvl1pPr algn="ctr">
              <a:defRPr>
                <a:solidFill>
                  <a:schemeClr val="accent1"/>
                </a:solidFill>
              </a:defRPr>
            </a:lvl1pPr>
          </a:lstStyle>
          <a:p>
            <a:r>
              <a:rPr lang="en-US"/>
              <a:t>2-Column Comparison Layout</a:t>
            </a:r>
          </a:p>
        </p:txBody>
      </p:sp>
      <p:pic>
        <p:nvPicPr>
          <p:cNvPr id="40" name="Picture 39">
            <a:extLst>
              <a:ext uri="{FF2B5EF4-FFF2-40B4-BE49-F238E27FC236}">
                <a16:creationId xmlns:a16="http://schemas.microsoft.com/office/drawing/2014/main" id="{50C03FB4-920B-8A6E-3B6D-9510A3EC846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
        <p:nvSpPr>
          <p:cNvPr id="41" name="Content Placeholder 3">
            <a:extLst>
              <a:ext uri="{FF2B5EF4-FFF2-40B4-BE49-F238E27FC236}">
                <a16:creationId xmlns:a16="http://schemas.microsoft.com/office/drawing/2014/main" id="{35F4C2E9-F1B0-1474-4F6B-91A53F854FFB}"/>
              </a:ext>
            </a:extLst>
          </p:cNvPr>
          <p:cNvSpPr>
            <a:spLocks noGrp="1"/>
          </p:cNvSpPr>
          <p:nvPr>
            <p:ph sz="half" idx="14"/>
          </p:nvPr>
        </p:nvSpPr>
        <p:spPr bwMode="ltGray">
          <a:xfrm>
            <a:off x="6432565" y="2386646"/>
            <a:ext cx="3530904" cy="3284036"/>
          </a:xfrm>
          <a:prstGeom prst="rect">
            <a:avLst/>
          </a:prstGeom>
          <a:noFill/>
          <a:ln>
            <a:noFill/>
          </a:ln>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2" name="Content Placeholder 3">
            <a:extLst>
              <a:ext uri="{FF2B5EF4-FFF2-40B4-BE49-F238E27FC236}">
                <a16:creationId xmlns:a16="http://schemas.microsoft.com/office/drawing/2014/main" id="{9CE62C7A-C92B-0102-D4E5-4E0638E6103C}"/>
              </a:ext>
            </a:extLst>
          </p:cNvPr>
          <p:cNvSpPr>
            <a:spLocks noGrp="1"/>
          </p:cNvSpPr>
          <p:nvPr>
            <p:ph sz="half" idx="2"/>
          </p:nvPr>
        </p:nvSpPr>
        <p:spPr bwMode="ltGray">
          <a:xfrm>
            <a:off x="2298555" y="2386646"/>
            <a:ext cx="3530904" cy="3284036"/>
          </a:xfrm>
          <a:prstGeom prst="rect">
            <a:avLst/>
          </a:prstGeom>
          <a:noFill/>
          <a:ln>
            <a:noFill/>
          </a:ln>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33485310"/>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Column Comparison">
    <p:bg>
      <p:bgPr>
        <a:solidFill>
          <a:schemeClr val="accent1"/>
        </a:solidFill>
        <a:effectLst/>
      </p:bgPr>
    </p:bg>
    <p:spTree>
      <p:nvGrpSpPr>
        <p:cNvPr id="1" name=""/>
        <p:cNvGrpSpPr/>
        <p:nvPr/>
      </p:nvGrpSpPr>
      <p:grpSpPr>
        <a:xfrm>
          <a:off x="0" y="0"/>
          <a:ext cx="0" cy="0"/>
          <a:chOff x="0" y="0"/>
          <a:chExt cx="0" cy="0"/>
        </a:xfrm>
      </p:grpSpPr>
      <p:sp>
        <p:nvSpPr>
          <p:cNvPr id="15" name="Text Placeholder 2">
            <a:extLst>
              <a:ext uri="{FF2B5EF4-FFF2-40B4-BE49-F238E27FC236}">
                <a16:creationId xmlns:a16="http://schemas.microsoft.com/office/drawing/2014/main" id="{B6678BE2-75EF-1F1C-8F1C-A3E0126B2D40}"/>
              </a:ext>
            </a:extLst>
          </p:cNvPr>
          <p:cNvSpPr>
            <a:spLocks noGrp="1"/>
          </p:cNvSpPr>
          <p:nvPr>
            <p:ph type="body" idx="16" hasCustomPrompt="1"/>
          </p:nvPr>
        </p:nvSpPr>
        <p:spPr>
          <a:xfrm>
            <a:off x="836612"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839788"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65DF209C-A28E-4A04-8EE4-E2684080C509}" type="datetime1">
              <a:rPr lang="en-US" smtClean="0"/>
              <a:t>4/15/2024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7" name="Text Placeholder 2">
            <a:extLst>
              <a:ext uri="{FF2B5EF4-FFF2-40B4-BE49-F238E27FC236}">
                <a16:creationId xmlns:a16="http://schemas.microsoft.com/office/drawing/2014/main" id="{B2B390B0-37FD-1C66-A829-A0D06E14382D}"/>
              </a:ext>
            </a:extLst>
          </p:cNvPr>
          <p:cNvSpPr>
            <a:spLocks noGrp="1"/>
          </p:cNvSpPr>
          <p:nvPr>
            <p:ph type="body" idx="17" hasCustomPrompt="1"/>
          </p:nvPr>
        </p:nvSpPr>
        <p:spPr>
          <a:xfrm>
            <a:off x="4420640"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2">
            <a:extLst>
              <a:ext uri="{FF2B5EF4-FFF2-40B4-BE49-F238E27FC236}">
                <a16:creationId xmlns:a16="http://schemas.microsoft.com/office/drawing/2014/main" id="{6EEACA0D-7DC5-01F3-8464-D4BA9640AE24}"/>
              </a:ext>
            </a:extLst>
          </p:cNvPr>
          <p:cNvSpPr>
            <a:spLocks noGrp="1"/>
          </p:cNvSpPr>
          <p:nvPr>
            <p:ph type="body" idx="19" hasCustomPrompt="1"/>
          </p:nvPr>
        </p:nvSpPr>
        <p:spPr>
          <a:xfrm>
            <a:off x="8036199"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a:extLst>
              <a:ext uri="{FF2B5EF4-FFF2-40B4-BE49-F238E27FC236}">
                <a16:creationId xmlns:a16="http://schemas.microsoft.com/office/drawing/2014/main" id="{4FDB0CA3-9633-8290-5CA4-4B77E1935CD2}"/>
              </a:ext>
            </a:extLst>
          </p:cNvPr>
          <p:cNvSpPr>
            <a:spLocks noGrp="1"/>
          </p:cNvSpPr>
          <p:nvPr>
            <p:ph type="title" hasCustomPrompt="1"/>
          </p:nvPr>
        </p:nvSpPr>
        <p:spPr>
          <a:xfrm>
            <a:off x="839788" y="519426"/>
            <a:ext cx="10515600" cy="1325563"/>
          </a:xfrm>
        </p:spPr>
        <p:txBody>
          <a:bodyPr anchor="ctr"/>
          <a:lstStyle>
            <a:lvl1pPr algn="ctr">
              <a:defRPr baseline="0">
                <a:solidFill>
                  <a:schemeClr val="tx1">
                    <a:lumMod val="95000"/>
                  </a:schemeClr>
                </a:solidFill>
              </a:defRPr>
            </a:lvl1pPr>
          </a:lstStyle>
          <a:p>
            <a:r>
              <a:rPr lang="en-US"/>
              <a:t>3-Column Comparison Layout</a:t>
            </a:r>
          </a:p>
        </p:txBody>
      </p:sp>
      <p:sp>
        <p:nvSpPr>
          <p:cNvPr id="3" name="Content Placeholder 3">
            <a:extLst>
              <a:ext uri="{FF2B5EF4-FFF2-40B4-BE49-F238E27FC236}">
                <a16:creationId xmlns:a16="http://schemas.microsoft.com/office/drawing/2014/main" id="{CF7CAE34-33F8-0A69-52D3-B435DFAF0F8C}"/>
              </a:ext>
            </a:extLst>
          </p:cNvPr>
          <p:cNvSpPr>
            <a:spLocks noGrp="1"/>
          </p:cNvSpPr>
          <p:nvPr>
            <p:ph sz="half" idx="20"/>
          </p:nvPr>
        </p:nvSpPr>
        <p:spPr bwMode="ltGray">
          <a:xfrm>
            <a:off x="4402794"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46707D49-09D3-7E2A-4112-92EB98F04713}"/>
              </a:ext>
            </a:extLst>
          </p:cNvPr>
          <p:cNvSpPr>
            <a:spLocks noGrp="1"/>
          </p:cNvSpPr>
          <p:nvPr>
            <p:ph sz="half" idx="21"/>
          </p:nvPr>
        </p:nvSpPr>
        <p:spPr bwMode="ltGray">
          <a:xfrm>
            <a:off x="8018352"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EC1FE095-1FC2-2EBA-56C9-99D255475BE6}"/>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11586377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on Lt Purple">
    <p:bg>
      <p:bgPr>
        <a:solidFill>
          <a:schemeClr val="accent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627E39E-887E-F7BD-05D9-E63C92A5F37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5" name="Rectangle 4">
            <a:extLst>
              <a:ext uri="{FF2B5EF4-FFF2-40B4-BE49-F238E27FC236}">
                <a16:creationId xmlns:a16="http://schemas.microsoft.com/office/drawing/2014/main" id="{51D04206-384F-3335-8E56-80FA86D76127}"/>
              </a:ext>
            </a:extLst>
          </p:cNvPr>
          <p:cNvSpPr/>
          <p:nvPr userDrawn="1"/>
        </p:nvSpPr>
        <p:spPr>
          <a:xfrm>
            <a:off x="624348" y="1"/>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aphic 11">
            <a:extLst>
              <a:ext uri="{FF2B5EF4-FFF2-40B4-BE49-F238E27FC236}">
                <a16:creationId xmlns:a16="http://schemas.microsoft.com/office/drawing/2014/main" id="{DFCEA103-2BA6-4E0B-B138-7F7C90C25338}"/>
              </a:ext>
            </a:extLst>
          </p:cNvPr>
          <p:cNvGrpSpPr/>
          <p:nvPr userDrawn="1"/>
        </p:nvGrpSpPr>
        <p:grpSpPr>
          <a:xfrm rot="16200000">
            <a:off x="11384220" y="6170961"/>
            <a:ext cx="912230" cy="242400"/>
            <a:chOff x="11384220" y="6170961"/>
            <a:chExt cx="912230" cy="242400"/>
          </a:xfrm>
          <a:solidFill>
            <a:schemeClr val="bg1"/>
          </a:solidFill>
        </p:grpSpPr>
        <p:sp>
          <p:nvSpPr>
            <p:cNvPr id="33" name="Freeform: Shape 32">
              <a:extLst>
                <a:ext uri="{FF2B5EF4-FFF2-40B4-BE49-F238E27FC236}">
                  <a16:creationId xmlns:a16="http://schemas.microsoft.com/office/drawing/2014/main" id="{9F6A2A6F-EEFF-463D-BFA4-1D0418152A2D}"/>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6FD8DEE0-57EA-4A59-9DF9-F924AC7DCB98}"/>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0014A642-9127-4D21-9EE4-17051BAEDCF0}"/>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A1F0C59-EE67-4F87-83FB-13A93F87F411}"/>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511786CC-8040-4477-A871-ADE22F9B29C9}"/>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8E449A1-7C20-41CA-BE11-D636F62A9839}"/>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680FD0E3-F2A6-4243-BDAE-ACE818FCEFBD}"/>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A64D691E-23AB-4618-9323-3DC7D40A1E02}"/>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FEABC8CF-098E-442B-879A-BC7FE3375EF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78D1F85B-9929-423F-B414-C43E2E112629}"/>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03CDF06E-4F69-48FE-9843-E12AF6997D2A}"/>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4A1901CB-658C-4F36-811F-4FCFBBCE78D9}"/>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122D3737-E1F2-407C-9DB8-26AC64423CDC}"/>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664C6A77-AE22-4385-8AB0-DE3FBF08ACAD}"/>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0FE03CF2-CF56-4FA0-8969-F2FDE22967E0}"/>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E1E1D51F-A63E-4CCB-982A-50BE091F5FAA}"/>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31E4B643-7132-47F4-950F-7B6F450B5768}"/>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09DAC575-6ADD-4DE9-9550-514D0E4EF14B}"/>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26" name="Text Placeholder 2">
            <a:extLst>
              <a:ext uri="{FF2B5EF4-FFF2-40B4-BE49-F238E27FC236}">
                <a16:creationId xmlns:a16="http://schemas.microsoft.com/office/drawing/2014/main" id="{5F3110BE-105D-CC26-DDEB-7331AE1964BA}"/>
              </a:ext>
            </a:extLst>
          </p:cNvPr>
          <p:cNvSpPr>
            <a:spLocks noGrp="1"/>
          </p:cNvSpPr>
          <p:nvPr>
            <p:ph type="body" idx="16" hasCustomPrompt="1"/>
          </p:nvPr>
        </p:nvSpPr>
        <p:spPr>
          <a:xfrm>
            <a:off x="836612"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8" name="Content Placeholder 3">
            <a:extLst>
              <a:ext uri="{FF2B5EF4-FFF2-40B4-BE49-F238E27FC236}">
                <a16:creationId xmlns:a16="http://schemas.microsoft.com/office/drawing/2014/main" id="{B4654FB0-09A1-6719-CA4D-E46CD3C33B9D}"/>
              </a:ext>
            </a:extLst>
          </p:cNvPr>
          <p:cNvSpPr>
            <a:spLocks noGrp="1"/>
          </p:cNvSpPr>
          <p:nvPr>
            <p:ph sz="half" idx="2"/>
          </p:nvPr>
        </p:nvSpPr>
        <p:spPr bwMode="ltGray">
          <a:xfrm>
            <a:off x="839788"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Date Placeholder 6">
            <a:extLst>
              <a:ext uri="{FF2B5EF4-FFF2-40B4-BE49-F238E27FC236}">
                <a16:creationId xmlns:a16="http://schemas.microsoft.com/office/drawing/2014/main" id="{BC0ACF3E-B411-3A6B-87AB-035727C10BDA}"/>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65DF209C-A28E-4A04-8EE4-E2684080C509}" type="datetime1">
              <a:rPr lang="en-US" smtClean="0"/>
              <a:pPr/>
              <a:t>4/15/2024</a:t>
            </a:fld>
            <a:endParaRPr lang="en-US"/>
          </a:p>
        </p:txBody>
      </p:sp>
      <p:sp>
        <p:nvSpPr>
          <p:cNvPr id="30" name="Footer Placeholder 7">
            <a:extLst>
              <a:ext uri="{FF2B5EF4-FFF2-40B4-BE49-F238E27FC236}">
                <a16:creationId xmlns:a16="http://schemas.microsoft.com/office/drawing/2014/main" id="{B7ABC10F-1230-6D1F-8FB1-A5953EECE31F}"/>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a:p>
        </p:txBody>
      </p:sp>
      <p:sp>
        <p:nvSpPr>
          <p:cNvPr id="31" name="Slide Number Placeholder 8">
            <a:extLst>
              <a:ext uri="{FF2B5EF4-FFF2-40B4-BE49-F238E27FC236}">
                <a16:creationId xmlns:a16="http://schemas.microsoft.com/office/drawing/2014/main" id="{8513861D-1909-CDF7-1F11-AD2069C51FC6}"/>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52" name="Text Placeholder 2">
            <a:extLst>
              <a:ext uri="{FF2B5EF4-FFF2-40B4-BE49-F238E27FC236}">
                <a16:creationId xmlns:a16="http://schemas.microsoft.com/office/drawing/2014/main" id="{EB3D3630-FE0D-8337-ABFF-0DB657F09620}"/>
              </a:ext>
            </a:extLst>
          </p:cNvPr>
          <p:cNvSpPr>
            <a:spLocks noGrp="1"/>
          </p:cNvSpPr>
          <p:nvPr>
            <p:ph type="body" idx="17" hasCustomPrompt="1"/>
          </p:nvPr>
        </p:nvSpPr>
        <p:spPr>
          <a:xfrm>
            <a:off x="4420640"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5" name="Text Placeholder 2">
            <a:extLst>
              <a:ext uri="{FF2B5EF4-FFF2-40B4-BE49-F238E27FC236}">
                <a16:creationId xmlns:a16="http://schemas.microsoft.com/office/drawing/2014/main" id="{0B90BB25-0474-4262-7C7A-53E4D28AC452}"/>
              </a:ext>
            </a:extLst>
          </p:cNvPr>
          <p:cNvSpPr>
            <a:spLocks noGrp="1"/>
          </p:cNvSpPr>
          <p:nvPr>
            <p:ph type="body" idx="19" hasCustomPrompt="1"/>
          </p:nvPr>
        </p:nvSpPr>
        <p:spPr>
          <a:xfrm>
            <a:off x="8036199"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28E7A0A2-0E31-8725-90B3-D20101CAE128}"/>
              </a:ext>
            </a:extLst>
          </p:cNvPr>
          <p:cNvSpPr>
            <a:spLocks noGrp="1"/>
          </p:cNvSpPr>
          <p:nvPr>
            <p:ph sz="half" idx="20"/>
          </p:nvPr>
        </p:nvSpPr>
        <p:spPr bwMode="ltGray">
          <a:xfrm>
            <a:off x="4415092"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5435E167-979E-BCAD-653E-C1532BCA0880}"/>
              </a:ext>
            </a:extLst>
          </p:cNvPr>
          <p:cNvSpPr>
            <a:spLocks noGrp="1"/>
          </p:cNvSpPr>
          <p:nvPr>
            <p:ph sz="half" idx="21"/>
          </p:nvPr>
        </p:nvSpPr>
        <p:spPr bwMode="ltGray">
          <a:xfrm>
            <a:off x="8036116"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D1B250E5-1624-59FD-A02C-AB9B82EAC5FC}"/>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a:t>3-Column Comparison Layout</a:t>
            </a:r>
            <a:br>
              <a:rPr lang="en-US"/>
            </a:br>
            <a:r>
              <a:rPr lang="en-US"/>
              <a:t>Two Lines</a:t>
            </a:r>
          </a:p>
        </p:txBody>
      </p:sp>
    </p:spTree>
    <p:extLst>
      <p:ext uri="{BB962C8B-B14F-4D97-AF65-F5344CB8AC3E}">
        <p14:creationId xmlns:p14="http://schemas.microsoft.com/office/powerpoint/2010/main" val="556558282"/>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74ECEDFA-1992-0888-813F-86DAFA2DDDF5}"/>
              </a:ext>
            </a:extLst>
          </p:cNvPr>
          <p:cNvSpPr/>
          <p:nvPr userDrawn="1"/>
        </p:nvSpPr>
        <p:spPr>
          <a:xfrm>
            <a:off x="624348" y="426011"/>
            <a:ext cx="10943303" cy="5912563"/>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aphic 11">
            <a:extLst>
              <a:ext uri="{FF2B5EF4-FFF2-40B4-BE49-F238E27FC236}">
                <a16:creationId xmlns:a16="http://schemas.microsoft.com/office/drawing/2014/main" id="{3A343C29-3E88-04BA-B5B7-0882AB09F565}"/>
              </a:ext>
            </a:extLst>
          </p:cNvPr>
          <p:cNvGrpSpPr/>
          <p:nvPr userDrawn="1"/>
        </p:nvGrpSpPr>
        <p:grpSpPr>
          <a:xfrm rot="16200000">
            <a:off x="11384220" y="6170961"/>
            <a:ext cx="912230" cy="242400"/>
            <a:chOff x="11384220" y="6170961"/>
            <a:chExt cx="912230" cy="242400"/>
          </a:xfrm>
          <a:solidFill>
            <a:schemeClr val="bg1"/>
          </a:solidFill>
        </p:grpSpPr>
        <p:sp>
          <p:nvSpPr>
            <p:cNvPr id="34" name="Freeform: Shape 32">
              <a:extLst>
                <a:ext uri="{FF2B5EF4-FFF2-40B4-BE49-F238E27FC236}">
                  <a16:creationId xmlns:a16="http://schemas.microsoft.com/office/drawing/2014/main" id="{1737232B-B2FE-CB1C-0389-B0995BEA3F6E}"/>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35" name="Freeform: Shape 33">
              <a:extLst>
                <a:ext uri="{FF2B5EF4-FFF2-40B4-BE49-F238E27FC236}">
                  <a16:creationId xmlns:a16="http://schemas.microsoft.com/office/drawing/2014/main" id="{8882189B-2B72-8F33-FE01-09472D8CD09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36" name="Freeform: Shape 34">
              <a:extLst>
                <a:ext uri="{FF2B5EF4-FFF2-40B4-BE49-F238E27FC236}">
                  <a16:creationId xmlns:a16="http://schemas.microsoft.com/office/drawing/2014/main" id="{5489615C-1F22-A4A6-139A-3E4023915B5E}"/>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37" name="Freeform: Shape 35">
              <a:extLst>
                <a:ext uri="{FF2B5EF4-FFF2-40B4-BE49-F238E27FC236}">
                  <a16:creationId xmlns:a16="http://schemas.microsoft.com/office/drawing/2014/main" id="{7A732541-25B0-1D61-5D50-3272F0A72200}"/>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38" name="Freeform: Shape 36">
              <a:extLst>
                <a:ext uri="{FF2B5EF4-FFF2-40B4-BE49-F238E27FC236}">
                  <a16:creationId xmlns:a16="http://schemas.microsoft.com/office/drawing/2014/main" id="{2C0F794D-6F9A-1FEB-496F-A2FC90CCA615}"/>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39" name="Freeform: Shape 37">
              <a:extLst>
                <a:ext uri="{FF2B5EF4-FFF2-40B4-BE49-F238E27FC236}">
                  <a16:creationId xmlns:a16="http://schemas.microsoft.com/office/drawing/2014/main" id="{E61613AA-DDDC-C1A5-25F2-8B55922DE70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40" name="Freeform: Shape 38">
              <a:extLst>
                <a:ext uri="{FF2B5EF4-FFF2-40B4-BE49-F238E27FC236}">
                  <a16:creationId xmlns:a16="http://schemas.microsoft.com/office/drawing/2014/main" id="{B287282E-7C9A-744E-57FE-002319CF971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41" name="Freeform: Shape 39">
              <a:extLst>
                <a:ext uri="{FF2B5EF4-FFF2-40B4-BE49-F238E27FC236}">
                  <a16:creationId xmlns:a16="http://schemas.microsoft.com/office/drawing/2014/main" id="{F81F1CC9-CF1C-78CD-F48F-6270A1A1B8C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42" name="Freeform: Shape 40">
              <a:extLst>
                <a:ext uri="{FF2B5EF4-FFF2-40B4-BE49-F238E27FC236}">
                  <a16:creationId xmlns:a16="http://schemas.microsoft.com/office/drawing/2014/main" id="{3B41525D-FE2E-C52B-D794-E58928C1E1F9}"/>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43" name="Freeform: Shape 41">
              <a:extLst>
                <a:ext uri="{FF2B5EF4-FFF2-40B4-BE49-F238E27FC236}">
                  <a16:creationId xmlns:a16="http://schemas.microsoft.com/office/drawing/2014/main" id="{843EA020-907D-9236-3CF1-A8BFB7EAF94A}"/>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44" name="Freeform: Shape 42">
              <a:extLst>
                <a:ext uri="{FF2B5EF4-FFF2-40B4-BE49-F238E27FC236}">
                  <a16:creationId xmlns:a16="http://schemas.microsoft.com/office/drawing/2014/main" id="{4F0C2B75-1631-CE6C-6325-4C159AFA5F76}"/>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45" name="Freeform: Shape 43">
              <a:extLst>
                <a:ext uri="{FF2B5EF4-FFF2-40B4-BE49-F238E27FC236}">
                  <a16:creationId xmlns:a16="http://schemas.microsoft.com/office/drawing/2014/main" id="{22FAEA00-5F8E-912D-1D98-BD8D5835E08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46" name="Freeform: Shape 44">
              <a:extLst>
                <a:ext uri="{FF2B5EF4-FFF2-40B4-BE49-F238E27FC236}">
                  <a16:creationId xmlns:a16="http://schemas.microsoft.com/office/drawing/2014/main" id="{BD50FAFF-975A-B4C4-BD48-E45E419619AC}"/>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47" name="Freeform: Shape 45">
              <a:extLst>
                <a:ext uri="{FF2B5EF4-FFF2-40B4-BE49-F238E27FC236}">
                  <a16:creationId xmlns:a16="http://schemas.microsoft.com/office/drawing/2014/main" id="{603C50A9-F859-291D-FB38-868B43A4B7C0}"/>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48" name="Freeform: Shape 46">
              <a:extLst>
                <a:ext uri="{FF2B5EF4-FFF2-40B4-BE49-F238E27FC236}">
                  <a16:creationId xmlns:a16="http://schemas.microsoft.com/office/drawing/2014/main" id="{ED84C083-107A-D235-AB9B-07BD6143A453}"/>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49" name="Freeform: Shape 47">
              <a:extLst>
                <a:ext uri="{FF2B5EF4-FFF2-40B4-BE49-F238E27FC236}">
                  <a16:creationId xmlns:a16="http://schemas.microsoft.com/office/drawing/2014/main" id="{D11429C5-45D2-6832-C3A8-B6075B7DF0A7}"/>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50" name="Freeform: Shape 48">
              <a:extLst>
                <a:ext uri="{FF2B5EF4-FFF2-40B4-BE49-F238E27FC236}">
                  <a16:creationId xmlns:a16="http://schemas.microsoft.com/office/drawing/2014/main" id="{F5DE87FD-D27D-3335-5F42-19AA9CE94CF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51" name="Freeform: Shape 49">
              <a:extLst>
                <a:ext uri="{FF2B5EF4-FFF2-40B4-BE49-F238E27FC236}">
                  <a16:creationId xmlns:a16="http://schemas.microsoft.com/office/drawing/2014/main" id="{22B657E2-59E6-936A-4DAA-3AB48E1E94D3}"/>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52" name="Text Placeholder 2">
            <a:extLst>
              <a:ext uri="{FF2B5EF4-FFF2-40B4-BE49-F238E27FC236}">
                <a16:creationId xmlns:a16="http://schemas.microsoft.com/office/drawing/2014/main" id="{B394BBA9-9E02-6E45-406C-8A87DBF49EB9}"/>
              </a:ext>
            </a:extLst>
          </p:cNvPr>
          <p:cNvSpPr>
            <a:spLocks noGrp="1"/>
          </p:cNvSpPr>
          <p:nvPr>
            <p:ph type="body" idx="16" hasCustomPrompt="1"/>
          </p:nvPr>
        </p:nvSpPr>
        <p:spPr>
          <a:xfrm>
            <a:off x="836612"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5" name="Date Placeholder 6">
            <a:extLst>
              <a:ext uri="{FF2B5EF4-FFF2-40B4-BE49-F238E27FC236}">
                <a16:creationId xmlns:a16="http://schemas.microsoft.com/office/drawing/2014/main" id="{AFDA17CB-EE3D-327A-119B-6B0258297CCB}"/>
              </a:ext>
            </a:extLst>
          </p:cNvPr>
          <p:cNvSpPr>
            <a:spLocks noGrp="1"/>
          </p:cNvSpPr>
          <p:nvPr>
            <p:ph type="dt" sz="half" idx="10"/>
          </p:nvPr>
        </p:nvSpPr>
        <p:spPr>
          <a:xfrm>
            <a:off x="10602762" y="6382494"/>
            <a:ext cx="692767" cy="365125"/>
          </a:xfrm>
        </p:spPr>
        <p:txBody>
          <a:bodyPr/>
          <a:lstStyle/>
          <a:p>
            <a:fld id="{65DF209C-A28E-4A04-8EE4-E2684080C509}" type="datetime1">
              <a:rPr lang="en-US" smtClean="0"/>
              <a:t>4/15/2024</a:t>
            </a:fld>
            <a:endParaRPr lang="en-US"/>
          </a:p>
        </p:txBody>
      </p:sp>
      <p:sp>
        <p:nvSpPr>
          <p:cNvPr id="56" name="Footer Placeholder 7">
            <a:extLst>
              <a:ext uri="{FF2B5EF4-FFF2-40B4-BE49-F238E27FC236}">
                <a16:creationId xmlns:a16="http://schemas.microsoft.com/office/drawing/2014/main" id="{E27D7A34-902E-7AB9-EC17-2EE3643E7264}"/>
              </a:ext>
            </a:extLst>
          </p:cNvPr>
          <p:cNvSpPr>
            <a:spLocks noGrp="1"/>
          </p:cNvSpPr>
          <p:nvPr>
            <p:ph type="ftr" sz="quarter" idx="11"/>
          </p:nvPr>
        </p:nvSpPr>
        <p:spPr>
          <a:xfrm>
            <a:off x="342900" y="6394105"/>
            <a:ext cx="10259861" cy="365125"/>
          </a:xfrm>
        </p:spPr>
        <p:txBody>
          <a:bodyPr/>
          <a:lstStyle/>
          <a:p>
            <a:endParaRPr lang="en-US"/>
          </a:p>
        </p:txBody>
      </p:sp>
      <p:sp>
        <p:nvSpPr>
          <p:cNvPr id="57" name="Slide Number Placeholder 8">
            <a:extLst>
              <a:ext uri="{FF2B5EF4-FFF2-40B4-BE49-F238E27FC236}">
                <a16:creationId xmlns:a16="http://schemas.microsoft.com/office/drawing/2014/main" id="{3F40C638-2B10-D4C5-D97D-7F47A8EEFE6C}"/>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59" name="Text Placeholder 2">
            <a:extLst>
              <a:ext uri="{FF2B5EF4-FFF2-40B4-BE49-F238E27FC236}">
                <a16:creationId xmlns:a16="http://schemas.microsoft.com/office/drawing/2014/main" id="{411EF4D5-9EDE-B027-CC6F-0356FBF5C7A3}"/>
              </a:ext>
            </a:extLst>
          </p:cNvPr>
          <p:cNvSpPr>
            <a:spLocks noGrp="1"/>
          </p:cNvSpPr>
          <p:nvPr>
            <p:ph type="body" idx="17" hasCustomPrompt="1"/>
          </p:nvPr>
        </p:nvSpPr>
        <p:spPr>
          <a:xfrm>
            <a:off x="4420640"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2" name="Text Placeholder 2">
            <a:extLst>
              <a:ext uri="{FF2B5EF4-FFF2-40B4-BE49-F238E27FC236}">
                <a16:creationId xmlns:a16="http://schemas.microsoft.com/office/drawing/2014/main" id="{91D7EA73-48FB-3B84-6A9B-CB23A88B0D32}"/>
              </a:ext>
            </a:extLst>
          </p:cNvPr>
          <p:cNvSpPr>
            <a:spLocks noGrp="1"/>
          </p:cNvSpPr>
          <p:nvPr>
            <p:ph type="body" idx="19" hasCustomPrompt="1"/>
          </p:nvPr>
        </p:nvSpPr>
        <p:spPr>
          <a:xfrm>
            <a:off x="8036199"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3F0FC42-22F5-977D-7CAE-2B9E0D2375CA}"/>
              </a:ext>
            </a:extLst>
          </p:cNvPr>
          <p:cNvSpPr>
            <a:spLocks noGrp="1"/>
          </p:cNvSpPr>
          <p:nvPr>
            <p:ph sz="half" idx="2"/>
          </p:nvPr>
        </p:nvSpPr>
        <p:spPr bwMode="ltGray">
          <a:xfrm>
            <a:off x="839788"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A391619A-E02C-762F-EC42-2B9BC4F92334}"/>
              </a:ext>
            </a:extLst>
          </p:cNvPr>
          <p:cNvSpPr>
            <a:spLocks noGrp="1"/>
          </p:cNvSpPr>
          <p:nvPr>
            <p:ph sz="half" idx="20"/>
          </p:nvPr>
        </p:nvSpPr>
        <p:spPr bwMode="ltGray">
          <a:xfrm>
            <a:off x="4415092"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B9A5A8-7F77-8233-C0A5-FBDDF05FB48A}"/>
              </a:ext>
            </a:extLst>
          </p:cNvPr>
          <p:cNvSpPr>
            <a:spLocks noGrp="1"/>
          </p:cNvSpPr>
          <p:nvPr>
            <p:ph sz="half" idx="21"/>
          </p:nvPr>
        </p:nvSpPr>
        <p:spPr bwMode="ltGray">
          <a:xfrm>
            <a:off x="8036116"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1">
            <a:extLst>
              <a:ext uri="{FF2B5EF4-FFF2-40B4-BE49-F238E27FC236}">
                <a16:creationId xmlns:a16="http://schemas.microsoft.com/office/drawing/2014/main" id="{46A8E62E-89F2-EC42-6BAD-F147C0078E59}"/>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a:t>3-Column Comparison Layout</a:t>
            </a:r>
            <a:br>
              <a:rPr lang="en-US"/>
            </a:br>
            <a:r>
              <a:rPr lang="en-US"/>
              <a:t>Two Lines</a:t>
            </a:r>
          </a:p>
        </p:txBody>
      </p:sp>
    </p:spTree>
    <p:extLst>
      <p:ext uri="{BB962C8B-B14F-4D97-AF65-F5344CB8AC3E}">
        <p14:creationId xmlns:p14="http://schemas.microsoft.com/office/powerpoint/2010/main" val="2227315438"/>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65DF209C-A28E-4A04-8EE4-E2684080C509}" type="datetime1">
              <a:rPr lang="en-US" smtClean="0"/>
              <a:t>4/15/2024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4" name="Graphic 11">
            <a:extLst>
              <a:ext uri="{FF2B5EF4-FFF2-40B4-BE49-F238E27FC236}">
                <a16:creationId xmlns:a16="http://schemas.microsoft.com/office/drawing/2014/main" id="{E734450A-E639-4566-9F53-B91CF6F0FA16}"/>
              </a:ext>
            </a:extLst>
          </p:cNvPr>
          <p:cNvGrpSpPr/>
          <p:nvPr userDrawn="1"/>
        </p:nvGrpSpPr>
        <p:grpSpPr>
          <a:xfrm rot="16200000">
            <a:off x="11384220" y="6170961"/>
            <a:ext cx="912230" cy="242400"/>
            <a:chOff x="11384220" y="6170961"/>
            <a:chExt cx="912230" cy="242400"/>
          </a:xfrm>
          <a:solidFill>
            <a:schemeClr val="tx1"/>
          </a:solidFill>
        </p:grpSpPr>
        <p:sp>
          <p:nvSpPr>
            <p:cNvPr id="15" name="Freeform: Shape 14">
              <a:extLst>
                <a:ext uri="{FF2B5EF4-FFF2-40B4-BE49-F238E27FC236}">
                  <a16:creationId xmlns:a16="http://schemas.microsoft.com/office/drawing/2014/main" id="{EDFEB29C-B09F-40AE-AC36-5E7F5F8CBFA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BBDA7F9F-C18E-48E8-B2F6-2D6CACE8804B}"/>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F0977B1F-105E-46F3-928E-37A18C8280B9}"/>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C4801DE-C7FB-4918-B741-43F0F50A9D38}"/>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DD65476E-58E1-496E-8BA5-E06618D806BA}"/>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4A420B6E-3BEE-4889-A93D-063D45C7235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8640DDE0-8B3D-425B-99F2-82714E1B59E0}"/>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8C2E6409-1210-477C-A6FD-A82437EB49C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7994FA0-51C4-4F29-9643-7E5DD192D3CB}"/>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EFC84B2-F789-4F5C-8CEA-7F4E53AF3F3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573A645-1D1A-477E-B19E-629853E8DF16}"/>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15E9AEA-3C62-4FB2-A648-B9189168BEA9}"/>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46A4CF7-0639-4F0D-9A0D-1E9E8566FEB3}"/>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15D68DCA-9592-4BCA-BC05-37E99EC7C867}"/>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45FA4983-DB27-4130-A5AA-CC0E13DA0F17}"/>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7E125BB-CF6D-4B8A-810C-6798718C09F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C9F9BD7-0EB0-4AC2-8113-F7CB907A9470}"/>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8C85652-692F-4060-AD1C-65CD00C15F0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3" name="Text Placeholder 2">
            <a:extLst>
              <a:ext uri="{FF2B5EF4-FFF2-40B4-BE49-F238E27FC236}">
                <a16:creationId xmlns:a16="http://schemas.microsoft.com/office/drawing/2014/main" id="{57AE3F3B-ED01-81B9-987D-DF2D8D987775}"/>
              </a:ext>
            </a:extLst>
          </p:cNvPr>
          <p:cNvSpPr>
            <a:spLocks noGrp="1"/>
          </p:cNvSpPr>
          <p:nvPr>
            <p:ph type="body" idx="16" hasCustomPrompt="1"/>
          </p:nvPr>
        </p:nvSpPr>
        <p:spPr>
          <a:xfrm>
            <a:off x="836612"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6" name="Text Placeholder 2">
            <a:extLst>
              <a:ext uri="{FF2B5EF4-FFF2-40B4-BE49-F238E27FC236}">
                <a16:creationId xmlns:a16="http://schemas.microsoft.com/office/drawing/2014/main" id="{ADC0BF52-4389-128A-B9AD-17207C4ACA4A}"/>
              </a:ext>
            </a:extLst>
          </p:cNvPr>
          <p:cNvSpPr>
            <a:spLocks noGrp="1"/>
          </p:cNvSpPr>
          <p:nvPr>
            <p:ph type="body" idx="17" hasCustomPrompt="1"/>
          </p:nvPr>
        </p:nvSpPr>
        <p:spPr>
          <a:xfrm>
            <a:off x="4420640"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Text Placeholder 2">
            <a:extLst>
              <a:ext uri="{FF2B5EF4-FFF2-40B4-BE49-F238E27FC236}">
                <a16:creationId xmlns:a16="http://schemas.microsoft.com/office/drawing/2014/main" id="{161770FA-79AA-C403-6AB6-76D1EA0225F9}"/>
              </a:ext>
            </a:extLst>
          </p:cNvPr>
          <p:cNvSpPr>
            <a:spLocks noGrp="1"/>
          </p:cNvSpPr>
          <p:nvPr>
            <p:ph type="body" idx="19" hasCustomPrompt="1"/>
          </p:nvPr>
        </p:nvSpPr>
        <p:spPr>
          <a:xfrm>
            <a:off x="8036199"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a:extLst>
              <a:ext uri="{FF2B5EF4-FFF2-40B4-BE49-F238E27FC236}">
                <a16:creationId xmlns:a16="http://schemas.microsoft.com/office/drawing/2014/main" id="{3881196E-6896-D896-E421-1DB5E65A1944}"/>
              </a:ext>
            </a:extLst>
          </p:cNvPr>
          <p:cNvSpPr>
            <a:spLocks noGrp="1"/>
          </p:cNvSpPr>
          <p:nvPr>
            <p:ph type="title" hasCustomPrompt="1"/>
          </p:nvPr>
        </p:nvSpPr>
        <p:spPr>
          <a:xfrm>
            <a:off x="839788" y="519426"/>
            <a:ext cx="10515600" cy="1325563"/>
          </a:xfrm>
        </p:spPr>
        <p:txBody>
          <a:bodyPr anchor="ctr"/>
          <a:lstStyle>
            <a:lvl1pPr algn="ctr">
              <a:defRPr>
                <a:solidFill>
                  <a:schemeClr val="accent1"/>
                </a:solidFill>
              </a:defRPr>
            </a:lvl1pPr>
          </a:lstStyle>
          <a:p>
            <a:r>
              <a:rPr lang="en-US"/>
              <a:t>3-Column Comparison Layout</a:t>
            </a:r>
          </a:p>
        </p:txBody>
      </p:sp>
      <p:sp>
        <p:nvSpPr>
          <p:cNvPr id="3" name="Content Placeholder 3">
            <a:extLst>
              <a:ext uri="{FF2B5EF4-FFF2-40B4-BE49-F238E27FC236}">
                <a16:creationId xmlns:a16="http://schemas.microsoft.com/office/drawing/2014/main" id="{180BF7BC-FF91-7EC7-06B5-9C0313F347ED}"/>
              </a:ext>
            </a:extLst>
          </p:cNvPr>
          <p:cNvSpPr>
            <a:spLocks noGrp="1"/>
          </p:cNvSpPr>
          <p:nvPr>
            <p:ph sz="half" idx="2"/>
          </p:nvPr>
        </p:nvSpPr>
        <p:spPr bwMode="ltGray">
          <a:xfrm>
            <a:off x="839788"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24146B6C-13E9-ED4A-07F2-7BCAFBECE6D8}"/>
              </a:ext>
            </a:extLst>
          </p:cNvPr>
          <p:cNvSpPr>
            <a:spLocks noGrp="1"/>
          </p:cNvSpPr>
          <p:nvPr>
            <p:ph sz="half" idx="20"/>
          </p:nvPr>
        </p:nvSpPr>
        <p:spPr bwMode="ltGray">
          <a:xfrm>
            <a:off x="4413305"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5FD95544-D4E5-3345-5344-FCDE956285B9}"/>
              </a:ext>
            </a:extLst>
          </p:cNvPr>
          <p:cNvSpPr>
            <a:spLocks noGrp="1"/>
          </p:cNvSpPr>
          <p:nvPr>
            <p:ph sz="half" idx="21"/>
          </p:nvPr>
        </p:nvSpPr>
        <p:spPr bwMode="ltGray">
          <a:xfrm>
            <a:off x="8018353"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7DBE3043-53D9-6E34-E7A0-B6D79142952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393744310"/>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Column Comparison">
    <p:bg>
      <p:bgPr>
        <a:solidFill>
          <a:schemeClr val="accent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4885AF-BB1C-42AE-980E-A6A8666DFFF4}"/>
              </a:ext>
            </a:extLst>
          </p:cNvPr>
          <p:cNvSpPr>
            <a:spLocks noGrp="1"/>
          </p:cNvSpPr>
          <p:nvPr>
            <p:ph type="body" idx="1" hasCustomPrompt="1"/>
          </p:nvPr>
        </p:nvSpPr>
        <p:spPr>
          <a:xfrm>
            <a:off x="840549"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8405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F42A1D7-A338-4172-9754-D548D9A1ED9E}"/>
              </a:ext>
            </a:extLst>
          </p:cNvPr>
          <p:cNvSpPr>
            <a:spLocks noGrp="1"/>
          </p:cNvSpPr>
          <p:nvPr>
            <p:ph type="body" sz="quarter" idx="3" hasCustomPrompt="1"/>
          </p:nvPr>
        </p:nvSpPr>
        <p:spPr>
          <a:xfrm>
            <a:off x="9018674" y="1964459"/>
            <a:ext cx="2336714"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0355B995-37A7-4C4D-BD8D-0D0D00DC0F80}" type="datetime1">
              <a:rPr lang="en-US" smtClean="0"/>
              <a:t>4/15/2024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0" name="Text Placeholder 2">
            <a:extLst>
              <a:ext uri="{FF2B5EF4-FFF2-40B4-BE49-F238E27FC236}">
                <a16:creationId xmlns:a16="http://schemas.microsoft.com/office/drawing/2014/main" id="{787F805C-3964-4B8F-834B-EF5EA597DB41}"/>
              </a:ext>
            </a:extLst>
          </p:cNvPr>
          <p:cNvSpPr>
            <a:spLocks noGrp="1"/>
          </p:cNvSpPr>
          <p:nvPr>
            <p:ph type="body" idx="13" hasCustomPrompt="1"/>
          </p:nvPr>
        </p:nvSpPr>
        <p:spPr>
          <a:xfrm>
            <a:off x="3580481"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12" name="Text Placeholder 2">
            <a:extLst>
              <a:ext uri="{FF2B5EF4-FFF2-40B4-BE49-F238E27FC236}">
                <a16:creationId xmlns:a16="http://schemas.microsoft.com/office/drawing/2014/main" id="{7E0E453B-744C-4022-A182-92AE52648EEB}"/>
              </a:ext>
            </a:extLst>
          </p:cNvPr>
          <p:cNvSpPr>
            <a:spLocks noGrp="1"/>
          </p:cNvSpPr>
          <p:nvPr>
            <p:ph type="body" idx="15" hasCustomPrompt="1"/>
          </p:nvPr>
        </p:nvSpPr>
        <p:spPr>
          <a:xfrm>
            <a:off x="6299577"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2" name="Title 1">
            <a:extLst>
              <a:ext uri="{FF2B5EF4-FFF2-40B4-BE49-F238E27FC236}">
                <a16:creationId xmlns:a16="http://schemas.microsoft.com/office/drawing/2014/main" id="{48A3D0B4-0E1D-48EE-D741-DDDFC20B4E9A}"/>
              </a:ext>
            </a:extLst>
          </p:cNvPr>
          <p:cNvSpPr>
            <a:spLocks noGrp="1"/>
          </p:cNvSpPr>
          <p:nvPr>
            <p:ph type="title" hasCustomPrompt="1"/>
          </p:nvPr>
        </p:nvSpPr>
        <p:spPr>
          <a:xfrm>
            <a:off x="839788" y="519426"/>
            <a:ext cx="10515600" cy="1325563"/>
          </a:xfrm>
        </p:spPr>
        <p:txBody>
          <a:bodyPr anchor="ctr"/>
          <a:lstStyle>
            <a:lvl1pPr algn="ctr">
              <a:defRPr>
                <a:solidFill>
                  <a:schemeClr val="tx1"/>
                </a:solidFill>
              </a:defRPr>
            </a:lvl1pPr>
          </a:lstStyle>
          <a:p>
            <a:r>
              <a:rPr lang="en-US"/>
              <a:t>4-Column Comparison Layout</a:t>
            </a:r>
          </a:p>
        </p:txBody>
      </p:sp>
      <p:sp>
        <p:nvSpPr>
          <p:cNvPr id="6" name="Content Placeholder 3">
            <a:extLst>
              <a:ext uri="{FF2B5EF4-FFF2-40B4-BE49-F238E27FC236}">
                <a16:creationId xmlns:a16="http://schemas.microsoft.com/office/drawing/2014/main" id="{9FA658AE-C95C-3012-AB00-586E1A342E96}"/>
              </a:ext>
            </a:extLst>
          </p:cNvPr>
          <p:cNvSpPr>
            <a:spLocks noGrp="1"/>
          </p:cNvSpPr>
          <p:nvPr>
            <p:ph sz="half" idx="16"/>
          </p:nvPr>
        </p:nvSpPr>
        <p:spPr bwMode="ltGray">
          <a:xfrm>
            <a:off x="35710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F726C1A4-880B-1DB7-6135-7954DE51CC53}"/>
              </a:ext>
            </a:extLst>
          </p:cNvPr>
          <p:cNvSpPr>
            <a:spLocks noGrp="1"/>
          </p:cNvSpPr>
          <p:nvPr>
            <p:ph sz="half" idx="17"/>
          </p:nvPr>
        </p:nvSpPr>
        <p:spPr bwMode="ltGray">
          <a:xfrm>
            <a:off x="62761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F5374405-BCA9-D702-AA85-CD7FDD74888B}"/>
              </a:ext>
            </a:extLst>
          </p:cNvPr>
          <p:cNvSpPr>
            <a:spLocks noGrp="1"/>
          </p:cNvSpPr>
          <p:nvPr>
            <p:ph sz="half" idx="18"/>
          </p:nvPr>
        </p:nvSpPr>
        <p:spPr bwMode="ltGray">
          <a:xfrm>
            <a:off x="90066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5" name="Picture 14">
            <a:extLst>
              <a:ext uri="{FF2B5EF4-FFF2-40B4-BE49-F238E27FC236}">
                <a16:creationId xmlns:a16="http://schemas.microsoft.com/office/drawing/2014/main" id="{7014A6B1-0ED7-F837-5180-BB080B5FFC44}"/>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26435133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on Lt Purple">
    <p:bg>
      <p:bgPr>
        <a:solidFill>
          <a:schemeClr val="accent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A67D11B-5274-3A11-B0F8-D02810EE082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50" name="Rectangle 49">
            <a:extLst>
              <a:ext uri="{FF2B5EF4-FFF2-40B4-BE49-F238E27FC236}">
                <a16:creationId xmlns:a16="http://schemas.microsoft.com/office/drawing/2014/main" id="{970F0625-8C68-9B76-E720-A3996B2DDD75}"/>
              </a:ext>
            </a:extLst>
          </p:cNvPr>
          <p:cNvSpPr/>
          <p:nvPr userDrawn="1"/>
        </p:nvSpPr>
        <p:spPr>
          <a:xfrm>
            <a:off x="624348" y="1"/>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lvl1pPr>
              <a:defRPr>
                <a:solidFill>
                  <a:schemeClr val="bg1"/>
                </a:solidFill>
              </a:defRPr>
            </a:lvl1pPr>
          </a:lstStyle>
          <a:p>
            <a:fld id="{0355B995-37A7-4C4D-BD8D-0D0D00DC0F80}" type="datetime1">
              <a:rPr lang="en-US" smtClean="0"/>
              <a:pPr/>
              <a:t>4/15/2024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17" name="Graphic 11">
            <a:extLst>
              <a:ext uri="{FF2B5EF4-FFF2-40B4-BE49-F238E27FC236}">
                <a16:creationId xmlns:a16="http://schemas.microsoft.com/office/drawing/2014/main" id="{DD5ADC45-6806-49F5-B98E-3CBBD1C786F5}"/>
              </a:ext>
            </a:extLst>
          </p:cNvPr>
          <p:cNvGrpSpPr/>
          <p:nvPr userDrawn="1"/>
        </p:nvGrpSpPr>
        <p:grpSpPr>
          <a:xfrm rot="16200000">
            <a:off x="11384220" y="6170961"/>
            <a:ext cx="912230" cy="242400"/>
            <a:chOff x="11384220" y="6170961"/>
            <a:chExt cx="912230" cy="242400"/>
          </a:xfrm>
          <a:solidFill>
            <a:schemeClr val="bg1"/>
          </a:solidFill>
        </p:grpSpPr>
        <p:sp>
          <p:nvSpPr>
            <p:cNvPr id="18" name="Freeform: Shape 17">
              <a:extLst>
                <a:ext uri="{FF2B5EF4-FFF2-40B4-BE49-F238E27FC236}">
                  <a16:creationId xmlns:a16="http://schemas.microsoft.com/office/drawing/2014/main" id="{F8927C8D-1B0B-4CD4-9984-EB5107753A2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solidFill>
                  <a:schemeClr val="bg1"/>
                </a:solidFill>
              </a:endParaRPr>
            </a:p>
          </p:txBody>
        </p:sp>
        <p:sp>
          <p:nvSpPr>
            <p:cNvPr id="19" name="Freeform: Shape 18">
              <a:extLst>
                <a:ext uri="{FF2B5EF4-FFF2-40B4-BE49-F238E27FC236}">
                  <a16:creationId xmlns:a16="http://schemas.microsoft.com/office/drawing/2014/main" id="{C0416082-3FEE-4250-8254-696D27CE860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solidFill>
                  <a:schemeClr val="bg1"/>
                </a:solidFill>
              </a:endParaRPr>
            </a:p>
          </p:txBody>
        </p:sp>
        <p:sp>
          <p:nvSpPr>
            <p:cNvPr id="20" name="Freeform: Shape 19">
              <a:extLst>
                <a:ext uri="{FF2B5EF4-FFF2-40B4-BE49-F238E27FC236}">
                  <a16:creationId xmlns:a16="http://schemas.microsoft.com/office/drawing/2014/main" id="{A44383A2-4EB0-4756-B12A-516C7E98B32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solidFill>
                  <a:schemeClr val="bg1"/>
                </a:solidFill>
              </a:endParaRPr>
            </a:p>
          </p:txBody>
        </p:sp>
        <p:sp>
          <p:nvSpPr>
            <p:cNvPr id="21" name="Freeform: Shape 20">
              <a:extLst>
                <a:ext uri="{FF2B5EF4-FFF2-40B4-BE49-F238E27FC236}">
                  <a16:creationId xmlns:a16="http://schemas.microsoft.com/office/drawing/2014/main" id="{896E8D16-CCCE-4C1F-85C7-87D5195F6A1B}"/>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solidFill>
                  <a:schemeClr val="bg1"/>
                </a:solidFill>
              </a:endParaRPr>
            </a:p>
          </p:txBody>
        </p:sp>
        <p:sp>
          <p:nvSpPr>
            <p:cNvPr id="22" name="Freeform: Shape 21">
              <a:extLst>
                <a:ext uri="{FF2B5EF4-FFF2-40B4-BE49-F238E27FC236}">
                  <a16:creationId xmlns:a16="http://schemas.microsoft.com/office/drawing/2014/main" id="{6A300DCE-69B5-419C-8B4E-03D1E1C1DC18}"/>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solidFill>
                  <a:schemeClr val="bg1"/>
                </a:solidFill>
              </a:endParaRPr>
            </a:p>
          </p:txBody>
        </p:sp>
        <p:sp>
          <p:nvSpPr>
            <p:cNvPr id="23" name="Freeform: Shape 22">
              <a:extLst>
                <a:ext uri="{FF2B5EF4-FFF2-40B4-BE49-F238E27FC236}">
                  <a16:creationId xmlns:a16="http://schemas.microsoft.com/office/drawing/2014/main" id="{3DB92BAF-E366-40DB-90CE-72D16DA6038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solidFill>
                  <a:schemeClr val="bg1"/>
                </a:solidFill>
              </a:endParaRPr>
            </a:p>
          </p:txBody>
        </p:sp>
        <p:sp>
          <p:nvSpPr>
            <p:cNvPr id="24" name="Freeform: Shape 23">
              <a:extLst>
                <a:ext uri="{FF2B5EF4-FFF2-40B4-BE49-F238E27FC236}">
                  <a16:creationId xmlns:a16="http://schemas.microsoft.com/office/drawing/2014/main" id="{DA2735A5-8CC5-4AC3-B398-D64441A07178}"/>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solidFill>
                  <a:schemeClr val="bg1"/>
                </a:solidFill>
              </a:endParaRPr>
            </a:p>
          </p:txBody>
        </p:sp>
        <p:sp>
          <p:nvSpPr>
            <p:cNvPr id="25" name="Freeform: Shape 24">
              <a:extLst>
                <a:ext uri="{FF2B5EF4-FFF2-40B4-BE49-F238E27FC236}">
                  <a16:creationId xmlns:a16="http://schemas.microsoft.com/office/drawing/2014/main" id="{E13C4780-3EB1-458D-87CB-964F829B0554}"/>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solidFill>
                  <a:schemeClr val="bg1"/>
                </a:solidFill>
              </a:endParaRPr>
            </a:p>
          </p:txBody>
        </p:sp>
        <p:sp>
          <p:nvSpPr>
            <p:cNvPr id="26" name="Freeform: Shape 25">
              <a:extLst>
                <a:ext uri="{FF2B5EF4-FFF2-40B4-BE49-F238E27FC236}">
                  <a16:creationId xmlns:a16="http://schemas.microsoft.com/office/drawing/2014/main" id="{D68128B0-8885-4890-9C12-DA02DB771109}"/>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solidFill>
                  <a:schemeClr val="bg1"/>
                </a:solidFill>
              </a:endParaRPr>
            </a:p>
          </p:txBody>
        </p:sp>
        <p:sp>
          <p:nvSpPr>
            <p:cNvPr id="27" name="Freeform: Shape 26">
              <a:extLst>
                <a:ext uri="{FF2B5EF4-FFF2-40B4-BE49-F238E27FC236}">
                  <a16:creationId xmlns:a16="http://schemas.microsoft.com/office/drawing/2014/main" id="{C1F190C0-4B64-4444-831B-1A6D8A625414}"/>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solidFill>
                  <a:schemeClr val="bg1"/>
                </a:solidFill>
              </a:endParaRPr>
            </a:p>
          </p:txBody>
        </p:sp>
        <p:sp>
          <p:nvSpPr>
            <p:cNvPr id="28" name="Freeform: Shape 27">
              <a:extLst>
                <a:ext uri="{FF2B5EF4-FFF2-40B4-BE49-F238E27FC236}">
                  <a16:creationId xmlns:a16="http://schemas.microsoft.com/office/drawing/2014/main" id="{344EBB92-718F-49C4-8A32-FD8EA548538F}"/>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solidFill>
                  <a:schemeClr val="bg1"/>
                </a:solidFill>
              </a:endParaRPr>
            </a:p>
          </p:txBody>
        </p:sp>
        <p:sp>
          <p:nvSpPr>
            <p:cNvPr id="29" name="Freeform: Shape 28">
              <a:extLst>
                <a:ext uri="{FF2B5EF4-FFF2-40B4-BE49-F238E27FC236}">
                  <a16:creationId xmlns:a16="http://schemas.microsoft.com/office/drawing/2014/main" id="{4CA1C400-8BB1-41B3-9FD9-609543D071A8}"/>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solidFill>
                  <a:schemeClr val="bg1"/>
                </a:solidFill>
              </a:endParaRPr>
            </a:p>
          </p:txBody>
        </p:sp>
        <p:sp>
          <p:nvSpPr>
            <p:cNvPr id="30" name="Freeform: Shape 29">
              <a:extLst>
                <a:ext uri="{FF2B5EF4-FFF2-40B4-BE49-F238E27FC236}">
                  <a16:creationId xmlns:a16="http://schemas.microsoft.com/office/drawing/2014/main" id="{88B0D6C7-C1FB-4BE6-A256-CEB6522D175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solidFill>
                  <a:schemeClr val="bg1"/>
                </a:solidFill>
              </a:endParaRPr>
            </a:p>
          </p:txBody>
        </p:sp>
        <p:sp>
          <p:nvSpPr>
            <p:cNvPr id="31" name="Freeform: Shape 30">
              <a:extLst>
                <a:ext uri="{FF2B5EF4-FFF2-40B4-BE49-F238E27FC236}">
                  <a16:creationId xmlns:a16="http://schemas.microsoft.com/office/drawing/2014/main" id="{19E3A840-0842-4E25-8503-E3A9F9809F74}"/>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solidFill>
                  <a:schemeClr val="bg1"/>
                </a:solidFill>
              </a:endParaRPr>
            </a:p>
          </p:txBody>
        </p:sp>
        <p:sp>
          <p:nvSpPr>
            <p:cNvPr id="32" name="Freeform: Shape 31">
              <a:extLst>
                <a:ext uri="{FF2B5EF4-FFF2-40B4-BE49-F238E27FC236}">
                  <a16:creationId xmlns:a16="http://schemas.microsoft.com/office/drawing/2014/main" id="{12BFB110-0A31-4424-8B0A-0AC550391B5F}"/>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solidFill>
                  <a:schemeClr val="bg1"/>
                </a:solidFill>
              </a:endParaRPr>
            </a:p>
          </p:txBody>
        </p:sp>
        <p:sp>
          <p:nvSpPr>
            <p:cNvPr id="33" name="Freeform: Shape 32">
              <a:extLst>
                <a:ext uri="{FF2B5EF4-FFF2-40B4-BE49-F238E27FC236}">
                  <a16:creationId xmlns:a16="http://schemas.microsoft.com/office/drawing/2014/main" id="{D338E68D-28C9-433C-A8F4-8BA4CCEAC014}"/>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solidFill>
                  <a:schemeClr val="bg1"/>
                </a:solidFill>
              </a:endParaRPr>
            </a:p>
          </p:txBody>
        </p:sp>
        <p:sp>
          <p:nvSpPr>
            <p:cNvPr id="34" name="Freeform: Shape 33">
              <a:extLst>
                <a:ext uri="{FF2B5EF4-FFF2-40B4-BE49-F238E27FC236}">
                  <a16:creationId xmlns:a16="http://schemas.microsoft.com/office/drawing/2014/main" id="{55A2035A-6238-453F-A9E8-C1B5499049B0}"/>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solidFill>
                  <a:schemeClr val="bg1"/>
                </a:solidFill>
              </a:endParaRPr>
            </a:p>
          </p:txBody>
        </p:sp>
        <p:sp>
          <p:nvSpPr>
            <p:cNvPr id="35" name="Freeform: Shape 34">
              <a:extLst>
                <a:ext uri="{FF2B5EF4-FFF2-40B4-BE49-F238E27FC236}">
                  <a16:creationId xmlns:a16="http://schemas.microsoft.com/office/drawing/2014/main" id="{021E965A-BCE3-48A7-A84F-027E93D31199}"/>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solidFill>
                  <a:schemeClr val="bg1"/>
                </a:solidFill>
              </a:endParaRPr>
            </a:p>
          </p:txBody>
        </p:sp>
      </p:grpSp>
      <p:sp>
        <p:nvSpPr>
          <p:cNvPr id="15" name="Content Placeholder 3">
            <a:extLst>
              <a:ext uri="{FF2B5EF4-FFF2-40B4-BE49-F238E27FC236}">
                <a16:creationId xmlns:a16="http://schemas.microsoft.com/office/drawing/2014/main" id="{3C2E1E6E-B563-426F-43F1-A3B5C95147B2}"/>
              </a:ext>
            </a:extLst>
          </p:cNvPr>
          <p:cNvSpPr>
            <a:spLocks noGrp="1"/>
          </p:cNvSpPr>
          <p:nvPr>
            <p:ph sz="half" idx="2"/>
          </p:nvPr>
        </p:nvSpPr>
        <p:spPr bwMode="ltGray">
          <a:xfrm>
            <a:off x="839789"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4F2313CC-14FB-EA49-2747-DBE09ED4285E}"/>
              </a:ext>
            </a:extLst>
          </p:cNvPr>
          <p:cNvSpPr>
            <a:spLocks noGrp="1"/>
          </p:cNvSpPr>
          <p:nvPr>
            <p:ph sz="half" idx="16"/>
          </p:nvPr>
        </p:nvSpPr>
        <p:spPr bwMode="ltGray">
          <a:xfrm>
            <a:off x="3592133"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a:extLst>
              <a:ext uri="{FF2B5EF4-FFF2-40B4-BE49-F238E27FC236}">
                <a16:creationId xmlns:a16="http://schemas.microsoft.com/office/drawing/2014/main" id="{D814D66B-BD92-03C2-BEA0-DC008E11E096}"/>
              </a:ext>
            </a:extLst>
          </p:cNvPr>
          <p:cNvSpPr>
            <a:spLocks noGrp="1"/>
          </p:cNvSpPr>
          <p:nvPr>
            <p:ph sz="half" idx="17"/>
          </p:nvPr>
        </p:nvSpPr>
        <p:spPr bwMode="ltGray">
          <a:xfrm>
            <a:off x="6289613"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8" name="Content Placeholder 3">
            <a:extLst>
              <a:ext uri="{FF2B5EF4-FFF2-40B4-BE49-F238E27FC236}">
                <a16:creationId xmlns:a16="http://schemas.microsoft.com/office/drawing/2014/main" id="{8258FAAF-2F58-D9E4-5B1B-4507E878612E}"/>
              </a:ext>
            </a:extLst>
          </p:cNvPr>
          <p:cNvSpPr>
            <a:spLocks noGrp="1"/>
          </p:cNvSpPr>
          <p:nvPr>
            <p:ph sz="half" idx="18"/>
          </p:nvPr>
        </p:nvSpPr>
        <p:spPr bwMode="ltGray">
          <a:xfrm>
            <a:off x="9041957"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 name="Title 1">
            <a:extLst>
              <a:ext uri="{FF2B5EF4-FFF2-40B4-BE49-F238E27FC236}">
                <a16:creationId xmlns:a16="http://schemas.microsoft.com/office/drawing/2014/main" id="{4D551DD9-7CB4-11F1-2555-E09E861C44AF}"/>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a:t>4-Column Comparison Layout</a:t>
            </a:r>
          </a:p>
        </p:txBody>
      </p:sp>
      <p:sp>
        <p:nvSpPr>
          <p:cNvPr id="43" name="Text Placeholder 2">
            <a:extLst>
              <a:ext uri="{FF2B5EF4-FFF2-40B4-BE49-F238E27FC236}">
                <a16:creationId xmlns:a16="http://schemas.microsoft.com/office/drawing/2014/main" id="{CF1A1CF1-EA88-910C-4ED4-5D5FAF542FC2}"/>
              </a:ext>
            </a:extLst>
          </p:cNvPr>
          <p:cNvSpPr>
            <a:spLocks noGrp="1"/>
          </p:cNvSpPr>
          <p:nvPr>
            <p:ph type="body" idx="1" hasCustomPrompt="1"/>
          </p:nvPr>
        </p:nvSpPr>
        <p:spPr>
          <a:xfrm>
            <a:off x="839789"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4" name="Text Placeholder 4">
            <a:extLst>
              <a:ext uri="{FF2B5EF4-FFF2-40B4-BE49-F238E27FC236}">
                <a16:creationId xmlns:a16="http://schemas.microsoft.com/office/drawing/2014/main" id="{2377D9A5-C3BC-A098-96E4-BEFE386A7B46}"/>
              </a:ext>
            </a:extLst>
          </p:cNvPr>
          <p:cNvSpPr>
            <a:spLocks noGrp="1"/>
          </p:cNvSpPr>
          <p:nvPr>
            <p:ph type="body" sz="quarter" idx="3" hasCustomPrompt="1"/>
          </p:nvPr>
        </p:nvSpPr>
        <p:spPr>
          <a:xfrm>
            <a:off x="9017914" y="1951987"/>
            <a:ext cx="2336714"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5" name="Text Placeholder 2">
            <a:extLst>
              <a:ext uri="{FF2B5EF4-FFF2-40B4-BE49-F238E27FC236}">
                <a16:creationId xmlns:a16="http://schemas.microsoft.com/office/drawing/2014/main" id="{1054D723-BCFF-76A0-0878-DBBEDC8C4841}"/>
              </a:ext>
            </a:extLst>
          </p:cNvPr>
          <p:cNvSpPr>
            <a:spLocks noGrp="1"/>
          </p:cNvSpPr>
          <p:nvPr>
            <p:ph type="body" idx="13" hasCustomPrompt="1"/>
          </p:nvPr>
        </p:nvSpPr>
        <p:spPr>
          <a:xfrm>
            <a:off x="3579721"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6" name="Text Placeholder 2">
            <a:extLst>
              <a:ext uri="{FF2B5EF4-FFF2-40B4-BE49-F238E27FC236}">
                <a16:creationId xmlns:a16="http://schemas.microsoft.com/office/drawing/2014/main" id="{6D88BD33-277D-175E-E06B-86B2CE0DDE11}"/>
              </a:ext>
            </a:extLst>
          </p:cNvPr>
          <p:cNvSpPr>
            <a:spLocks noGrp="1"/>
          </p:cNvSpPr>
          <p:nvPr>
            <p:ph type="body" idx="15" hasCustomPrompt="1"/>
          </p:nvPr>
        </p:nvSpPr>
        <p:spPr>
          <a:xfrm>
            <a:off x="6298817"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Tree>
    <p:extLst>
      <p:ext uri="{BB962C8B-B14F-4D97-AF65-F5344CB8AC3E}">
        <p14:creationId xmlns:p14="http://schemas.microsoft.com/office/powerpoint/2010/main" val="3251441999"/>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B4E07D3-C667-4B5A-A148-434335EC339A}"/>
              </a:ext>
            </a:extLst>
          </p:cNvPr>
          <p:cNvSpPr/>
          <p:nvPr userDrawn="1"/>
        </p:nvSpPr>
        <p:spPr>
          <a:xfrm>
            <a:off x="624348" y="426011"/>
            <a:ext cx="10943303" cy="5912563"/>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Date Placeholder 6">
            <a:extLst>
              <a:ext uri="{FF2B5EF4-FFF2-40B4-BE49-F238E27FC236}">
                <a16:creationId xmlns:a16="http://schemas.microsoft.com/office/drawing/2014/main" id="{8D6A3F1E-61F3-A1D9-4E38-6F152354DC2B}"/>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0355B995-37A7-4C4D-BD8D-0D0D00DC0F80}" type="datetime1">
              <a:rPr lang="en-US" smtClean="0"/>
              <a:pPr/>
              <a:t>4/15/2024</a:t>
            </a:fld>
            <a:endParaRPr lang="en-US"/>
          </a:p>
        </p:txBody>
      </p:sp>
      <p:sp>
        <p:nvSpPr>
          <p:cNvPr id="36" name="Footer Placeholder 7">
            <a:extLst>
              <a:ext uri="{FF2B5EF4-FFF2-40B4-BE49-F238E27FC236}">
                <a16:creationId xmlns:a16="http://schemas.microsoft.com/office/drawing/2014/main" id="{CAA81B5B-5BB9-1C73-53F6-2D28A3FE64C4}"/>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a:p>
        </p:txBody>
      </p:sp>
      <p:sp>
        <p:nvSpPr>
          <p:cNvPr id="37" name="Slide Number Placeholder 8">
            <a:extLst>
              <a:ext uri="{FF2B5EF4-FFF2-40B4-BE49-F238E27FC236}">
                <a16:creationId xmlns:a16="http://schemas.microsoft.com/office/drawing/2014/main" id="{30F8A254-5092-2B71-05BE-098709970998}"/>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38" name="Graphic 11">
            <a:extLst>
              <a:ext uri="{FF2B5EF4-FFF2-40B4-BE49-F238E27FC236}">
                <a16:creationId xmlns:a16="http://schemas.microsoft.com/office/drawing/2014/main" id="{3DEAD91C-2395-4BB1-C742-C4A265A92D1A}"/>
              </a:ext>
            </a:extLst>
          </p:cNvPr>
          <p:cNvGrpSpPr/>
          <p:nvPr userDrawn="1"/>
        </p:nvGrpSpPr>
        <p:grpSpPr>
          <a:xfrm rot="16200000">
            <a:off x="11384220" y="6170961"/>
            <a:ext cx="912230" cy="242400"/>
            <a:chOff x="11384220" y="6170961"/>
            <a:chExt cx="912230" cy="242400"/>
          </a:xfrm>
          <a:solidFill>
            <a:schemeClr val="bg1"/>
          </a:solidFill>
        </p:grpSpPr>
        <p:sp>
          <p:nvSpPr>
            <p:cNvPr id="39" name="Freeform: Shape 17">
              <a:extLst>
                <a:ext uri="{FF2B5EF4-FFF2-40B4-BE49-F238E27FC236}">
                  <a16:creationId xmlns:a16="http://schemas.microsoft.com/office/drawing/2014/main" id="{95CF6FC4-D8FE-4868-845E-B5F4CDD5FA58}"/>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solidFill>
                  <a:schemeClr val="bg1"/>
                </a:solidFill>
              </a:endParaRPr>
            </a:p>
          </p:txBody>
        </p:sp>
        <p:sp>
          <p:nvSpPr>
            <p:cNvPr id="40" name="Freeform: Shape 18">
              <a:extLst>
                <a:ext uri="{FF2B5EF4-FFF2-40B4-BE49-F238E27FC236}">
                  <a16:creationId xmlns:a16="http://schemas.microsoft.com/office/drawing/2014/main" id="{797CB68D-E372-6C83-67D0-6DD48A1BC09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solidFill>
                  <a:schemeClr val="bg1"/>
                </a:solidFill>
              </a:endParaRPr>
            </a:p>
          </p:txBody>
        </p:sp>
        <p:sp>
          <p:nvSpPr>
            <p:cNvPr id="41" name="Freeform: Shape 19">
              <a:extLst>
                <a:ext uri="{FF2B5EF4-FFF2-40B4-BE49-F238E27FC236}">
                  <a16:creationId xmlns:a16="http://schemas.microsoft.com/office/drawing/2014/main" id="{D3823A22-696F-B9F2-F426-D3C1FB29CF84}"/>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solidFill>
                  <a:schemeClr val="bg1"/>
                </a:solidFill>
              </a:endParaRPr>
            </a:p>
          </p:txBody>
        </p:sp>
        <p:sp>
          <p:nvSpPr>
            <p:cNvPr id="42" name="Freeform: Shape 20">
              <a:extLst>
                <a:ext uri="{FF2B5EF4-FFF2-40B4-BE49-F238E27FC236}">
                  <a16:creationId xmlns:a16="http://schemas.microsoft.com/office/drawing/2014/main" id="{68BA6F90-E9FC-9B32-2E19-B38AEE3BE720}"/>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solidFill>
                  <a:schemeClr val="bg1"/>
                </a:solidFill>
              </a:endParaRPr>
            </a:p>
          </p:txBody>
        </p:sp>
        <p:sp>
          <p:nvSpPr>
            <p:cNvPr id="43" name="Freeform: Shape 21">
              <a:extLst>
                <a:ext uri="{FF2B5EF4-FFF2-40B4-BE49-F238E27FC236}">
                  <a16:creationId xmlns:a16="http://schemas.microsoft.com/office/drawing/2014/main" id="{78B34F85-B878-1A4C-9523-76BA664E1BDF}"/>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solidFill>
                  <a:schemeClr val="bg1"/>
                </a:solidFill>
              </a:endParaRPr>
            </a:p>
          </p:txBody>
        </p:sp>
        <p:sp>
          <p:nvSpPr>
            <p:cNvPr id="44" name="Freeform: Shape 22">
              <a:extLst>
                <a:ext uri="{FF2B5EF4-FFF2-40B4-BE49-F238E27FC236}">
                  <a16:creationId xmlns:a16="http://schemas.microsoft.com/office/drawing/2014/main" id="{B00CB6DB-0A99-F07A-6819-C2DBB785F625}"/>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solidFill>
                  <a:schemeClr val="bg1"/>
                </a:solidFill>
              </a:endParaRPr>
            </a:p>
          </p:txBody>
        </p:sp>
        <p:sp>
          <p:nvSpPr>
            <p:cNvPr id="45" name="Freeform: Shape 23">
              <a:extLst>
                <a:ext uri="{FF2B5EF4-FFF2-40B4-BE49-F238E27FC236}">
                  <a16:creationId xmlns:a16="http://schemas.microsoft.com/office/drawing/2014/main" id="{7027803D-351F-B807-5157-8D0361C120E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solidFill>
                  <a:schemeClr val="bg1"/>
                </a:solidFill>
              </a:endParaRPr>
            </a:p>
          </p:txBody>
        </p:sp>
        <p:sp>
          <p:nvSpPr>
            <p:cNvPr id="46" name="Freeform: Shape 24">
              <a:extLst>
                <a:ext uri="{FF2B5EF4-FFF2-40B4-BE49-F238E27FC236}">
                  <a16:creationId xmlns:a16="http://schemas.microsoft.com/office/drawing/2014/main" id="{8CB0D5B7-3A18-F9A5-01F7-829CB570D264}"/>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solidFill>
                  <a:schemeClr val="bg1"/>
                </a:solidFill>
              </a:endParaRPr>
            </a:p>
          </p:txBody>
        </p:sp>
        <p:sp>
          <p:nvSpPr>
            <p:cNvPr id="47" name="Freeform: Shape 25">
              <a:extLst>
                <a:ext uri="{FF2B5EF4-FFF2-40B4-BE49-F238E27FC236}">
                  <a16:creationId xmlns:a16="http://schemas.microsoft.com/office/drawing/2014/main" id="{57B2775D-8207-A2DD-1026-ABB4C60CBE8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solidFill>
                  <a:schemeClr val="bg1"/>
                </a:solidFill>
              </a:endParaRPr>
            </a:p>
          </p:txBody>
        </p:sp>
        <p:sp>
          <p:nvSpPr>
            <p:cNvPr id="48" name="Freeform: Shape 26">
              <a:extLst>
                <a:ext uri="{FF2B5EF4-FFF2-40B4-BE49-F238E27FC236}">
                  <a16:creationId xmlns:a16="http://schemas.microsoft.com/office/drawing/2014/main" id="{7E1AF397-C495-6A61-C2F6-4FF44BD5A364}"/>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solidFill>
                  <a:schemeClr val="bg1"/>
                </a:solidFill>
              </a:endParaRPr>
            </a:p>
          </p:txBody>
        </p:sp>
        <p:sp>
          <p:nvSpPr>
            <p:cNvPr id="49" name="Freeform: Shape 27">
              <a:extLst>
                <a:ext uri="{FF2B5EF4-FFF2-40B4-BE49-F238E27FC236}">
                  <a16:creationId xmlns:a16="http://schemas.microsoft.com/office/drawing/2014/main" id="{CE616E64-C73E-A10E-AE23-7F658BBBCC58}"/>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solidFill>
                  <a:schemeClr val="bg1"/>
                </a:solidFill>
              </a:endParaRPr>
            </a:p>
          </p:txBody>
        </p:sp>
        <p:sp>
          <p:nvSpPr>
            <p:cNvPr id="50" name="Freeform: Shape 28">
              <a:extLst>
                <a:ext uri="{FF2B5EF4-FFF2-40B4-BE49-F238E27FC236}">
                  <a16:creationId xmlns:a16="http://schemas.microsoft.com/office/drawing/2014/main" id="{6EEB5DCB-6DD8-2E57-A67B-66D5097C9C00}"/>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solidFill>
                  <a:schemeClr val="bg1"/>
                </a:solidFill>
              </a:endParaRPr>
            </a:p>
          </p:txBody>
        </p:sp>
        <p:sp>
          <p:nvSpPr>
            <p:cNvPr id="51" name="Freeform: Shape 29">
              <a:extLst>
                <a:ext uri="{FF2B5EF4-FFF2-40B4-BE49-F238E27FC236}">
                  <a16:creationId xmlns:a16="http://schemas.microsoft.com/office/drawing/2014/main" id="{328BDE21-BEF6-8580-CC18-2E775A8CA416}"/>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solidFill>
                  <a:schemeClr val="bg1"/>
                </a:solidFill>
              </a:endParaRPr>
            </a:p>
          </p:txBody>
        </p:sp>
        <p:sp>
          <p:nvSpPr>
            <p:cNvPr id="52" name="Freeform: Shape 30">
              <a:extLst>
                <a:ext uri="{FF2B5EF4-FFF2-40B4-BE49-F238E27FC236}">
                  <a16:creationId xmlns:a16="http://schemas.microsoft.com/office/drawing/2014/main" id="{DF427782-8208-27CC-388F-874E43A7DFE1}"/>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solidFill>
                  <a:schemeClr val="bg1"/>
                </a:solidFill>
              </a:endParaRPr>
            </a:p>
          </p:txBody>
        </p:sp>
        <p:sp>
          <p:nvSpPr>
            <p:cNvPr id="53" name="Freeform: Shape 31">
              <a:extLst>
                <a:ext uri="{FF2B5EF4-FFF2-40B4-BE49-F238E27FC236}">
                  <a16:creationId xmlns:a16="http://schemas.microsoft.com/office/drawing/2014/main" id="{B1617B1A-FB5C-AB3B-FE18-E3AA2A3A8D95}"/>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solidFill>
                  <a:schemeClr val="bg1"/>
                </a:solidFill>
              </a:endParaRPr>
            </a:p>
          </p:txBody>
        </p:sp>
        <p:sp>
          <p:nvSpPr>
            <p:cNvPr id="54" name="Freeform: Shape 32">
              <a:extLst>
                <a:ext uri="{FF2B5EF4-FFF2-40B4-BE49-F238E27FC236}">
                  <a16:creationId xmlns:a16="http://schemas.microsoft.com/office/drawing/2014/main" id="{1D5F96CF-88DC-CD18-F1A5-84F0693D93F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solidFill>
                  <a:schemeClr val="bg1"/>
                </a:solidFill>
              </a:endParaRPr>
            </a:p>
          </p:txBody>
        </p:sp>
        <p:sp>
          <p:nvSpPr>
            <p:cNvPr id="55" name="Freeform: Shape 33">
              <a:extLst>
                <a:ext uri="{FF2B5EF4-FFF2-40B4-BE49-F238E27FC236}">
                  <a16:creationId xmlns:a16="http://schemas.microsoft.com/office/drawing/2014/main" id="{D9FC7DB6-4436-253C-BFBF-F1BB09A10A83}"/>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solidFill>
                  <a:schemeClr val="bg1"/>
                </a:solidFill>
              </a:endParaRPr>
            </a:p>
          </p:txBody>
        </p:sp>
        <p:sp>
          <p:nvSpPr>
            <p:cNvPr id="56" name="Freeform: Shape 34">
              <a:extLst>
                <a:ext uri="{FF2B5EF4-FFF2-40B4-BE49-F238E27FC236}">
                  <a16:creationId xmlns:a16="http://schemas.microsoft.com/office/drawing/2014/main" id="{D7EFC75D-CD35-A980-9804-CE48C1F2D126}"/>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solidFill>
                  <a:schemeClr val="bg1"/>
                </a:solidFill>
              </a:endParaRPr>
            </a:p>
          </p:txBody>
        </p:sp>
      </p:grpSp>
      <p:sp>
        <p:nvSpPr>
          <p:cNvPr id="57" name="Text Placeholder 2">
            <a:extLst>
              <a:ext uri="{FF2B5EF4-FFF2-40B4-BE49-F238E27FC236}">
                <a16:creationId xmlns:a16="http://schemas.microsoft.com/office/drawing/2014/main" id="{4F572EE5-321A-0599-645B-2CDD929B9ECB}"/>
              </a:ext>
            </a:extLst>
          </p:cNvPr>
          <p:cNvSpPr>
            <a:spLocks noGrp="1"/>
          </p:cNvSpPr>
          <p:nvPr>
            <p:ph type="body" idx="1" hasCustomPrompt="1"/>
          </p:nvPr>
        </p:nvSpPr>
        <p:spPr>
          <a:xfrm>
            <a:off x="839789"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59" name="Text Placeholder 4">
            <a:extLst>
              <a:ext uri="{FF2B5EF4-FFF2-40B4-BE49-F238E27FC236}">
                <a16:creationId xmlns:a16="http://schemas.microsoft.com/office/drawing/2014/main" id="{E7077771-AA59-A3EE-CC33-47A3B6A556E4}"/>
              </a:ext>
            </a:extLst>
          </p:cNvPr>
          <p:cNvSpPr>
            <a:spLocks noGrp="1"/>
          </p:cNvSpPr>
          <p:nvPr>
            <p:ph type="body" sz="quarter" idx="3" hasCustomPrompt="1"/>
          </p:nvPr>
        </p:nvSpPr>
        <p:spPr>
          <a:xfrm>
            <a:off x="9017914" y="1958744"/>
            <a:ext cx="2336714"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60" name="Text Placeholder 2">
            <a:extLst>
              <a:ext uri="{FF2B5EF4-FFF2-40B4-BE49-F238E27FC236}">
                <a16:creationId xmlns:a16="http://schemas.microsoft.com/office/drawing/2014/main" id="{7BA507E4-C794-1669-6682-47321D4ACFB8}"/>
              </a:ext>
            </a:extLst>
          </p:cNvPr>
          <p:cNvSpPr>
            <a:spLocks noGrp="1"/>
          </p:cNvSpPr>
          <p:nvPr>
            <p:ph type="body" idx="13" hasCustomPrompt="1"/>
          </p:nvPr>
        </p:nvSpPr>
        <p:spPr>
          <a:xfrm>
            <a:off x="3579721"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61" name="Text Placeholder 2">
            <a:extLst>
              <a:ext uri="{FF2B5EF4-FFF2-40B4-BE49-F238E27FC236}">
                <a16:creationId xmlns:a16="http://schemas.microsoft.com/office/drawing/2014/main" id="{CC4800C5-3C5B-B29D-12DA-EABE1658D286}"/>
              </a:ext>
            </a:extLst>
          </p:cNvPr>
          <p:cNvSpPr>
            <a:spLocks noGrp="1"/>
          </p:cNvSpPr>
          <p:nvPr>
            <p:ph type="body" idx="15" hasCustomPrompt="1"/>
          </p:nvPr>
        </p:nvSpPr>
        <p:spPr>
          <a:xfrm>
            <a:off x="6298817"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2" name="Content Placeholder 3">
            <a:extLst>
              <a:ext uri="{FF2B5EF4-FFF2-40B4-BE49-F238E27FC236}">
                <a16:creationId xmlns:a16="http://schemas.microsoft.com/office/drawing/2014/main" id="{FE25E174-3A70-E717-3CD6-8315381DD9C5}"/>
              </a:ext>
            </a:extLst>
          </p:cNvPr>
          <p:cNvSpPr>
            <a:spLocks noGrp="1"/>
          </p:cNvSpPr>
          <p:nvPr>
            <p:ph sz="half" idx="2"/>
          </p:nvPr>
        </p:nvSpPr>
        <p:spPr bwMode="ltGray">
          <a:xfrm>
            <a:off x="839789"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7C19A2E6-9BFF-446F-B673-F4B3EF561A48}"/>
              </a:ext>
            </a:extLst>
          </p:cNvPr>
          <p:cNvSpPr>
            <a:spLocks noGrp="1"/>
          </p:cNvSpPr>
          <p:nvPr>
            <p:ph sz="half" idx="16"/>
          </p:nvPr>
        </p:nvSpPr>
        <p:spPr bwMode="ltGray">
          <a:xfrm>
            <a:off x="3592133"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742157-E43D-502D-E701-A177D68105EA}"/>
              </a:ext>
            </a:extLst>
          </p:cNvPr>
          <p:cNvSpPr>
            <a:spLocks noGrp="1"/>
          </p:cNvSpPr>
          <p:nvPr>
            <p:ph sz="half" idx="17"/>
          </p:nvPr>
        </p:nvSpPr>
        <p:spPr bwMode="ltGray">
          <a:xfrm>
            <a:off x="6289613"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381B721E-2BCE-8D8F-0F13-83BC8C05D21C}"/>
              </a:ext>
            </a:extLst>
          </p:cNvPr>
          <p:cNvSpPr>
            <a:spLocks noGrp="1"/>
          </p:cNvSpPr>
          <p:nvPr>
            <p:ph sz="half" idx="18"/>
          </p:nvPr>
        </p:nvSpPr>
        <p:spPr bwMode="ltGray">
          <a:xfrm>
            <a:off x="9017914"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4C67AED2-80AB-C4AA-77B2-C47135C5802C}"/>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a:t>4-Column Comparison Layout</a:t>
            </a:r>
          </a:p>
        </p:txBody>
      </p:sp>
    </p:spTree>
    <p:extLst>
      <p:ext uri="{BB962C8B-B14F-4D97-AF65-F5344CB8AC3E}">
        <p14:creationId xmlns:p14="http://schemas.microsoft.com/office/powerpoint/2010/main" val="1932886327"/>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0355B995-37A7-4C4D-BD8D-0D0D00DC0F80}" type="datetime1">
              <a:rPr lang="en-US" smtClean="0"/>
              <a:t>4/15/2024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6" name="Graphic 11">
            <a:extLst>
              <a:ext uri="{FF2B5EF4-FFF2-40B4-BE49-F238E27FC236}">
                <a16:creationId xmlns:a16="http://schemas.microsoft.com/office/drawing/2014/main" id="{07DCC60D-FF24-409E-9CB5-C8CE812843BB}"/>
              </a:ext>
            </a:extLst>
          </p:cNvPr>
          <p:cNvGrpSpPr/>
          <p:nvPr userDrawn="1"/>
        </p:nvGrpSpPr>
        <p:grpSpPr>
          <a:xfrm rot="16200000">
            <a:off x="11384220" y="6170961"/>
            <a:ext cx="912230" cy="242400"/>
            <a:chOff x="11384220" y="6170961"/>
            <a:chExt cx="912230" cy="242400"/>
          </a:xfrm>
          <a:solidFill>
            <a:schemeClr val="tx1"/>
          </a:solidFill>
        </p:grpSpPr>
        <p:sp>
          <p:nvSpPr>
            <p:cNvPr id="17" name="Freeform: Shape 16">
              <a:extLst>
                <a:ext uri="{FF2B5EF4-FFF2-40B4-BE49-F238E27FC236}">
                  <a16:creationId xmlns:a16="http://schemas.microsoft.com/office/drawing/2014/main" id="{E377E15E-8964-4E45-89EF-CE3DE598AE3A}"/>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EA7658C-5976-42A9-B911-736701ACCEE9}"/>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1ED3E160-58EE-4263-A727-FFEDEE28ABA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C6F2AF9-4E78-482A-926F-4CBCFC424A56}"/>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BB371756-486B-4480-9EE9-5932C39975C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A2B2C27-1F4D-48D9-97CA-061613C0654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FB42F43C-C573-4EA9-8167-5281374DE94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7154FCF-8CBE-4A80-A8D7-F3C58F4EB1F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D872A8B-7F34-4271-8C5F-3E53DFAC6D01}"/>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A5FDD9DD-526D-43BC-A23D-91B3E709405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32F0B155-F55F-4873-93E1-E9363340FBD7}"/>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935E2409-8B2B-4E5D-83F2-6F07D0D9BF16}"/>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BEF99AA-7D27-4A0D-AC04-52A017705C5D}"/>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4C585969-42C4-451A-9E21-51D29F45892E}"/>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BD97A450-1BB2-4E90-9E4A-BF20754143C5}"/>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76A319AD-C377-422D-BB1E-92A76369B36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19C6D38-E8ED-49FB-99CC-B1BF91BE18D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F18B8D09-FA52-47B0-8720-CFAD3704095B}"/>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5" name="Text Placeholder 2">
            <a:extLst>
              <a:ext uri="{FF2B5EF4-FFF2-40B4-BE49-F238E27FC236}">
                <a16:creationId xmlns:a16="http://schemas.microsoft.com/office/drawing/2014/main" id="{6BBBEF88-AE76-7752-9AD5-4DDCBD1C5FE3}"/>
              </a:ext>
            </a:extLst>
          </p:cNvPr>
          <p:cNvSpPr>
            <a:spLocks noGrp="1"/>
          </p:cNvSpPr>
          <p:nvPr>
            <p:ph type="body" idx="1" hasCustomPrompt="1"/>
          </p:nvPr>
        </p:nvSpPr>
        <p:spPr>
          <a:xfrm>
            <a:off x="839789"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36" name="Text Placeholder 4">
            <a:extLst>
              <a:ext uri="{FF2B5EF4-FFF2-40B4-BE49-F238E27FC236}">
                <a16:creationId xmlns:a16="http://schemas.microsoft.com/office/drawing/2014/main" id="{7D894E33-3335-06AB-158F-281AECC4AA75}"/>
              </a:ext>
            </a:extLst>
          </p:cNvPr>
          <p:cNvSpPr>
            <a:spLocks noGrp="1"/>
          </p:cNvSpPr>
          <p:nvPr>
            <p:ph type="body" sz="quarter" idx="3" hasCustomPrompt="1"/>
          </p:nvPr>
        </p:nvSpPr>
        <p:spPr>
          <a:xfrm>
            <a:off x="9017914" y="1963599"/>
            <a:ext cx="2336714"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37" name="Text Placeholder 2">
            <a:extLst>
              <a:ext uri="{FF2B5EF4-FFF2-40B4-BE49-F238E27FC236}">
                <a16:creationId xmlns:a16="http://schemas.microsoft.com/office/drawing/2014/main" id="{78EA85AE-7650-3C60-5D33-C19D9CCD19ED}"/>
              </a:ext>
            </a:extLst>
          </p:cNvPr>
          <p:cNvSpPr>
            <a:spLocks noGrp="1"/>
          </p:cNvSpPr>
          <p:nvPr>
            <p:ph type="body" idx="13" hasCustomPrompt="1"/>
          </p:nvPr>
        </p:nvSpPr>
        <p:spPr>
          <a:xfrm>
            <a:off x="3579721"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38" name="Text Placeholder 2">
            <a:extLst>
              <a:ext uri="{FF2B5EF4-FFF2-40B4-BE49-F238E27FC236}">
                <a16:creationId xmlns:a16="http://schemas.microsoft.com/office/drawing/2014/main" id="{167DAE70-4CE8-5E10-B78F-0BFB39A9C51C}"/>
              </a:ext>
            </a:extLst>
          </p:cNvPr>
          <p:cNvSpPr>
            <a:spLocks noGrp="1"/>
          </p:cNvSpPr>
          <p:nvPr>
            <p:ph type="body" idx="15" hasCustomPrompt="1"/>
          </p:nvPr>
        </p:nvSpPr>
        <p:spPr>
          <a:xfrm>
            <a:off x="6298817"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2" name="Title 1">
            <a:extLst>
              <a:ext uri="{FF2B5EF4-FFF2-40B4-BE49-F238E27FC236}">
                <a16:creationId xmlns:a16="http://schemas.microsoft.com/office/drawing/2014/main" id="{47B4EFAD-5484-C5D2-5A75-241BD4AB4CBD}"/>
              </a:ext>
            </a:extLst>
          </p:cNvPr>
          <p:cNvSpPr>
            <a:spLocks noGrp="1"/>
          </p:cNvSpPr>
          <p:nvPr>
            <p:ph type="title" hasCustomPrompt="1"/>
          </p:nvPr>
        </p:nvSpPr>
        <p:spPr>
          <a:xfrm>
            <a:off x="839788" y="519426"/>
            <a:ext cx="10515600" cy="1325563"/>
          </a:xfrm>
        </p:spPr>
        <p:txBody>
          <a:bodyPr anchor="ctr"/>
          <a:lstStyle>
            <a:lvl1pPr algn="ctr">
              <a:defRPr baseline="0">
                <a:solidFill>
                  <a:schemeClr val="accent1"/>
                </a:solidFill>
              </a:defRPr>
            </a:lvl1pPr>
          </a:lstStyle>
          <a:p>
            <a:r>
              <a:rPr lang="en-US"/>
              <a:t>4-Column Comparison Layout</a:t>
            </a:r>
          </a:p>
        </p:txBody>
      </p:sp>
      <p:sp>
        <p:nvSpPr>
          <p:cNvPr id="3" name="Content Placeholder 3">
            <a:extLst>
              <a:ext uri="{FF2B5EF4-FFF2-40B4-BE49-F238E27FC236}">
                <a16:creationId xmlns:a16="http://schemas.microsoft.com/office/drawing/2014/main" id="{57D5FFE3-9CBC-4BBA-5288-8ECA651CC374}"/>
              </a:ext>
            </a:extLst>
          </p:cNvPr>
          <p:cNvSpPr>
            <a:spLocks noGrp="1"/>
          </p:cNvSpPr>
          <p:nvPr>
            <p:ph sz="half" idx="2"/>
          </p:nvPr>
        </p:nvSpPr>
        <p:spPr bwMode="ltGray">
          <a:xfrm>
            <a:off x="8397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3D206BB-AA01-DF0E-B9F8-4EDEB210CB0E}"/>
              </a:ext>
            </a:extLst>
          </p:cNvPr>
          <p:cNvSpPr>
            <a:spLocks noGrp="1"/>
          </p:cNvSpPr>
          <p:nvPr>
            <p:ph sz="half" idx="16"/>
          </p:nvPr>
        </p:nvSpPr>
        <p:spPr bwMode="ltGray">
          <a:xfrm>
            <a:off x="35702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EF82B850-A158-6816-983D-93BDB993DECB}"/>
              </a:ext>
            </a:extLst>
          </p:cNvPr>
          <p:cNvSpPr>
            <a:spLocks noGrp="1"/>
          </p:cNvSpPr>
          <p:nvPr>
            <p:ph sz="half" idx="17"/>
          </p:nvPr>
        </p:nvSpPr>
        <p:spPr bwMode="ltGray">
          <a:xfrm>
            <a:off x="62880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AC7CED1C-B7EB-E8A9-ACA9-B99DA610147E}"/>
              </a:ext>
            </a:extLst>
          </p:cNvPr>
          <p:cNvSpPr>
            <a:spLocks noGrp="1"/>
          </p:cNvSpPr>
          <p:nvPr>
            <p:ph sz="half" idx="18"/>
          </p:nvPr>
        </p:nvSpPr>
        <p:spPr bwMode="ltGray">
          <a:xfrm>
            <a:off x="90185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87709486-0B60-C8AF-BCD0-FF89FC422B9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745547703"/>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Impact Two Sections">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A1AA0E5-4B05-FA7F-735E-D8779059618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688"/>
            <a:ext cx="12192000" cy="6856622"/>
          </a:xfrm>
          <a:prstGeom prst="rect">
            <a:avLst/>
          </a:prstGeom>
        </p:spPr>
      </p:pic>
      <p:sp>
        <p:nvSpPr>
          <p:cNvPr id="4" name="Rectangle 3">
            <a:extLst>
              <a:ext uri="{FF2B5EF4-FFF2-40B4-BE49-F238E27FC236}">
                <a16:creationId xmlns:a16="http://schemas.microsoft.com/office/drawing/2014/main" id="{22C1D450-C962-468C-5275-E0003F6DA693}"/>
              </a:ext>
            </a:extLst>
          </p:cNvPr>
          <p:cNvSpPr/>
          <p:nvPr userDrawn="1"/>
        </p:nvSpPr>
        <p:spPr>
          <a:xfrm>
            <a:off x="5962353" y="467833"/>
            <a:ext cx="5525737" cy="5631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F2CF77E-FCFE-EAA7-6356-DE6C65C6992B}"/>
              </a:ext>
            </a:extLst>
          </p:cNvPr>
          <p:cNvSpPr/>
          <p:nvPr userDrawn="1"/>
        </p:nvSpPr>
        <p:spPr>
          <a:xfrm>
            <a:off x="342900" y="467833"/>
            <a:ext cx="5276553" cy="5631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526F112A-5553-CA35-0CD4-91F914AAD36D}"/>
              </a:ext>
            </a:extLst>
          </p:cNvPr>
          <p:cNvSpPr>
            <a:spLocks noGrp="1"/>
          </p:cNvSpPr>
          <p:nvPr>
            <p:ph type="title" hasCustomPrompt="1"/>
          </p:nvPr>
        </p:nvSpPr>
        <p:spPr>
          <a:xfrm>
            <a:off x="760215" y="1190948"/>
            <a:ext cx="2790466" cy="246666"/>
          </a:xfrm>
        </p:spPr>
        <p:txBody>
          <a:bodyPr anchor="t"/>
          <a:lstStyle>
            <a:lvl1pPr>
              <a:defRPr sz="1400" i="0" cap="all" spc="0" baseline="0">
                <a:solidFill>
                  <a:schemeClr val="accent4"/>
                </a:solidFill>
                <a:latin typeface="+mn-lt"/>
              </a:defRPr>
            </a:lvl1pPr>
          </a:lstStyle>
          <a:p>
            <a:r>
              <a:rPr lang="en-US"/>
              <a:t>Short, concise header</a:t>
            </a:r>
          </a:p>
        </p:txBody>
      </p:sp>
      <p:sp>
        <p:nvSpPr>
          <p:cNvPr id="15" name="Text Placeholder 9">
            <a:extLst>
              <a:ext uri="{FF2B5EF4-FFF2-40B4-BE49-F238E27FC236}">
                <a16:creationId xmlns:a16="http://schemas.microsoft.com/office/drawing/2014/main" id="{8ADC19BB-6F27-3383-7EA1-8EE8F89074B3}"/>
              </a:ext>
            </a:extLst>
          </p:cNvPr>
          <p:cNvSpPr>
            <a:spLocks noGrp="1"/>
          </p:cNvSpPr>
          <p:nvPr>
            <p:ph type="body" sz="quarter" idx="13" hasCustomPrompt="1"/>
          </p:nvPr>
        </p:nvSpPr>
        <p:spPr>
          <a:xfrm>
            <a:off x="6419666" y="1192654"/>
            <a:ext cx="2818831" cy="246666"/>
          </a:xfrm>
        </p:spPr>
        <p:txBody>
          <a:bodyPr anchor="t"/>
          <a:lstStyle>
            <a:lvl1pPr marL="0" indent="0">
              <a:buFont typeface="Arial" panose="020B0604020202020204" pitchFamily="34" charset="0"/>
              <a:buNone/>
              <a:defRPr sz="1400" b="1" cap="all"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a:t>Short, concise header</a:t>
            </a:r>
          </a:p>
        </p:txBody>
      </p:sp>
      <p:sp>
        <p:nvSpPr>
          <p:cNvPr id="16" name="Content Placeholder 16">
            <a:extLst>
              <a:ext uri="{FF2B5EF4-FFF2-40B4-BE49-F238E27FC236}">
                <a16:creationId xmlns:a16="http://schemas.microsoft.com/office/drawing/2014/main" id="{EC094D9C-5006-379F-B951-A81085FE4325}"/>
              </a:ext>
            </a:extLst>
          </p:cNvPr>
          <p:cNvSpPr>
            <a:spLocks noGrp="1"/>
          </p:cNvSpPr>
          <p:nvPr>
            <p:ph sz="quarter" idx="14" hasCustomPrompt="1"/>
          </p:nvPr>
        </p:nvSpPr>
        <p:spPr>
          <a:xfrm>
            <a:off x="755733" y="1736016"/>
            <a:ext cx="4480446" cy="3745065"/>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for simple, impactful comparison statements.</a:t>
            </a:r>
          </a:p>
          <a:p>
            <a:pPr lvl="0"/>
            <a:r>
              <a:rPr lang="en-US"/>
              <a:t>Or, insert charts or tables to compare.</a:t>
            </a:r>
          </a:p>
          <a:p>
            <a:pPr lvl="0"/>
            <a:r>
              <a:rPr lang="en-US"/>
              <a:t>Lorem ipsum dolor sit amet, consectetuer adipiscing elit. </a:t>
            </a:r>
          </a:p>
          <a:p>
            <a:pPr lvl="0"/>
            <a:r>
              <a:rPr lang="en-US"/>
              <a:t>Nunc viverra imperdiet enim. Fusce est. Vivamus a </a:t>
            </a:r>
            <a:r>
              <a:rPr lang="en-US" err="1"/>
              <a:t>tellus</a:t>
            </a:r>
            <a:r>
              <a:rPr lang="en-US"/>
              <a:t>.</a:t>
            </a:r>
          </a:p>
        </p:txBody>
      </p:sp>
      <p:sp>
        <p:nvSpPr>
          <p:cNvPr id="19" name="Content Placeholder 16">
            <a:extLst>
              <a:ext uri="{FF2B5EF4-FFF2-40B4-BE49-F238E27FC236}">
                <a16:creationId xmlns:a16="http://schemas.microsoft.com/office/drawing/2014/main" id="{49094459-F510-F769-6D75-3371D2F1F908}"/>
              </a:ext>
            </a:extLst>
          </p:cNvPr>
          <p:cNvSpPr>
            <a:spLocks noGrp="1"/>
          </p:cNvSpPr>
          <p:nvPr>
            <p:ph sz="quarter" idx="15" hasCustomPrompt="1"/>
          </p:nvPr>
        </p:nvSpPr>
        <p:spPr>
          <a:xfrm>
            <a:off x="6412432" y="1736016"/>
            <a:ext cx="4480446" cy="3745065"/>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Font typeface="Arial" panose="020B0604020202020204" pitchFamily="34" charset="0"/>
              <a:buNone/>
              <a:defRPr sz="1800" b="0" cap="none" baseline="0">
                <a:solidFill>
                  <a:schemeClr val="accent2"/>
                </a:solidFill>
              </a:defRPr>
            </a:lvl2pPr>
            <a:lvl3pPr marL="0" indent="0">
              <a:spcBef>
                <a:spcPts val="2400"/>
              </a:spcBef>
              <a:buFont typeface="Arial" panose="020B0604020202020204" pitchFamily="34" charset="0"/>
              <a:buNone/>
              <a:defRPr sz="1800" b="0" cap="none" baseline="0">
                <a:solidFill>
                  <a:schemeClr val="accent2"/>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for simple, impactful comparison statements.</a:t>
            </a:r>
          </a:p>
          <a:p>
            <a:pPr lvl="0"/>
            <a:r>
              <a:rPr lang="en-US"/>
              <a:t>Or, insert charts or tables to compare.</a:t>
            </a:r>
          </a:p>
          <a:p>
            <a:pPr lvl="0"/>
            <a:r>
              <a:rPr lang="en-US"/>
              <a:t>Lorem ipsum dolor sit amet, consectetuer adipiscing elit. </a:t>
            </a:r>
          </a:p>
          <a:p>
            <a:pPr lvl="0"/>
            <a:r>
              <a:rPr lang="en-US"/>
              <a:t>Nunc viverra imperdiet enim. Fusce est. Vivamus a </a:t>
            </a:r>
            <a:r>
              <a:rPr lang="en-US" err="1"/>
              <a:t>tellus</a:t>
            </a:r>
            <a:r>
              <a:rPr lang="en-US"/>
              <a:t>.</a:t>
            </a:r>
          </a:p>
        </p:txBody>
      </p:sp>
      <p:sp>
        <p:nvSpPr>
          <p:cNvPr id="20" name="Date Placeholder 2">
            <a:extLst>
              <a:ext uri="{FF2B5EF4-FFF2-40B4-BE49-F238E27FC236}">
                <a16:creationId xmlns:a16="http://schemas.microsoft.com/office/drawing/2014/main" id="{A0B4D60E-4B1F-F850-AF4A-DC43DF0AA2CB}"/>
              </a:ext>
            </a:extLst>
          </p:cNvPr>
          <p:cNvSpPr>
            <a:spLocks noGrp="1"/>
          </p:cNvSpPr>
          <p:nvPr>
            <p:ph type="dt" sz="half" idx="16"/>
          </p:nvPr>
        </p:nvSpPr>
        <p:spPr>
          <a:xfrm>
            <a:off x="10602762" y="6382494"/>
            <a:ext cx="692767" cy="365125"/>
          </a:xfrm>
        </p:spPr>
        <p:txBody>
          <a:bodyPr/>
          <a:lstStyle/>
          <a:p>
            <a:fld id="{B7EB65F7-02F7-4C03-9B5E-0F72A9F540CE}" type="datetime1">
              <a:rPr lang="en-US" smtClean="0"/>
              <a:t>4/15/2024</a:t>
            </a:fld>
            <a:endParaRPr lang="en-US"/>
          </a:p>
        </p:txBody>
      </p:sp>
      <p:sp>
        <p:nvSpPr>
          <p:cNvPr id="21" name="Footer Placeholder 3">
            <a:extLst>
              <a:ext uri="{FF2B5EF4-FFF2-40B4-BE49-F238E27FC236}">
                <a16:creationId xmlns:a16="http://schemas.microsoft.com/office/drawing/2014/main" id="{4A25224F-1FEC-88A8-76AB-6EF46397212F}"/>
              </a:ext>
            </a:extLst>
          </p:cNvPr>
          <p:cNvSpPr>
            <a:spLocks noGrp="1"/>
          </p:cNvSpPr>
          <p:nvPr>
            <p:ph type="ftr" sz="quarter" idx="17"/>
          </p:nvPr>
        </p:nvSpPr>
        <p:spPr>
          <a:xfrm>
            <a:off x="342900" y="6394105"/>
            <a:ext cx="10259861" cy="365125"/>
          </a:xfrm>
        </p:spPr>
        <p:txBody>
          <a:bodyPr/>
          <a:lstStyle/>
          <a:p>
            <a:endParaRPr lang="en-US"/>
          </a:p>
        </p:txBody>
      </p:sp>
      <p:sp>
        <p:nvSpPr>
          <p:cNvPr id="22" name="Slide Number Placeholder 4">
            <a:extLst>
              <a:ext uri="{FF2B5EF4-FFF2-40B4-BE49-F238E27FC236}">
                <a16:creationId xmlns:a16="http://schemas.microsoft.com/office/drawing/2014/main" id="{16CCCA85-A2C7-AB4C-5AD9-90152F48607C}"/>
              </a:ext>
            </a:extLst>
          </p:cNvPr>
          <p:cNvSpPr>
            <a:spLocks noGrp="1"/>
          </p:cNvSpPr>
          <p:nvPr>
            <p:ph type="sldNum" sz="quarter" idx="18"/>
          </p:nvPr>
        </p:nvSpPr>
        <p:spPr>
          <a:xfrm>
            <a:off x="11674225" y="5477347"/>
            <a:ext cx="305503" cy="306298"/>
          </a:xfrm>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a:p>
        </p:txBody>
      </p:sp>
      <p:pic>
        <p:nvPicPr>
          <p:cNvPr id="23" name="Graphic 22">
            <a:extLst>
              <a:ext uri="{FF2B5EF4-FFF2-40B4-BE49-F238E27FC236}">
                <a16:creationId xmlns:a16="http://schemas.microsoft.com/office/drawing/2014/main" id="{DC224602-6CA3-5194-15F9-A9502DF281C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pic>
        <p:nvPicPr>
          <p:cNvPr id="2" name="Graphic 1">
            <a:extLst>
              <a:ext uri="{FF2B5EF4-FFF2-40B4-BE49-F238E27FC236}">
                <a16:creationId xmlns:a16="http://schemas.microsoft.com/office/drawing/2014/main" id="{808FC5F8-8D51-4901-7B45-922F014AAE16}"/>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09582" y="972913"/>
            <a:ext cx="593744" cy="99635"/>
          </a:xfrm>
          <a:prstGeom prst="rect">
            <a:avLst/>
          </a:prstGeom>
        </p:spPr>
      </p:pic>
      <p:pic>
        <p:nvPicPr>
          <p:cNvPr id="3" name="Graphic 2">
            <a:extLst>
              <a:ext uri="{FF2B5EF4-FFF2-40B4-BE49-F238E27FC236}">
                <a16:creationId xmlns:a16="http://schemas.microsoft.com/office/drawing/2014/main" id="{84433B89-B29C-1E07-8C25-ED2219B66216}"/>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5733" y="967767"/>
            <a:ext cx="593744" cy="99635"/>
          </a:xfrm>
          <a:prstGeom prst="rect">
            <a:avLst/>
          </a:prstGeom>
        </p:spPr>
      </p:pic>
    </p:spTree>
    <p:extLst>
      <p:ext uri="{BB962C8B-B14F-4D97-AF65-F5344CB8AC3E}">
        <p14:creationId xmlns:p14="http://schemas.microsoft.com/office/powerpoint/2010/main" val="41853910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Impact Three Sections">
    <p:bg>
      <p:bgPr>
        <a:solidFill>
          <a:schemeClr val="accent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BF4B073-82F6-9846-2580-3A768D4552C7}"/>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0" y="688"/>
            <a:ext cx="12192000" cy="6856622"/>
          </a:xfrm>
          <a:prstGeom prst="rect">
            <a:avLst/>
          </a:prstGeom>
        </p:spPr>
      </p:pic>
      <p:sp>
        <p:nvSpPr>
          <p:cNvPr id="4" name="Rectangle 3">
            <a:extLst>
              <a:ext uri="{FF2B5EF4-FFF2-40B4-BE49-F238E27FC236}">
                <a16:creationId xmlns:a16="http://schemas.microsoft.com/office/drawing/2014/main" id="{5690BCE0-2053-0E84-0396-859BC85ED2EE}"/>
              </a:ext>
            </a:extLst>
          </p:cNvPr>
          <p:cNvSpPr/>
          <p:nvPr userDrawn="1"/>
        </p:nvSpPr>
        <p:spPr>
          <a:xfrm>
            <a:off x="4084092" y="766483"/>
            <a:ext cx="4091313" cy="490416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4EC5297-5A3F-6048-C397-E6A2C4972944}"/>
              </a:ext>
            </a:extLst>
          </p:cNvPr>
          <p:cNvSpPr/>
          <p:nvPr userDrawn="1"/>
        </p:nvSpPr>
        <p:spPr>
          <a:xfrm>
            <a:off x="8556686" y="766482"/>
            <a:ext cx="3635313" cy="490416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25415D0-161D-2FA9-814E-1717D8B3054C}"/>
              </a:ext>
            </a:extLst>
          </p:cNvPr>
          <p:cNvSpPr/>
          <p:nvPr userDrawn="1">
            <p:custDataLst>
              <p:tags r:id="rId1"/>
            </p:custDataLst>
          </p:nvPr>
        </p:nvSpPr>
        <p:spPr bwMode="invGray">
          <a:xfrm>
            <a:off x="1" y="731520"/>
            <a:ext cx="3805518" cy="490416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3E4D3933-A2DC-65E5-07DE-FFECE6A23A4B}"/>
              </a:ext>
            </a:extLst>
          </p:cNvPr>
          <p:cNvSpPr>
            <a:spLocks noGrp="1"/>
          </p:cNvSpPr>
          <p:nvPr>
            <p:ph type="title" hasCustomPrompt="1"/>
          </p:nvPr>
        </p:nvSpPr>
        <p:spPr bwMode="white">
          <a:xfrm>
            <a:off x="486780" y="2368730"/>
            <a:ext cx="2790466" cy="148530"/>
          </a:xfrm>
        </p:spPr>
        <p:txBody>
          <a:bodyPr anchor="t"/>
          <a:lstStyle>
            <a:lvl1pPr>
              <a:defRPr sz="1050" i="0" cap="none" spc="0" baseline="0">
                <a:solidFill>
                  <a:schemeClr val="accent4"/>
                </a:solidFill>
                <a:latin typeface="+mn-lt"/>
              </a:defRPr>
            </a:lvl1pPr>
          </a:lstStyle>
          <a:p>
            <a:r>
              <a:rPr lang="en-US"/>
              <a:t>Short, concise header</a:t>
            </a:r>
          </a:p>
        </p:txBody>
      </p:sp>
      <p:sp>
        <p:nvSpPr>
          <p:cNvPr id="10" name="Content Placeholder 16">
            <a:extLst>
              <a:ext uri="{FF2B5EF4-FFF2-40B4-BE49-F238E27FC236}">
                <a16:creationId xmlns:a16="http://schemas.microsoft.com/office/drawing/2014/main" id="{7E4FB2E3-95AB-A1B0-B523-643CEC7B4207}"/>
              </a:ext>
            </a:extLst>
          </p:cNvPr>
          <p:cNvSpPr>
            <a:spLocks noGrp="1"/>
          </p:cNvSpPr>
          <p:nvPr>
            <p:ph sz="quarter" idx="14" hasCustomPrompt="1"/>
          </p:nvPr>
        </p:nvSpPr>
        <p:spPr bwMode="white">
          <a:xfrm>
            <a:off x="482297"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to showcase categories with detail or data highlights</a:t>
            </a:r>
          </a:p>
        </p:txBody>
      </p:sp>
      <p:sp>
        <p:nvSpPr>
          <p:cNvPr id="11" name="Content Placeholder 16">
            <a:extLst>
              <a:ext uri="{FF2B5EF4-FFF2-40B4-BE49-F238E27FC236}">
                <a16:creationId xmlns:a16="http://schemas.microsoft.com/office/drawing/2014/main" id="{A1999C88-0FD2-2DA7-98FC-75C8C22A806E}"/>
              </a:ext>
            </a:extLst>
          </p:cNvPr>
          <p:cNvSpPr>
            <a:spLocks noGrp="1"/>
          </p:cNvSpPr>
          <p:nvPr>
            <p:ph sz="quarter" idx="16" hasCustomPrompt="1"/>
          </p:nvPr>
        </p:nvSpPr>
        <p:spPr>
          <a:xfrm>
            <a:off x="8886389"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to showcase categories with detail or data highlights</a:t>
            </a:r>
          </a:p>
        </p:txBody>
      </p:sp>
      <p:sp>
        <p:nvSpPr>
          <p:cNvPr id="14" name="Text Placeholder 9">
            <a:extLst>
              <a:ext uri="{FF2B5EF4-FFF2-40B4-BE49-F238E27FC236}">
                <a16:creationId xmlns:a16="http://schemas.microsoft.com/office/drawing/2014/main" id="{3B141689-E4C4-091F-EEF6-97A9BB7D9D96}"/>
              </a:ext>
            </a:extLst>
          </p:cNvPr>
          <p:cNvSpPr>
            <a:spLocks noGrp="1"/>
          </p:cNvSpPr>
          <p:nvPr>
            <p:ph type="body" sz="quarter" idx="17" hasCustomPrompt="1"/>
          </p:nvPr>
        </p:nvSpPr>
        <p:spPr>
          <a:xfrm>
            <a:off x="8890823" y="2368730"/>
            <a:ext cx="2818831" cy="134746"/>
          </a:xfrm>
        </p:spPr>
        <p:txBody>
          <a:bodyPr anchor="t"/>
          <a:lstStyle>
            <a:lvl1pPr marL="0" indent="0">
              <a:buFont typeface="Arial" panose="020B0604020202020204" pitchFamily="34" charset="0"/>
              <a:buNone/>
              <a:defRPr sz="1050" b="1" cap="none"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a:t>Short, concise header</a:t>
            </a:r>
          </a:p>
        </p:txBody>
      </p:sp>
      <p:sp>
        <p:nvSpPr>
          <p:cNvPr id="15" name="Content Placeholder 16">
            <a:extLst>
              <a:ext uri="{FF2B5EF4-FFF2-40B4-BE49-F238E27FC236}">
                <a16:creationId xmlns:a16="http://schemas.microsoft.com/office/drawing/2014/main" id="{C1897D9F-251D-9A0C-D34A-2A31EE356A72}"/>
              </a:ext>
            </a:extLst>
          </p:cNvPr>
          <p:cNvSpPr>
            <a:spLocks noGrp="1"/>
          </p:cNvSpPr>
          <p:nvPr>
            <p:ph sz="quarter" idx="18" hasCustomPrompt="1"/>
          </p:nvPr>
        </p:nvSpPr>
        <p:spPr bwMode="white">
          <a:xfrm>
            <a:off x="482297" y="1622308"/>
            <a:ext cx="2818831"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XX%</a:t>
            </a:r>
          </a:p>
        </p:txBody>
      </p:sp>
      <p:sp>
        <p:nvSpPr>
          <p:cNvPr id="16" name="Content Placeholder 16">
            <a:extLst>
              <a:ext uri="{FF2B5EF4-FFF2-40B4-BE49-F238E27FC236}">
                <a16:creationId xmlns:a16="http://schemas.microsoft.com/office/drawing/2014/main" id="{567144DA-2001-7BA5-928A-781A7F44769F}"/>
              </a:ext>
            </a:extLst>
          </p:cNvPr>
          <p:cNvSpPr>
            <a:spLocks noGrp="1"/>
          </p:cNvSpPr>
          <p:nvPr>
            <p:ph sz="quarter" idx="20" hasCustomPrompt="1"/>
          </p:nvPr>
        </p:nvSpPr>
        <p:spPr>
          <a:xfrm>
            <a:off x="8886389" y="1622308"/>
            <a:ext cx="2818831"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XX%</a:t>
            </a:r>
          </a:p>
        </p:txBody>
      </p:sp>
      <p:sp>
        <p:nvSpPr>
          <p:cNvPr id="18" name="Content Placeholder 16">
            <a:extLst>
              <a:ext uri="{FF2B5EF4-FFF2-40B4-BE49-F238E27FC236}">
                <a16:creationId xmlns:a16="http://schemas.microsoft.com/office/drawing/2014/main" id="{5E099429-CA9C-9564-951D-A8258146046F}"/>
              </a:ext>
            </a:extLst>
          </p:cNvPr>
          <p:cNvSpPr>
            <a:spLocks noGrp="1"/>
          </p:cNvSpPr>
          <p:nvPr>
            <p:ph sz="quarter" idx="15" hasCustomPrompt="1"/>
          </p:nvPr>
        </p:nvSpPr>
        <p:spPr>
          <a:xfrm>
            <a:off x="4634361"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to showcase categories with detail or data highlights</a:t>
            </a:r>
          </a:p>
        </p:txBody>
      </p:sp>
      <p:sp>
        <p:nvSpPr>
          <p:cNvPr id="19" name="Text Placeholder 9">
            <a:extLst>
              <a:ext uri="{FF2B5EF4-FFF2-40B4-BE49-F238E27FC236}">
                <a16:creationId xmlns:a16="http://schemas.microsoft.com/office/drawing/2014/main" id="{BD3813D0-CBB6-2C2A-EF51-4FF2470953CF}"/>
              </a:ext>
            </a:extLst>
          </p:cNvPr>
          <p:cNvSpPr>
            <a:spLocks noGrp="1"/>
          </p:cNvSpPr>
          <p:nvPr>
            <p:ph type="body" sz="quarter" idx="13" hasCustomPrompt="1"/>
          </p:nvPr>
        </p:nvSpPr>
        <p:spPr>
          <a:xfrm>
            <a:off x="4634361" y="2368730"/>
            <a:ext cx="1989493" cy="134746"/>
          </a:xfrm>
        </p:spPr>
        <p:txBody>
          <a:bodyPr anchor="t"/>
          <a:lstStyle>
            <a:lvl1pPr marL="0" indent="0">
              <a:buFont typeface="Arial" panose="020B0604020202020204" pitchFamily="34" charset="0"/>
              <a:buNone/>
              <a:defRPr sz="1050" b="1" cap="none"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a:t>Short, concise header</a:t>
            </a:r>
          </a:p>
        </p:txBody>
      </p:sp>
      <p:sp>
        <p:nvSpPr>
          <p:cNvPr id="20" name="Content Placeholder 16">
            <a:extLst>
              <a:ext uri="{FF2B5EF4-FFF2-40B4-BE49-F238E27FC236}">
                <a16:creationId xmlns:a16="http://schemas.microsoft.com/office/drawing/2014/main" id="{4B8A1698-5E5D-E16C-4E96-C57892E0C837}"/>
              </a:ext>
            </a:extLst>
          </p:cNvPr>
          <p:cNvSpPr>
            <a:spLocks noGrp="1"/>
          </p:cNvSpPr>
          <p:nvPr>
            <p:ph sz="quarter" idx="19" hasCustomPrompt="1"/>
          </p:nvPr>
        </p:nvSpPr>
        <p:spPr>
          <a:xfrm>
            <a:off x="4634361" y="1622308"/>
            <a:ext cx="1989493"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XX%</a:t>
            </a:r>
          </a:p>
        </p:txBody>
      </p:sp>
      <p:pic>
        <p:nvPicPr>
          <p:cNvPr id="6" name="Graphic 5">
            <a:extLst>
              <a:ext uri="{FF2B5EF4-FFF2-40B4-BE49-F238E27FC236}">
                <a16:creationId xmlns:a16="http://schemas.microsoft.com/office/drawing/2014/main" id="{8B59AEC0-8228-7DF9-5E61-BD725271F385}"/>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4361" y="1522673"/>
            <a:ext cx="593744" cy="99635"/>
          </a:xfrm>
          <a:prstGeom prst="rect">
            <a:avLst/>
          </a:prstGeom>
        </p:spPr>
      </p:pic>
      <p:pic>
        <p:nvPicPr>
          <p:cNvPr id="7" name="Graphic 6">
            <a:extLst>
              <a:ext uri="{FF2B5EF4-FFF2-40B4-BE49-F238E27FC236}">
                <a16:creationId xmlns:a16="http://schemas.microsoft.com/office/drawing/2014/main" id="{2C80CFBF-73AD-8255-D1AC-52766D8A646D}"/>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2296" y="1522673"/>
            <a:ext cx="593744" cy="99635"/>
          </a:xfrm>
          <a:prstGeom prst="rect">
            <a:avLst/>
          </a:prstGeom>
        </p:spPr>
      </p:pic>
      <p:pic>
        <p:nvPicPr>
          <p:cNvPr id="12" name="Graphic 11">
            <a:extLst>
              <a:ext uri="{FF2B5EF4-FFF2-40B4-BE49-F238E27FC236}">
                <a16:creationId xmlns:a16="http://schemas.microsoft.com/office/drawing/2014/main" id="{8B9C8103-F420-2DA7-A7FD-50BDB4D34A4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54764" y="1522673"/>
            <a:ext cx="593744" cy="99635"/>
          </a:xfrm>
          <a:prstGeom prst="rect">
            <a:avLst/>
          </a:prstGeom>
        </p:spPr>
      </p:pic>
      <p:pic>
        <p:nvPicPr>
          <p:cNvPr id="2" name="Graphic 1">
            <a:extLst>
              <a:ext uri="{FF2B5EF4-FFF2-40B4-BE49-F238E27FC236}">
                <a16:creationId xmlns:a16="http://schemas.microsoft.com/office/drawing/2014/main" id="{EA282987-FC0C-CA4B-839D-C69001DF55A0}"/>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6200000">
            <a:off x="11384223" y="6170966"/>
            <a:ext cx="911645" cy="241661"/>
          </a:xfrm>
          <a:prstGeom prst="rect">
            <a:avLst/>
          </a:prstGeom>
        </p:spPr>
      </p:pic>
      <p:sp>
        <p:nvSpPr>
          <p:cNvPr id="3" name="Date Placeholder 2">
            <a:extLst>
              <a:ext uri="{FF2B5EF4-FFF2-40B4-BE49-F238E27FC236}">
                <a16:creationId xmlns:a16="http://schemas.microsoft.com/office/drawing/2014/main" id="{7D7FC531-4073-82FA-8B1C-5731114F1D4A}"/>
              </a:ext>
            </a:extLst>
          </p:cNvPr>
          <p:cNvSpPr>
            <a:spLocks noGrp="1"/>
          </p:cNvSpPr>
          <p:nvPr>
            <p:ph type="dt" sz="half" idx="21"/>
          </p:nvPr>
        </p:nvSpPr>
        <p:spPr/>
        <p:txBody>
          <a:bodyPr/>
          <a:lstStyle/>
          <a:p>
            <a:fld id="{B7EB65F7-02F7-4C03-9B5E-0F72A9F540CE}" type="datetime1">
              <a:rPr lang="en-US" smtClean="0"/>
              <a:pPr/>
              <a:t>4/15/2024</a:t>
            </a:fld>
            <a:endParaRPr lang="en-US"/>
          </a:p>
        </p:txBody>
      </p:sp>
      <p:sp>
        <p:nvSpPr>
          <p:cNvPr id="17" name="Footer Placeholder 16">
            <a:extLst>
              <a:ext uri="{FF2B5EF4-FFF2-40B4-BE49-F238E27FC236}">
                <a16:creationId xmlns:a16="http://schemas.microsoft.com/office/drawing/2014/main" id="{23FE9CC2-650C-9517-5E65-904F5FF49E7E}"/>
              </a:ext>
            </a:extLst>
          </p:cNvPr>
          <p:cNvSpPr>
            <a:spLocks noGrp="1"/>
          </p:cNvSpPr>
          <p:nvPr>
            <p:ph type="ftr" sz="quarter" idx="22"/>
          </p:nvPr>
        </p:nvSpPr>
        <p:spPr/>
        <p:txBody>
          <a:bodyPr/>
          <a:lstStyle/>
          <a:p>
            <a:endParaRPr lang="en-US"/>
          </a:p>
        </p:txBody>
      </p:sp>
      <p:sp>
        <p:nvSpPr>
          <p:cNvPr id="21" name="Slide Number Placeholder 20">
            <a:extLst>
              <a:ext uri="{FF2B5EF4-FFF2-40B4-BE49-F238E27FC236}">
                <a16:creationId xmlns:a16="http://schemas.microsoft.com/office/drawing/2014/main" id="{0A39336A-5BD8-FB3A-1320-FA37A87BC0F6}"/>
              </a:ext>
            </a:extLst>
          </p:cNvPr>
          <p:cNvSpPr>
            <a:spLocks noGrp="1"/>
          </p:cNvSpPr>
          <p:nvPr>
            <p:ph type="sldNum" sz="quarter" idx="23"/>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18147152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F5946-6C9B-4EA4-AE93-A7B01A157C5B}"/>
              </a:ext>
            </a:extLst>
          </p:cNvPr>
          <p:cNvSpPr>
            <a:spLocks noGrp="1"/>
          </p:cNvSpPr>
          <p:nvPr userDrawn="1">
            <p:ph type="title" hasCustomPrompt="1"/>
          </p:nvPr>
        </p:nvSpPr>
        <p:spPr>
          <a:xfrm>
            <a:off x="797174" y="970772"/>
            <a:ext cx="4453150" cy="1600200"/>
          </a:xfrm>
        </p:spPr>
        <p:txBody>
          <a:bodyPr anchor="b"/>
          <a:lstStyle>
            <a:lvl1pPr>
              <a:defRPr sz="4400">
                <a:solidFill>
                  <a:schemeClr val="tx1">
                    <a:lumMod val="95000"/>
                  </a:schemeClr>
                </a:solidFill>
              </a:defRPr>
            </a:lvl1pPr>
          </a:lstStyle>
          <a:p>
            <a:r>
              <a:rPr lang="en-US"/>
              <a:t>Content with Caption Layout</a:t>
            </a:r>
          </a:p>
        </p:txBody>
      </p:sp>
      <p:sp>
        <p:nvSpPr>
          <p:cNvPr id="3" name="Content Placeholder 2">
            <a:extLst>
              <a:ext uri="{FF2B5EF4-FFF2-40B4-BE49-F238E27FC236}">
                <a16:creationId xmlns:a16="http://schemas.microsoft.com/office/drawing/2014/main" id="{CF4F0041-77FC-4BF9-8586-A5C2EFFCCE9D}"/>
              </a:ext>
            </a:extLst>
          </p:cNvPr>
          <p:cNvSpPr>
            <a:spLocks noGrp="1"/>
          </p:cNvSpPr>
          <p:nvPr userDrawn="1">
            <p:ph idx="1"/>
          </p:nvPr>
        </p:nvSpPr>
        <p:spPr>
          <a:xfrm>
            <a:off x="797174" y="2836406"/>
            <a:ext cx="4627160" cy="2726857"/>
          </a:xfrm>
        </p:spPr>
        <p:txBody>
          <a:bodyPr/>
          <a:lstStyle>
            <a:lvl1pPr>
              <a:buClr>
                <a:schemeClr val="accent4"/>
              </a:buClr>
              <a:defRPr sz="1600"/>
            </a:lvl1pPr>
            <a:lvl2pPr>
              <a:spcBef>
                <a:spcPts val="500"/>
              </a:spcBef>
              <a:defRPr sz="1200"/>
            </a:lvl2pPr>
            <a:lvl3pPr>
              <a:defRPr sz="1100"/>
            </a:lvl3pPr>
            <a:lvl4pPr>
              <a:defRPr sz="1000"/>
            </a:lvl4pPr>
            <a:lvl5pPr>
              <a:defRPr sz="9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FDB54C-1858-4207-918E-D18252F0AFB1}"/>
              </a:ext>
            </a:extLst>
          </p:cNvPr>
          <p:cNvSpPr>
            <a:spLocks noGrp="1"/>
          </p:cNvSpPr>
          <p:nvPr userDrawn="1">
            <p:ph type="body" sz="half" idx="2" hasCustomPrompt="1"/>
          </p:nvPr>
        </p:nvSpPr>
        <p:spPr>
          <a:xfrm>
            <a:off x="6221508" y="1503127"/>
            <a:ext cx="4941708" cy="3215568"/>
          </a:xfrm>
        </p:spPr>
        <p:txBody>
          <a:bodyPr anchor="ctr"/>
          <a:lstStyle>
            <a:lvl1pPr marL="0" indent="0" algn="ctr">
              <a:lnSpc>
                <a:spcPct val="100000"/>
              </a:lnSpc>
              <a:buNone/>
              <a:defRPr sz="3600" cap="none" spc="0" baseline="0">
                <a:solidFill>
                  <a:schemeClr val="accent4"/>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A punchy callout</a:t>
            </a:r>
            <a:br>
              <a:rPr lang="en-US"/>
            </a:br>
            <a:r>
              <a:rPr lang="en-US"/>
              <a:t>here to add visual impact. </a:t>
            </a:r>
          </a:p>
        </p:txBody>
      </p:sp>
      <p:sp>
        <p:nvSpPr>
          <p:cNvPr id="5" name="Date Placeholder 4">
            <a:extLst>
              <a:ext uri="{FF2B5EF4-FFF2-40B4-BE49-F238E27FC236}">
                <a16:creationId xmlns:a16="http://schemas.microsoft.com/office/drawing/2014/main" id="{5E238970-FAD6-429C-AC16-C5086F6EFA3F}"/>
              </a:ext>
            </a:extLst>
          </p:cNvPr>
          <p:cNvSpPr>
            <a:spLocks noGrp="1"/>
          </p:cNvSpPr>
          <p:nvPr userDrawn="1">
            <p:ph type="dt" sz="half" idx="10"/>
          </p:nvPr>
        </p:nvSpPr>
        <p:spPr/>
        <p:txBody>
          <a:bodyPr/>
          <a:lstStyle/>
          <a:p>
            <a:fld id="{141626D5-1C9F-41BC-98D1-440026FFA664}" type="datetime1">
              <a:rPr lang="en-US" smtClean="0"/>
              <a:t>4/15/2024</a:t>
            </a:fld>
            <a:endParaRPr lang="en-US"/>
          </a:p>
        </p:txBody>
      </p:sp>
      <p:sp>
        <p:nvSpPr>
          <p:cNvPr id="6" name="Footer Placeholder 5">
            <a:extLst>
              <a:ext uri="{FF2B5EF4-FFF2-40B4-BE49-F238E27FC236}">
                <a16:creationId xmlns:a16="http://schemas.microsoft.com/office/drawing/2014/main" id="{D3837E6D-BA60-432D-8761-85066714E07C}"/>
              </a:ext>
            </a:extLst>
          </p:cNvPr>
          <p:cNvSpPr>
            <a:spLocks noGrp="1"/>
          </p:cNvSpPr>
          <p:nvPr userDrawn="1">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C796D2-2224-4806-B254-DD2EDFC38195}"/>
              </a:ext>
            </a:extLst>
          </p:cNvPr>
          <p:cNvSpPr>
            <a:spLocks noGrp="1"/>
          </p:cNvSpPr>
          <p:nvPr userDrawn="1">
            <p:ph type="sldNum" sz="quarter" idx="12"/>
          </p:nvPr>
        </p:nvSpPr>
        <p:spPr/>
        <p:txBody>
          <a:bodyPr/>
          <a:lstStyle/>
          <a:p>
            <a:fld id="{545951DD-1C6A-495F-8185-4C73F8F8B75A}" type="slidenum">
              <a:rPr lang="en-US" smtClean="0"/>
              <a:t>‹#›</a:t>
            </a:fld>
            <a:endParaRPr lang="en-US"/>
          </a:p>
        </p:txBody>
      </p:sp>
      <p:sp>
        <p:nvSpPr>
          <p:cNvPr id="18" name="Freeform: Shape 17">
            <a:extLst>
              <a:ext uri="{FF2B5EF4-FFF2-40B4-BE49-F238E27FC236}">
                <a16:creationId xmlns:a16="http://schemas.microsoft.com/office/drawing/2014/main" id="{56344645-9AF0-407C-B7FD-D98F3648AF6E}"/>
              </a:ext>
            </a:extLst>
          </p:cNvPr>
          <p:cNvSpPr/>
          <p:nvPr userDrawn="1"/>
        </p:nvSpPr>
        <p:spPr>
          <a:xfrm>
            <a:off x="15200015" y="1011086"/>
            <a:ext cx="25276" cy="1481"/>
          </a:xfrm>
          <a:custGeom>
            <a:avLst/>
            <a:gdLst>
              <a:gd name="connsiteX0" fmla="*/ 16254 w 25276"/>
              <a:gd name="connsiteY0" fmla="*/ -572 h 1481"/>
              <a:gd name="connsiteX1" fmla="*/ 14378 w 25276"/>
              <a:gd name="connsiteY1" fmla="*/ 909 h 1481"/>
              <a:gd name="connsiteX2" fmla="*/ 39655 w 25276"/>
              <a:gd name="connsiteY2" fmla="*/ -572 h 1481"/>
            </a:gdLst>
            <a:ahLst/>
            <a:cxnLst>
              <a:cxn ang="0">
                <a:pos x="connsiteX0" y="connsiteY0"/>
              </a:cxn>
              <a:cxn ang="0">
                <a:pos x="connsiteX1" y="connsiteY1"/>
              </a:cxn>
              <a:cxn ang="0">
                <a:pos x="connsiteX2" y="connsiteY2"/>
              </a:cxn>
            </a:cxnLst>
            <a:rect l="l" t="t" r="r" b="b"/>
            <a:pathLst>
              <a:path w="25276" h="1481">
                <a:moveTo>
                  <a:pt x="16254" y="-572"/>
                </a:moveTo>
                <a:cubicBezTo>
                  <a:pt x="15625" y="-82"/>
                  <a:pt x="15007" y="419"/>
                  <a:pt x="14378" y="909"/>
                </a:cubicBezTo>
                <a:cubicBezTo>
                  <a:pt x="22818" y="494"/>
                  <a:pt x="31244" y="0"/>
                  <a:pt x="39655" y="-572"/>
                </a:cubicBezTo>
                <a:close/>
              </a:path>
            </a:pathLst>
          </a:custGeom>
          <a:solidFill>
            <a:srgbClr val="1A1D54"/>
          </a:solidFill>
          <a:ln w="557" cap="flat">
            <a:noFill/>
            <a:prstDash val="solid"/>
            <a:miter/>
          </a:ln>
        </p:spPr>
        <p:txBody>
          <a:bodyPr rtlCol="0" anchor="ctr"/>
          <a:lstStyle/>
          <a:p>
            <a:endParaRPr lang="en-US"/>
          </a:p>
        </p:txBody>
      </p:sp>
      <p:pic>
        <p:nvPicPr>
          <p:cNvPr id="8" name="Picture 7">
            <a:extLst>
              <a:ext uri="{FF2B5EF4-FFF2-40B4-BE49-F238E27FC236}">
                <a16:creationId xmlns:a16="http://schemas.microsoft.com/office/drawing/2014/main" id="{35BA5593-A016-57E4-EB26-180E3F5F2DFD}"/>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49928852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Simple Title and Text">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6A9C61D-9E7D-3E0C-5D3B-DEC3A560C365}"/>
              </a:ext>
            </a:extLst>
          </p:cNvPr>
          <p:cNvSpPr/>
          <p:nvPr userDrawn="1"/>
        </p:nvSpPr>
        <p:spPr>
          <a:xfrm>
            <a:off x="722489" y="752798"/>
            <a:ext cx="11469511" cy="611587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1078526" y="2460663"/>
            <a:ext cx="3614593" cy="2006284"/>
          </a:xfrm>
        </p:spPr>
        <p:txBody>
          <a:bodyPr anchor="ctr"/>
          <a:lstStyle>
            <a:lvl1pPr>
              <a:defRPr>
                <a:solidFill>
                  <a:schemeClr val="tx1"/>
                </a:solidFill>
              </a:defRPr>
            </a:lvl1pPr>
          </a:lstStyle>
          <a:p>
            <a:r>
              <a:rPr lang="en-US"/>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DD504963-5C48-4A20-B6E4-936A3248B6D6}" type="datetime1">
              <a:rPr lang="en-US" smtClean="0"/>
              <a:t>4/15/2024</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960835" y="6394105"/>
            <a:ext cx="9693913" cy="365125"/>
          </a:xfrm>
        </p:spPr>
        <p:txBody>
          <a:body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5153856" y="999455"/>
            <a:ext cx="6259364" cy="4859089"/>
          </a:xfrm>
        </p:spPr>
        <p:txBody>
          <a:bodyPr anchor="ctr"/>
          <a:lstStyle>
            <a:lvl1pPr>
              <a:buClr>
                <a:schemeClr val="accent3"/>
              </a:buClr>
              <a:defRPr>
                <a:solidFill>
                  <a:schemeClr val="tx1"/>
                </a:solidFill>
              </a:defRPr>
            </a:lvl1pPr>
            <a:lvl2pPr>
              <a:spcBef>
                <a:spcPts val="500"/>
              </a:spcBef>
              <a:defRPr>
                <a:solidFill>
                  <a:schemeClr val="tx1"/>
                </a:solidFill>
              </a:defRPr>
            </a:lvl2pPr>
            <a:lvl3pPr>
              <a:buClr>
                <a:schemeClr val="tx1"/>
              </a:buClr>
              <a:defRPr>
                <a:solidFill>
                  <a:schemeClr val="tx1"/>
                </a:solidFill>
              </a:defRPr>
            </a:lvl3pPr>
            <a:lvl4pPr>
              <a:buClr>
                <a:schemeClr val="tx1"/>
              </a:buClr>
              <a:defRPr>
                <a:solidFill>
                  <a:schemeClr val="tx1"/>
                </a:solidFill>
              </a:defRPr>
            </a:lvl4pPr>
            <a:lvl5pPr>
              <a:buClr>
                <a:schemeClr val="tx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9" name="Group 28">
            <a:extLst>
              <a:ext uri="{FF2B5EF4-FFF2-40B4-BE49-F238E27FC236}">
                <a16:creationId xmlns:a16="http://schemas.microsoft.com/office/drawing/2014/main" id="{D47E555F-0D85-4723-A517-43C422829B5D}"/>
              </a:ext>
            </a:extLst>
          </p:cNvPr>
          <p:cNvGrpSpPr/>
          <p:nvPr userDrawn="1"/>
        </p:nvGrpSpPr>
        <p:grpSpPr>
          <a:xfrm>
            <a:off x="11719136" y="5836046"/>
            <a:ext cx="242400" cy="912229"/>
            <a:chOff x="11719136" y="5836046"/>
            <a:chExt cx="242400" cy="912229"/>
          </a:xfrm>
          <a:solidFill>
            <a:schemeClr val="tx1"/>
          </a:solidFill>
        </p:grpSpPr>
        <p:grpSp>
          <p:nvGrpSpPr>
            <p:cNvPr id="6" name="Group 5">
              <a:extLst>
                <a:ext uri="{FF2B5EF4-FFF2-40B4-BE49-F238E27FC236}">
                  <a16:creationId xmlns:a16="http://schemas.microsoft.com/office/drawing/2014/main" id="{1D3CDFC5-BA44-4467-B5AE-AFC3588EE604}"/>
                </a:ext>
              </a:extLst>
            </p:cNvPr>
            <p:cNvGrpSpPr/>
            <p:nvPr userDrawn="1"/>
          </p:nvGrpSpPr>
          <p:grpSpPr>
            <a:xfrm>
              <a:off x="11742577" y="5836046"/>
              <a:ext cx="183640" cy="668800"/>
              <a:chOff x="11742577" y="5836046"/>
              <a:chExt cx="183640" cy="668800"/>
            </a:xfrm>
            <a:grpFill/>
          </p:grpSpPr>
          <p:sp>
            <p:nvSpPr>
              <p:cNvPr id="10" name="Freeform: Shape 9">
                <a:extLst>
                  <a:ext uri="{FF2B5EF4-FFF2-40B4-BE49-F238E27FC236}">
                    <a16:creationId xmlns:a16="http://schemas.microsoft.com/office/drawing/2014/main" id="{9F852FCB-CE46-4141-8584-7A33EC8EE2DF}"/>
                  </a:ext>
                </a:extLst>
              </p:cNvPr>
              <p:cNvSpPr/>
              <p:nvPr/>
            </p:nvSpPr>
            <p:spPr>
              <a:xfrm rot="16200000">
                <a:off x="11842762" y="6422473"/>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03822D02-28B3-4B18-A15A-906975B5FCC9}"/>
                  </a:ext>
                </a:extLst>
              </p:cNvPr>
              <p:cNvSpPr/>
              <p:nvPr/>
            </p:nvSpPr>
            <p:spPr>
              <a:xfrm rot="16200000">
                <a:off x="11876278" y="6351541"/>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196F58A7-A506-424F-8369-192906B366D3}"/>
                  </a:ext>
                </a:extLst>
              </p:cNvPr>
              <p:cNvSpPr/>
              <p:nvPr/>
            </p:nvSpPr>
            <p:spPr>
              <a:xfrm rot="16200000">
                <a:off x="11844470" y="6285084"/>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DF039984-AA97-4D54-A531-C3FE90D75554}"/>
                  </a:ext>
                </a:extLst>
              </p:cNvPr>
              <p:cNvSpPr/>
              <p:nvPr/>
            </p:nvSpPr>
            <p:spPr>
              <a:xfrm rot="16200000">
                <a:off x="11740880" y="6121297"/>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62E2389-961E-4B08-B1DE-BC15695B04E7}"/>
                  </a:ext>
                </a:extLst>
              </p:cNvPr>
              <p:cNvSpPr/>
              <p:nvPr/>
            </p:nvSpPr>
            <p:spPr>
              <a:xfrm rot="16200000">
                <a:off x="11736724" y="631467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7D406465-38D1-4E50-B13D-8F4966CFDA16}"/>
                  </a:ext>
                </a:extLst>
              </p:cNvPr>
              <p:cNvSpPr/>
              <p:nvPr/>
            </p:nvSpPr>
            <p:spPr>
              <a:xfrm rot="16200000">
                <a:off x="11840565" y="6181884"/>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D14F231A-F7C7-4721-B2EB-1572666A9505}"/>
                  </a:ext>
                </a:extLst>
              </p:cNvPr>
              <p:cNvSpPr/>
              <p:nvPr/>
            </p:nvSpPr>
            <p:spPr>
              <a:xfrm rot="16200000">
                <a:off x="11838871" y="5968459"/>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D050063-EE48-4966-9A74-A2586B586A30}"/>
                  </a:ext>
                </a:extLst>
              </p:cNvPr>
              <p:cNvSpPr/>
              <p:nvPr/>
            </p:nvSpPr>
            <p:spPr>
              <a:xfrm rot="16200000">
                <a:off x="11738914" y="5861336"/>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9F9D9D3-267B-4E02-93F0-495C0FE17721}"/>
                  </a:ext>
                </a:extLst>
              </p:cNvPr>
              <p:cNvSpPr/>
              <p:nvPr/>
            </p:nvSpPr>
            <p:spPr>
              <a:xfrm rot="16200000">
                <a:off x="11915094" y="5839103"/>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1B8E4094-9A8A-487C-A7E9-7B4D50D7E2A8}"/>
                  </a:ext>
                </a:extLst>
              </p:cNvPr>
              <p:cNvSpPr/>
              <p:nvPr/>
            </p:nvSpPr>
            <p:spPr>
              <a:xfrm rot="16200000">
                <a:off x="11911385" y="5836046"/>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8CEED2F4-7356-451B-AFAB-C5255759D232}"/>
                  </a:ext>
                </a:extLst>
              </p:cNvPr>
              <p:cNvSpPr/>
              <p:nvPr/>
            </p:nvSpPr>
            <p:spPr>
              <a:xfrm rot="16200000">
                <a:off x="11842096" y="6075915"/>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3B72A06-8A8C-4C7F-80B7-D900056650C4}"/>
                  </a:ext>
                </a:extLst>
              </p:cNvPr>
              <p:cNvSpPr/>
              <p:nvPr/>
            </p:nvSpPr>
            <p:spPr>
              <a:xfrm rot="16200000">
                <a:off x="11772680" y="6057282"/>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4781A27-A8C8-4EB1-B9C0-C584F71FAE07}"/>
                  </a:ext>
                </a:extLst>
              </p:cNvPr>
              <p:cNvSpPr/>
              <p:nvPr/>
            </p:nvSpPr>
            <p:spPr>
              <a:xfrm rot="16200000">
                <a:off x="11723697" y="5975905"/>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3E3E83D-DBC3-42FD-939D-CB8154F9D736}"/>
                  </a:ext>
                </a:extLst>
              </p:cNvPr>
              <p:cNvSpPr/>
              <p:nvPr/>
            </p:nvSpPr>
            <p:spPr>
              <a:xfrm rot="16200000">
                <a:off x="11734572" y="6216253"/>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1AE53000-73F6-4983-9130-2590CBB7BC1B}"/>
                  </a:ext>
                </a:extLst>
              </p:cNvPr>
              <p:cNvSpPr/>
              <p:nvPr/>
            </p:nvSpPr>
            <p:spPr>
              <a:xfrm rot="16200000">
                <a:off x="11838871" y="5861062"/>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9236FA0D-A61D-4D22-8102-1CB053CA4C0E}"/>
                  </a:ext>
                </a:extLst>
              </p:cNvPr>
              <p:cNvSpPr/>
              <p:nvPr/>
            </p:nvSpPr>
            <p:spPr>
              <a:xfrm rot="16200000">
                <a:off x="11732614" y="6415924"/>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grpSp>
        <p:grpSp>
          <p:nvGrpSpPr>
            <p:cNvPr id="7" name="Group 6">
              <a:extLst>
                <a:ext uri="{FF2B5EF4-FFF2-40B4-BE49-F238E27FC236}">
                  <a16:creationId xmlns:a16="http://schemas.microsoft.com/office/drawing/2014/main" id="{7ABC3142-72CC-4A6C-9F56-470F51A4EE95}"/>
                </a:ext>
              </a:extLst>
            </p:cNvPr>
            <p:cNvGrpSpPr/>
            <p:nvPr userDrawn="1"/>
          </p:nvGrpSpPr>
          <p:grpSpPr>
            <a:xfrm>
              <a:off x="11719136" y="6522150"/>
              <a:ext cx="242400" cy="226125"/>
              <a:chOff x="11719136" y="6522150"/>
              <a:chExt cx="242400" cy="226125"/>
            </a:xfrm>
            <a:grpFill/>
          </p:grpSpPr>
          <p:sp>
            <p:nvSpPr>
              <p:cNvPr id="27" name="Freeform: Shape 26">
                <a:extLst>
                  <a:ext uri="{FF2B5EF4-FFF2-40B4-BE49-F238E27FC236}">
                    <a16:creationId xmlns:a16="http://schemas.microsoft.com/office/drawing/2014/main" id="{70E63281-2494-4AAB-9C91-8A3D0C70317B}"/>
                  </a:ext>
                </a:extLst>
              </p:cNvPr>
              <p:cNvSpPr/>
              <p:nvPr/>
            </p:nvSpPr>
            <p:spPr>
              <a:xfrm rot="16200000">
                <a:off x="11727273" y="6514013"/>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7340BF95-9B53-4193-96F9-F88955D92134}"/>
                  </a:ext>
                </a:extLst>
              </p:cNvPr>
              <p:cNvSpPr/>
              <p:nvPr/>
            </p:nvSpPr>
            <p:spPr>
              <a:xfrm rot="16200000">
                <a:off x="11731706" y="6640610"/>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8469250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Simple Title and Text - Teal">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C3687B6-8933-6A48-5705-8FF4F705B41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flipV="1">
            <a:off x="9014" y="0"/>
            <a:ext cx="12182985" cy="6881992"/>
          </a:xfrm>
          <a:prstGeom prst="rect">
            <a:avLst/>
          </a:prstGeom>
        </p:spPr>
      </p:pic>
      <p:sp>
        <p:nvSpPr>
          <p:cNvPr id="6" name="Rectangle 5">
            <a:extLst>
              <a:ext uri="{FF2B5EF4-FFF2-40B4-BE49-F238E27FC236}">
                <a16:creationId xmlns:a16="http://schemas.microsoft.com/office/drawing/2014/main" id="{3551CF6F-448F-2E2B-E0E0-371F7FCDCD74}"/>
              </a:ext>
            </a:extLst>
          </p:cNvPr>
          <p:cNvSpPr/>
          <p:nvPr userDrawn="1"/>
        </p:nvSpPr>
        <p:spPr>
          <a:xfrm>
            <a:off x="0" y="-913"/>
            <a:ext cx="11295529" cy="611587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24949" y="2460663"/>
            <a:ext cx="3614593" cy="2006284"/>
          </a:xfrm>
        </p:spPr>
        <p:txBody>
          <a:bodyPr anchor="ctr"/>
          <a:lstStyle>
            <a:lvl1pPr>
              <a:defRPr>
                <a:solidFill>
                  <a:schemeClr val="bg1"/>
                </a:solidFill>
              </a:defRPr>
            </a:lvl1pPr>
          </a:lstStyle>
          <a:p>
            <a:r>
              <a:rPr lang="en-US"/>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lvl1pPr>
              <a:defRPr>
                <a:solidFill>
                  <a:schemeClr val="bg1"/>
                </a:solidFill>
              </a:defRPr>
            </a:lvl1pPr>
          </a:lstStyle>
          <a:p>
            <a:fld id="{DD504963-5C48-4A20-B6E4-936A3248B6D6}" type="datetime1">
              <a:rPr lang="en-US" smtClean="0"/>
              <a:pPr/>
              <a:t>4/15/2024</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342901" y="6394105"/>
            <a:ext cx="10311847" cy="365125"/>
          </a:xfrm>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4693701" y="999455"/>
            <a:ext cx="6265942" cy="4859089"/>
          </a:xfrm>
        </p:spPr>
        <p:txBody>
          <a:bodyPr anchor="ctr"/>
          <a:lstStyle>
            <a:lvl1pPr>
              <a:buClr>
                <a:schemeClr val="bg1"/>
              </a:buClr>
              <a:defRPr>
                <a:solidFill>
                  <a:schemeClr val="bg1"/>
                </a:solidFill>
              </a:defRPr>
            </a:lvl1pPr>
            <a:lvl2pPr>
              <a:spcBef>
                <a:spcPts val="500"/>
              </a:spcBef>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1" name="Graphic 11">
            <a:extLst>
              <a:ext uri="{FF2B5EF4-FFF2-40B4-BE49-F238E27FC236}">
                <a16:creationId xmlns:a16="http://schemas.microsoft.com/office/drawing/2014/main" id="{1D223314-6776-43FA-8398-50710337EF4D}"/>
              </a:ext>
            </a:extLst>
          </p:cNvPr>
          <p:cNvGrpSpPr/>
          <p:nvPr userDrawn="1"/>
        </p:nvGrpSpPr>
        <p:grpSpPr>
          <a:xfrm rot="16200000">
            <a:off x="11384220" y="6170961"/>
            <a:ext cx="912230" cy="242400"/>
            <a:chOff x="11384220" y="6170961"/>
            <a:chExt cx="912230" cy="242400"/>
          </a:xfrm>
          <a:solidFill>
            <a:schemeClr val="bg1"/>
          </a:solidFill>
        </p:grpSpPr>
        <p:sp>
          <p:nvSpPr>
            <p:cNvPr id="12" name="Freeform: Shape 11">
              <a:extLst>
                <a:ext uri="{FF2B5EF4-FFF2-40B4-BE49-F238E27FC236}">
                  <a16:creationId xmlns:a16="http://schemas.microsoft.com/office/drawing/2014/main" id="{7DD1129A-3BCF-4E47-9343-38651B5C2734}"/>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8D3A2FF2-1C7F-4903-8120-73B1BD1AE704}"/>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74828876-584A-465E-BF7C-7D30C52EE24C}"/>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E602F55C-CC01-4AF8-91DE-699E87F3EDA5}"/>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D94E456-D628-4E5A-8394-56CAB4C4F22A}"/>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81B895A-8949-4D10-9209-38C95C5A5A1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D5F80D1-5F76-4BC0-B24A-556C6B6776DA}"/>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6DD91E2-175E-460A-8394-8F84F02F28F5}"/>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64C6CA2-76BC-4C66-81D8-2442FA5B0D5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38DAC1B-E4F0-4BC2-85B0-DFAAE737DFC8}"/>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1D606B14-9D50-4BF5-B04B-78AC9CBD06E2}"/>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0B60096A-0E4C-4CB6-9B15-E89731DF3E7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43C6376-F9E1-46BE-9AD0-4B3E82F4EB68}"/>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6453BD17-1909-444C-9889-2804F28A8F68}"/>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96F61F40-69D4-4967-9506-824EDC894163}"/>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C06F201-CB4E-42E6-869E-2FE328AB6D6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CD3C817A-5338-4FC4-8ECB-03A73E66FA7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0640385-811A-4C22-AC7F-0D53BBE765D8}"/>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2530349316"/>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imple Title and Text - Aqua">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1A04B8B-6E7C-5FE5-7013-3202719F08E0}"/>
              </a:ext>
            </a:extLst>
          </p:cNvPr>
          <p:cNvSpPr/>
          <p:nvPr userDrawn="1"/>
        </p:nvSpPr>
        <p:spPr>
          <a:xfrm>
            <a:off x="0" y="742123"/>
            <a:ext cx="11295529" cy="611587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24949" y="2460663"/>
            <a:ext cx="3614593" cy="2006284"/>
          </a:xfrm>
        </p:spPr>
        <p:txBody>
          <a:bodyPr anchor="ctr"/>
          <a:lstStyle>
            <a:lvl1pPr>
              <a:defRPr>
                <a:solidFill>
                  <a:schemeClr val="bg1"/>
                </a:solidFill>
              </a:defRPr>
            </a:lvl1pPr>
          </a:lstStyle>
          <a:p>
            <a:r>
              <a:rPr lang="en-US"/>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DD504963-5C48-4A20-B6E4-936A3248B6D6}" type="datetime1">
              <a:rPr lang="en-US" smtClean="0"/>
              <a:t>4/15/2024</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342901" y="6394105"/>
            <a:ext cx="10311847" cy="365125"/>
          </a:xfrm>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bg2"/>
            </a:solidFill>
          </a:ln>
        </p:spPr>
        <p:txBody>
          <a:bodyPr/>
          <a:lstStyle>
            <a:lvl1pPr>
              <a:defRPr>
                <a:solidFill>
                  <a:schemeClr val="bg2"/>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4693701" y="999455"/>
            <a:ext cx="6265942" cy="4859089"/>
          </a:xfrm>
        </p:spPr>
        <p:txBody>
          <a:bodyPr anchor="ctr"/>
          <a:lstStyle>
            <a:lvl1pPr>
              <a:buClr>
                <a:schemeClr val="accent4"/>
              </a:buClr>
              <a:defRPr>
                <a:solidFill>
                  <a:schemeClr val="bg1"/>
                </a:solidFill>
              </a:defRPr>
            </a:lvl1pPr>
            <a:lvl2pPr>
              <a:spcBef>
                <a:spcPts val="500"/>
              </a:spcBef>
              <a:defRPr>
                <a:solidFill>
                  <a:schemeClr val="bg1"/>
                </a:solidFill>
              </a:defRPr>
            </a:lvl2pPr>
            <a:lvl3pPr>
              <a:buClr>
                <a:schemeClr val="tx1"/>
              </a:buClr>
              <a:defRPr>
                <a:solidFill>
                  <a:schemeClr val="bg1"/>
                </a:solidFill>
              </a:defRPr>
            </a:lvl3pPr>
            <a:lvl4pPr>
              <a:buClr>
                <a:schemeClr val="tx1"/>
              </a:buClr>
              <a:defRPr>
                <a:solidFill>
                  <a:schemeClr val="bg1"/>
                </a:solidFill>
              </a:defRPr>
            </a:lvl4pPr>
            <a:lvl5pPr>
              <a:buClr>
                <a:schemeClr val="tx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a:extLst>
              <a:ext uri="{FF2B5EF4-FFF2-40B4-BE49-F238E27FC236}">
                <a16:creationId xmlns:a16="http://schemas.microsoft.com/office/drawing/2014/main" id="{AED0BBB1-5726-4311-8FFA-AFCDCA1C1A0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781980626"/>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with Large Flexible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880783" y="846999"/>
            <a:ext cx="4022175" cy="2006284"/>
          </a:xfrm>
        </p:spPr>
        <p:txBody>
          <a:bodyPr/>
          <a:lstStyle>
            <a:lvl1pPr>
              <a:defRPr>
                <a:solidFill>
                  <a:schemeClr val="tx1">
                    <a:lumMod val="95000"/>
                  </a:schemeClr>
                </a:solidFill>
              </a:defRPr>
            </a:lvl1pPr>
          </a:lstStyle>
          <a:p>
            <a:r>
              <a:rPr lang="en-US"/>
              <a:t>Text with Large Flexible Content Area</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876300" y="3119810"/>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on </a:t>
            </a:r>
            <a:r>
              <a:rPr lang="en-US" sz="900">
                <a:solidFill>
                  <a:schemeClr val="bg1"/>
                </a:solidFill>
              </a:rPr>
              <a:t>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hlinkClick r:id="rId2"/>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6" name="Date Placeholder 5">
            <a:extLst>
              <a:ext uri="{FF2B5EF4-FFF2-40B4-BE49-F238E27FC236}">
                <a16:creationId xmlns:a16="http://schemas.microsoft.com/office/drawing/2014/main" id="{B27CC78F-21FA-486E-B822-E2C5293A1C47}"/>
              </a:ext>
            </a:extLst>
          </p:cNvPr>
          <p:cNvSpPr>
            <a:spLocks noGrp="1"/>
          </p:cNvSpPr>
          <p:nvPr>
            <p:ph type="dt" sz="half" idx="16"/>
          </p:nvPr>
        </p:nvSpPr>
        <p:spPr/>
        <p:txBody>
          <a:bodyPr/>
          <a:lstStyle/>
          <a:p>
            <a:fld id="{90E8FA97-1F4F-4EFF-B11C-4FBCE90C0918}" type="datetime1">
              <a:rPr lang="en-US" smtClean="0"/>
              <a:t>4/15/2024</a:t>
            </a:fld>
            <a:endParaRPr lang="en-US"/>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p:txBody>
          <a:bodyPr/>
          <a:lstStyle/>
          <a:p>
            <a:endParaRPr lang="en-US"/>
          </a:p>
        </p:txBody>
      </p:sp>
      <p:sp>
        <p:nvSpPr>
          <p:cNvPr id="14" name="Slide Number Placeholder 13">
            <a:extLst>
              <a:ext uri="{FF2B5EF4-FFF2-40B4-BE49-F238E27FC236}">
                <a16:creationId xmlns:a16="http://schemas.microsoft.com/office/drawing/2014/main" id="{801C41A1-6B7A-44E5-AD4A-108298003E6A}"/>
              </a:ext>
            </a:extLst>
          </p:cNvPr>
          <p:cNvSpPr>
            <a:spLocks noGrp="1"/>
          </p:cNvSpPr>
          <p:nvPr>
            <p:ph type="sldNum" sz="quarter" idx="18"/>
          </p:nvPr>
        </p:nvSpPr>
        <p:spPr/>
        <p:txBody>
          <a:bodyPr/>
          <a:lstStyle/>
          <a:p>
            <a:fld id="{545951DD-1C6A-495F-8185-4C73F8F8B75A}" type="slidenum">
              <a:rPr lang="en-US" smtClean="0"/>
              <a:pPr/>
              <a:t>‹#›</a:t>
            </a:fld>
            <a:endParaRPr lang="en-US"/>
          </a:p>
        </p:txBody>
      </p:sp>
      <p:sp>
        <p:nvSpPr>
          <p:cNvPr id="4" name="Content Placeholder 3">
            <a:extLst>
              <a:ext uri="{FF2B5EF4-FFF2-40B4-BE49-F238E27FC236}">
                <a16:creationId xmlns:a16="http://schemas.microsoft.com/office/drawing/2014/main" id="{D114395F-6F35-4185-97B2-F5247D759F33}"/>
              </a:ext>
            </a:extLst>
          </p:cNvPr>
          <p:cNvSpPr>
            <a:spLocks noGrp="1"/>
          </p:cNvSpPr>
          <p:nvPr>
            <p:ph sz="quarter" idx="19"/>
          </p:nvPr>
        </p:nvSpPr>
        <p:spPr>
          <a:xfrm>
            <a:off x="5206817" y="846510"/>
            <a:ext cx="6088712" cy="535463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4FA03B2C-A88E-7D5F-0EED-6AF30D4D605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9202" b="74530"/>
          <a:stretch/>
        </p:blipFill>
        <p:spPr>
          <a:xfrm>
            <a:off x="0" y="0"/>
            <a:ext cx="12191999" cy="466997"/>
          </a:xfrm>
          <a:prstGeom prst="rect">
            <a:avLst/>
          </a:prstGeom>
        </p:spPr>
      </p:pic>
    </p:spTree>
    <p:extLst>
      <p:ext uri="{BB962C8B-B14F-4D97-AF65-F5344CB8AC3E}">
        <p14:creationId xmlns:p14="http://schemas.microsoft.com/office/powerpoint/2010/main" val="297969770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ext with Large Flexible Content - Light Bg">
    <p:bg>
      <p:bgRef idx="1001">
        <a:schemeClr val="bg1"/>
      </p:bgRef>
    </p:bg>
    <p:spTree>
      <p:nvGrpSpPr>
        <p:cNvPr id="1" name=""/>
        <p:cNvGrpSpPr/>
        <p:nvPr/>
      </p:nvGrpSpPr>
      <p:grpSpPr>
        <a:xfrm>
          <a:off x="0" y="0"/>
          <a:ext cx="0" cy="0"/>
          <a:chOff x="0" y="0"/>
          <a:chExt cx="0" cy="0"/>
        </a:xfrm>
      </p:grpSpPr>
      <p:sp>
        <p:nvSpPr>
          <p:cNvPr id="14" name="Slide Number Placeholder 13">
            <a:extLst>
              <a:ext uri="{FF2B5EF4-FFF2-40B4-BE49-F238E27FC236}">
                <a16:creationId xmlns:a16="http://schemas.microsoft.com/office/drawing/2014/main" id="{801C41A1-6B7A-44E5-AD4A-108298003E6A}"/>
              </a:ext>
            </a:extLst>
          </p:cNvPr>
          <p:cNvSpPr>
            <a:spLocks noGrp="1"/>
          </p:cNvSpPr>
          <p:nvPr>
            <p:ph type="sldNum" sz="quarter" idx="18"/>
          </p:nvPr>
        </p:nvSpPr>
        <p:spPr/>
        <p:txBody>
          <a:bodyPr/>
          <a:lstStyle/>
          <a:p>
            <a:fld id="{545951DD-1C6A-495F-8185-4C73F8F8B75A}" type="slidenum">
              <a:rPr lang="en-US" smtClean="0"/>
              <a:pPr/>
              <a:t>‹#›</a:t>
            </a:fld>
            <a:endParaRPr lang="en-US"/>
          </a:p>
        </p:txBody>
      </p:sp>
      <p:grpSp>
        <p:nvGrpSpPr>
          <p:cNvPr id="15" name="Graphic 11">
            <a:extLst>
              <a:ext uri="{FF2B5EF4-FFF2-40B4-BE49-F238E27FC236}">
                <a16:creationId xmlns:a16="http://schemas.microsoft.com/office/drawing/2014/main" id="{0614E999-6E73-4ECA-9E67-7901DCC5145D}"/>
              </a:ext>
            </a:extLst>
          </p:cNvPr>
          <p:cNvGrpSpPr/>
          <p:nvPr userDrawn="1"/>
        </p:nvGrpSpPr>
        <p:grpSpPr>
          <a:xfrm rot="16200000">
            <a:off x="11384220" y="6170961"/>
            <a:ext cx="912230" cy="242400"/>
            <a:chOff x="11384220" y="6170961"/>
            <a:chExt cx="912230" cy="242400"/>
          </a:xfrm>
          <a:solidFill>
            <a:schemeClr val="tx1"/>
          </a:solidFill>
        </p:grpSpPr>
        <p:sp>
          <p:nvSpPr>
            <p:cNvPr id="16" name="Freeform: Shape 15">
              <a:extLst>
                <a:ext uri="{FF2B5EF4-FFF2-40B4-BE49-F238E27FC236}">
                  <a16:creationId xmlns:a16="http://schemas.microsoft.com/office/drawing/2014/main" id="{5ACD8790-3A42-4B46-B04C-D4E13A0C08DD}"/>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E317303-C4D6-4F1D-9002-47E75AEA17E9}"/>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CD83DCD6-D5B2-4193-A473-0403A7FF0660}"/>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1C7274B-6A1C-4E1C-BD11-ECFCB7A33CCE}"/>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D6021035-AA55-4F4E-9ECA-EABC3B1AC98B}"/>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DCD57A36-45D9-4AB7-9720-BBB2F21AC465}"/>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74C6B2F-7E28-48A7-A431-A093F4533941}"/>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93F23518-EEE2-4875-A8CB-997A3B03B8EE}"/>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F809E2B-E67E-4EA0-A8C0-C2A3F1B3EE6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EB282AF-55DC-4C18-AC8C-DD80CBDCB141}"/>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6973AFD6-52A2-4C73-9DD7-E453E31FE6F8}"/>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BF40B4BB-5424-41E7-9548-41C2D58BCDD8}"/>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54F8916-1A4E-4014-BAA0-2D3482A9179B}"/>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25CBA63-AFDE-4EEE-8700-D84942E661A0}"/>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6819261-C599-4EEB-A2F1-6BE39CBCE984}"/>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B8E7752D-CBE5-44E7-980F-92B2BF03D30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75F77EB5-0EE5-4607-8505-026979C8D388}"/>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7088692A-AC37-4BC6-93AA-93B8BF5D6D55}"/>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37" name="Title 1">
            <a:extLst>
              <a:ext uri="{FF2B5EF4-FFF2-40B4-BE49-F238E27FC236}">
                <a16:creationId xmlns:a16="http://schemas.microsoft.com/office/drawing/2014/main" id="{D9113ACF-D9C6-47B9-4949-F1391B0637B6}"/>
              </a:ext>
            </a:extLst>
          </p:cNvPr>
          <p:cNvSpPr>
            <a:spLocks noGrp="1"/>
          </p:cNvSpPr>
          <p:nvPr>
            <p:ph type="title" hasCustomPrompt="1"/>
          </p:nvPr>
        </p:nvSpPr>
        <p:spPr>
          <a:xfrm>
            <a:off x="880783" y="846999"/>
            <a:ext cx="4022175" cy="2006284"/>
          </a:xfrm>
        </p:spPr>
        <p:txBody>
          <a:bodyPr/>
          <a:lstStyle>
            <a:lvl1pPr>
              <a:defRPr>
                <a:solidFill>
                  <a:schemeClr val="accent1"/>
                </a:solidFill>
              </a:defRPr>
            </a:lvl1pPr>
          </a:lstStyle>
          <a:p>
            <a:r>
              <a:rPr lang="en-US"/>
              <a:t>Text with Large Flexible Content Area</a:t>
            </a:r>
          </a:p>
        </p:txBody>
      </p:sp>
      <p:sp>
        <p:nvSpPr>
          <p:cNvPr id="38" name="Text Placeholder 8">
            <a:extLst>
              <a:ext uri="{FF2B5EF4-FFF2-40B4-BE49-F238E27FC236}">
                <a16:creationId xmlns:a16="http://schemas.microsoft.com/office/drawing/2014/main" id="{C8CFE503-1AE2-8CF6-0D63-95F912803A5A}"/>
              </a:ext>
            </a:extLst>
          </p:cNvPr>
          <p:cNvSpPr>
            <a:spLocks noGrp="1"/>
          </p:cNvSpPr>
          <p:nvPr>
            <p:ph type="body" sz="quarter" idx="13"/>
          </p:nvPr>
        </p:nvSpPr>
        <p:spPr>
          <a:xfrm>
            <a:off x="876300" y="3119810"/>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9" name="TextBox 38">
            <a:extLst>
              <a:ext uri="{FF2B5EF4-FFF2-40B4-BE49-F238E27FC236}">
                <a16:creationId xmlns:a16="http://schemas.microsoft.com/office/drawing/2014/main" id="{4153A014-260D-65A9-9437-9A4E34AA1B28}"/>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tx1"/>
                </a:solidFill>
                <a:effectLst/>
                <a:uLnTx/>
                <a:uFillTx/>
              </a:rPr>
              <a:t>TEMPLATE NOTES </a:t>
            </a:r>
            <a:br>
              <a:rPr kumimoji="0" lang="en-US" sz="900" b="1" i="0" u="none" strike="noStrike" kern="0" cap="none" spc="0" normalizeH="0" baseline="0" noProof="0">
                <a:ln>
                  <a:noFill/>
                </a:ln>
                <a:solidFill>
                  <a:schemeClr val="tx1"/>
                </a:solidFill>
                <a:effectLst/>
                <a:uLnTx/>
                <a:uFillTx/>
              </a:rPr>
            </a:br>
            <a:r>
              <a:rPr kumimoji="0" lang="en-US" sz="900" b="0" i="1" u="none" strike="noStrike" kern="0" cap="none" spc="0" normalizeH="0" baseline="0" noProof="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For a library of presentation-ready images, visit the library on </a:t>
            </a:r>
            <a:r>
              <a:rPr lang="en-US" sz="900">
                <a:solidFill>
                  <a:schemeClr val="tx1"/>
                </a:solidFill>
              </a:rPr>
              <a:t>SharePoint &gt; </a:t>
            </a:r>
            <a:br>
              <a:rPr lang="en-US" sz="900">
                <a:solidFill>
                  <a:schemeClr val="tx1"/>
                </a:solidFill>
              </a:rPr>
            </a:br>
            <a:r>
              <a:rPr lang="en-US" sz="900">
                <a:solidFill>
                  <a:schemeClr val="tx1"/>
                </a:solidFill>
              </a:rPr>
              <a:t>Marketing &gt; </a:t>
            </a:r>
            <a:br>
              <a:rPr lang="en-US" sz="900">
                <a:solidFill>
                  <a:schemeClr val="tx1"/>
                </a:solidFill>
              </a:rPr>
            </a:br>
            <a:r>
              <a:rPr lang="en-US" sz="900">
                <a:solidFill>
                  <a:schemeClr val="tx1"/>
                </a:solidFill>
              </a:rPr>
              <a:t>Documents &gt; </a:t>
            </a:r>
            <a:br>
              <a:rPr lang="en-US" sz="900">
                <a:solidFill>
                  <a:schemeClr val="tx1"/>
                </a:solidFill>
              </a:rPr>
            </a:br>
            <a:r>
              <a:rPr lang="en-US" sz="900">
                <a:solidFill>
                  <a:schemeClr val="tx1"/>
                </a:solidFill>
              </a:rPr>
              <a:t>Design Resources &gt;  PowerPoint Templates &gt; Anytime Fitness &gt; </a:t>
            </a:r>
            <a:br>
              <a:rPr lang="en-US" sz="900">
                <a:solidFill>
                  <a:schemeClr val="tx1"/>
                </a:solidFill>
              </a:rPr>
            </a:br>
            <a:r>
              <a:rPr lang="en-US" sz="900">
                <a:solidFill>
                  <a:schemeClr val="tx1"/>
                </a:solidFill>
              </a:rPr>
              <a:t>PPT Image Library. </a:t>
            </a:r>
            <a:br>
              <a:rPr lang="en-US" sz="900">
                <a:solidFill>
                  <a:schemeClr val="tx1"/>
                </a:solidFill>
              </a:rPr>
            </a:br>
            <a:r>
              <a:rPr lang="en-US" sz="900">
                <a:solidFill>
                  <a:schemeClr val="tx1"/>
                </a:solidFill>
              </a:rPr>
              <a:t>Or, simply type in this URL: </a:t>
            </a:r>
            <a:r>
              <a:rPr lang="en-US" sz="900">
                <a:hlinkClick r:id="rId2"/>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40" name="Date Placeholder 5">
            <a:extLst>
              <a:ext uri="{FF2B5EF4-FFF2-40B4-BE49-F238E27FC236}">
                <a16:creationId xmlns:a16="http://schemas.microsoft.com/office/drawing/2014/main" id="{B38E0F8B-67C2-E60C-C24E-A3A5E623D09A}"/>
              </a:ext>
            </a:extLst>
          </p:cNvPr>
          <p:cNvSpPr>
            <a:spLocks noGrp="1"/>
          </p:cNvSpPr>
          <p:nvPr>
            <p:ph type="dt" sz="half" idx="16"/>
          </p:nvPr>
        </p:nvSpPr>
        <p:spPr>
          <a:xfrm>
            <a:off x="10602762" y="6382494"/>
            <a:ext cx="692767" cy="365125"/>
          </a:xfrm>
        </p:spPr>
        <p:txBody>
          <a:bodyPr/>
          <a:lstStyle/>
          <a:p>
            <a:fld id="{90E8FA97-1F4F-4EFF-B11C-4FBCE90C0918}" type="datetime1">
              <a:rPr lang="en-US" smtClean="0"/>
              <a:t>4/15/2024</a:t>
            </a:fld>
            <a:endParaRPr lang="en-US"/>
          </a:p>
        </p:txBody>
      </p:sp>
      <p:sp>
        <p:nvSpPr>
          <p:cNvPr id="41" name="Footer Placeholder 12">
            <a:extLst>
              <a:ext uri="{FF2B5EF4-FFF2-40B4-BE49-F238E27FC236}">
                <a16:creationId xmlns:a16="http://schemas.microsoft.com/office/drawing/2014/main" id="{083B19C0-CB28-C248-5F81-AC76CC1361D7}"/>
              </a:ext>
            </a:extLst>
          </p:cNvPr>
          <p:cNvSpPr>
            <a:spLocks noGrp="1"/>
          </p:cNvSpPr>
          <p:nvPr>
            <p:ph type="ftr" sz="quarter" idx="17"/>
          </p:nvPr>
        </p:nvSpPr>
        <p:spPr>
          <a:xfrm>
            <a:off x="876300" y="6394105"/>
            <a:ext cx="9726461" cy="365126"/>
          </a:xfrm>
        </p:spPr>
        <p:txBody>
          <a:bodyPr/>
          <a:lstStyle/>
          <a:p>
            <a:endParaRPr lang="en-US"/>
          </a:p>
        </p:txBody>
      </p:sp>
      <p:sp>
        <p:nvSpPr>
          <p:cNvPr id="43" name="Content Placeholder 3">
            <a:extLst>
              <a:ext uri="{FF2B5EF4-FFF2-40B4-BE49-F238E27FC236}">
                <a16:creationId xmlns:a16="http://schemas.microsoft.com/office/drawing/2014/main" id="{C0AB04C7-565C-8E0A-DABE-2927DA9B63C0}"/>
              </a:ext>
            </a:extLst>
          </p:cNvPr>
          <p:cNvSpPr>
            <a:spLocks noGrp="1"/>
          </p:cNvSpPr>
          <p:nvPr>
            <p:ph sz="quarter" idx="19"/>
          </p:nvPr>
        </p:nvSpPr>
        <p:spPr>
          <a:xfrm>
            <a:off x="5206817" y="846510"/>
            <a:ext cx="6088712" cy="535463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E7E3426B-EC6F-7CDA-61BB-59BEEEA5E90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2964555952"/>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Lt Purple">
    <p:bg>
      <p:bgPr>
        <a:solidFill>
          <a:schemeClr val="accent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75EB503-6A5E-D169-DF43-D8719A5ED508}"/>
              </a:ext>
            </a:extLst>
          </p:cNvPr>
          <p:cNvSpPr>
            <a:spLocks noGrp="1"/>
          </p:cNvSpPr>
          <p:nvPr>
            <p:ph type="title" hasCustomPrompt="1"/>
          </p:nvPr>
        </p:nvSpPr>
        <p:spPr>
          <a:xfrm>
            <a:off x="7029238" y="665652"/>
            <a:ext cx="4022175" cy="2006284"/>
          </a:xfrm>
        </p:spPr>
        <p:txBody>
          <a:bodyPr/>
          <a:lstStyle>
            <a:lvl1pPr>
              <a:defRPr>
                <a:solidFill>
                  <a:schemeClr val="tx1"/>
                </a:solidFill>
              </a:defRPr>
            </a:lvl1pPr>
          </a:lstStyle>
          <a:p>
            <a:r>
              <a:rPr lang="en-US"/>
              <a:t>Text with Large Image</a:t>
            </a:r>
          </a:p>
        </p:txBody>
      </p:sp>
      <p:sp>
        <p:nvSpPr>
          <p:cNvPr id="16" name="Text Placeholder 8">
            <a:extLst>
              <a:ext uri="{FF2B5EF4-FFF2-40B4-BE49-F238E27FC236}">
                <a16:creationId xmlns:a16="http://schemas.microsoft.com/office/drawing/2014/main" id="{F8B03BA0-DA03-EE8D-1C43-2E92061C7F3A}"/>
              </a:ext>
            </a:extLst>
          </p:cNvPr>
          <p:cNvSpPr>
            <a:spLocks noGrp="1"/>
          </p:cNvSpPr>
          <p:nvPr>
            <p:ph type="body" sz="quarter" idx="13"/>
          </p:nvPr>
        </p:nvSpPr>
        <p:spPr>
          <a:xfrm>
            <a:off x="7024755" y="2938463"/>
            <a:ext cx="4021789" cy="3081337"/>
          </a:xfrm>
        </p:spPr>
        <p:txBody>
          <a:bodyPr/>
          <a:lstStyle>
            <a:lvl1pPr>
              <a:buClr>
                <a:schemeClr val="accent4"/>
              </a:buClr>
              <a:defRPr>
                <a:solidFill>
                  <a:schemeClr val="tx1"/>
                </a:solidFill>
              </a:defRPr>
            </a:lvl1pPr>
            <a:lvl2pPr>
              <a:spcBef>
                <a:spcPts val="500"/>
              </a:spcBef>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Box 16">
            <a:extLst>
              <a:ext uri="{FF2B5EF4-FFF2-40B4-BE49-F238E27FC236}">
                <a16:creationId xmlns:a16="http://schemas.microsoft.com/office/drawing/2014/main" id="{C784D04E-4E1E-8A21-2C9A-970EBA32062E}"/>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rPr>
              <a:t>TEMPLATE NOTES </a:t>
            </a:r>
            <a:br>
              <a:rPr kumimoji="0" lang="en-US" sz="900" b="1" i="0" u="none" strike="noStrike" kern="0" cap="none" spc="0" normalizeH="0" baseline="0" noProof="0">
                <a:ln>
                  <a:noFill/>
                </a:ln>
                <a:solidFill>
                  <a:schemeClr val="bg1"/>
                </a:solidFill>
                <a:effectLst/>
                <a:uLnTx/>
                <a:uFillTx/>
              </a:rPr>
            </a:br>
            <a:r>
              <a:rPr kumimoji="0" lang="en-US" sz="900" b="0" i="1" u="none" strike="noStrike" kern="0" cap="none" spc="0" normalizeH="0" baseline="0" noProof="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rPr>
              <a:t>For a library of presentation-ready images, visit the library on </a:t>
            </a:r>
            <a:r>
              <a:rPr lang="en-US" sz="900">
                <a:solidFill>
                  <a:schemeClr val="bg1"/>
                </a:solidFill>
              </a:rPr>
              <a:t>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solidFill>
                  <a:schemeClr val="bg1"/>
                </a:solidFill>
                <a:hlinkClick r:id="rId2">
                  <a:extLst>
                    <a:ext uri="{A12FA001-AC4F-418D-AE19-62706E023703}">
                      <ahyp:hlinkClr xmlns:ahyp="http://schemas.microsoft.com/office/drawing/2018/hyperlinkcolor" val="tx"/>
                    </a:ext>
                  </a:extLst>
                </a:hlinkClick>
              </a:rPr>
              <a:t>bit.ly/AF-PPT</a:t>
            </a:r>
            <a:r>
              <a:rPr lang="en-US" sz="900">
                <a:solidFill>
                  <a:schemeClr val="bg1"/>
                </a:solidFill>
              </a:rPr>
              <a:t> </a:t>
            </a:r>
            <a:endParaRPr lang="en-US" sz="900" i="1">
              <a:solidFill>
                <a:schemeClr val="bg1"/>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p:txBody>
      </p:sp>
      <p:sp>
        <p:nvSpPr>
          <p:cNvPr id="19" name="Footer Placeholder 12">
            <a:extLst>
              <a:ext uri="{FF2B5EF4-FFF2-40B4-BE49-F238E27FC236}">
                <a16:creationId xmlns:a16="http://schemas.microsoft.com/office/drawing/2014/main" id="{3347F7F6-DA51-58D6-2C85-ED48992E1203}"/>
              </a:ext>
            </a:extLst>
          </p:cNvPr>
          <p:cNvSpPr>
            <a:spLocks noGrp="1"/>
          </p:cNvSpPr>
          <p:nvPr>
            <p:ph type="ftr" sz="quarter" idx="17"/>
          </p:nvPr>
        </p:nvSpPr>
        <p:spPr>
          <a:xfrm>
            <a:off x="7024755" y="6394105"/>
            <a:ext cx="4361261" cy="365125"/>
          </a:xfrm>
        </p:spPr>
        <p:txBody>
          <a:bodyPr/>
          <a:lstStyle/>
          <a:p>
            <a:endParaRPr lang="en-US"/>
          </a:p>
        </p:txBody>
      </p:sp>
      <p:sp>
        <p:nvSpPr>
          <p:cNvPr id="21" name="Picture Placeholder 4">
            <a:extLst>
              <a:ext uri="{FF2B5EF4-FFF2-40B4-BE49-F238E27FC236}">
                <a16:creationId xmlns:a16="http://schemas.microsoft.com/office/drawing/2014/main" id="{2A22A248-A561-4ED4-306F-9F755219AE2B}"/>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3" name="Date Placeholder 2">
            <a:extLst>
              <a:ext uri="{FF2B5EF4-FFF2-40B4-BE49-F238E27FC236}">
                <a16:creationId xmlns:a16="http://schemas.microsoft.com/office/drawing/2014/main" id="{C8983892-7A0A-E9DB-3755-E4F0DF4C83E0}"/>
              </a:ext>
            </a:extLst>
          </p:cNvPr>
          <p:cNvSpPr>
            <a:spLocks noGrp="1"/>
          </p:cNvSpPr>
          <p:nvPr>
            <p:ph type="dt" sz="half" idx="19"/>
          </p:nvPr>
        </p:nvSpPr>
        <p:spPr/>
        <p:txBody>
          <a:bodyPr/>
          <a:lstStyle/>
          <a:p>
            <a:fld id="{B7EB65F7-02F7-4C03-9B5E-0F72A9F540CE}" type="datetime1">
              <a:rPr lang="en-US" smtClean="0"/>
              <a:pPr/>
              <a:t>4/15/2024</a:t>
            </a:fld>
            <a:endParaRPr lang="en-US"/>
          </a:p>
        </p:txBody>
      </p:sp>
      <p:pic>
        <p:nvPicPr>
          <p:cNvPr id="5" name="Picture 4">
            <a:extLst>
              <a:ext uri="{FF2B5EF4-FFF2-40B4-BE49-F238E27FC236}">
                <a16:creationId xmlns:a16="http://schemas.microsoft.com/office/drawing/2014/main" id="{EE23D776-94AE-A0F5-9184-5BB995497D92}"/>
              </a:ext>
            </a:extLst>
          </p:cNvPr>
          <p:cNvPicPr>
            <a:picLocks noChangeAspect="1"/>
          </p:cNvPicPr>
          <p:nvPr userDrawn="1"/>
        </p:nvPicPr>
        <p:blipFill>
          <a:blip r:embed="rId3"/>
          <a:stretch>
            <a:fillRect/>
          </a:stretch>
        </p:blipFill>
        <p:spPr>
          <a:xfrm>
            <a:off x="11588496" y="0"/>
            <a:ext cx="603504" cy="6858000"/>
          </a:xfrm>
          <a:prstGeom prst="rect">
            <a:avLst/>
          </a:prstGeom>
        </p:spPr>
      </p:pic>
      <p:pic>
        <p:nvPicPr>
          <p:cNvPr id="2" name="Graphic 1">
            <a:extLst>
              <a:ext uri="{FF2B5EF4-FFF2-40B4-BE49-F238E27FC236}">
                <a16:creationId xmlns:a16="http://schemas.microsoft.com/office/drawing/2014/main" id="{6047E895-FF32-9B0B-AE13-FF55BFBAC424}"/>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4" name="Slide Number Placeholder 3">
            <a:extLst>
              <a:ext uri="{FF2B5EF4-FFF2-40B4-BE49-F238E27FC236}">
                <a16:creationId xmlns:a16="http://schemas.microsoft.com/office/drawing/2014/main" id="{04F8B0BE-1B53-4B16-3B7B-70B335BC06DE}"/>
              </a:ext>
            </a:extLst>
          </p:cNvPr>
          <p:cNvSpPr>
            <a:spLocks noGrp="1"/>
          </p:cNvSpPr>
          <p:nvPr>
            <p:ph type="sldNum" sz="quarter" idx="20"/>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1242899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xt with Large Right Image - Lt Purple">
    <p:bg>
      <p:bgPr>
        <a:solidFill>
          <a:schemeClr val="accent2"/>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FD31F38-3EB2-0873-8F25-62C85BC3ACF8}"/>
              </a:ext>
            </a:extLst>
          </p:cNvPr>
          <p:cNvPicPr>
            <a:picLocks noChangeAspect="1"/>
          </p:cNvPicPr>
          <p:nvPr userDrawn="1"/>
        </p:nvPicPr>
        <p:blipFill>
          <a:blip r:embed="rId2"/>
          <a:stretch>
            <a:fillRect/>
          </a:stretch>
        </p:blipFill>
        <p:spPr>
          <a:xfrm>
            <a:off x="5111908" y="0"/>
            <a:ext cx="1091184" cy="6858000"/>
          </a:xfrm>
          <a:prstGeom prst="rect">
            <a:avLst/>
          </a:prstGeom>
        </p:spPr>
      </p:pic>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876300" y="1252778"/>
            <a:ext cx="3932237" cy="1600200"/>
          </a:xfrm>
        </p:spPr>
        <p:txBody>
          <a:bodyPr anchor="b"/>
          <a:lstStyle>
            <a:lvl1pPr>
              <a:defRPr sz="4400">
                <a:solidFill>
                  <a:schemeClr val="tx1">
                    <a:lumMod val="95000"/>
                  </a:schemeClr>
                </a:solidFill>
              </a:defRPr>
            </a:lvl1pPr>
          </a:lstStyle>
          <a:p>
            <a:r>
              <a:rPr lang="en-US"/>
              <a:t>Picture with Caption Layout</a:t>
            </a:r>
          </a:p>
        </p:txBody>
      </p:sp>
      <p:sp>
        <p:nvSpPr>
          <p:cNvPr id="5" name="Date Placeholder 4">
            <a:extLst>
              <a:ext uri="{FF2B5EF4-FFF2-40B4-BE49-F238E27FC236}">
                <a16:creationId xmlns:a16="http://schemas.microsoft.com/office/drawing/2014/main" id="{4AEAB837-B477-4381-9E50-1014984EB7D9}"/>
              </a:ext>
            </a:extLst>
          </p:cNvPr>
          <p:cNvSpPr>
            <a:spLocks noGrp="1"/>
          </p:cNvSpPr>
          <p:nvPr>
            <p:ph type="dt" sz="half" idx="10"/>
          </p:nvPr>
        </p:nvSpPr>
        <p:spPr/>
        <p:txBody>
          <a:bodyPr/>
          <a:lstStyle/>
          <a:p>
            <a:fld id="{6974DEDA-3E46-4272-B7C0-873B8E9D9D5B}" type="datetime1">
              <a:rPr lang="en-US" smtClean="0"/>
              <a:t>4/15/2024</a:t>
            </a:fld>
            <a:endParaRPr lang="en-US"/>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0" y="6394105"/>
            <a:ext cx="5251801" cy="365125"/>
          </a:xfrm>
        </p:spPr>
        <p:txBody>
          <a:bodyPr/>
          <a:lstStyle/>
          <a:p>
            <a:endParaRPr lang="en-US"/>
          </a:p>
        </p:txBody>
      </p:sp>
      <p:sp>
        <p:nvSpPr>
          <p:cNvPr id="7" name="Slide Number Placeholder 6">
            <a:extLst>
              <a:ext uri="{FF2B5EF4-FFF2-40B4-BE49-F238E27FC236}">
                <a16:creationId xmlns:a16="http://schemas.microsoft.com/office/drawing/2014/main" id="{808C2FDB-A372-405D-BD4F-27DAC42ADCAE}"/>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a:t>
            </a:r>
            <a:r>
              <a:rPr lang="en-US" sz="900"/>
              <a:t>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3" name="Picture Placeholder 4">
            <a:extLst>
              <a:ext uri="{FF2B5EF4-FFF2-40B4-BE49-F238E27FC236}">
                <a16:creationId xmlns:a16="http://schemas.microsoft.com/office/drawing/2014/main" id="{222F7817-9E4B-4D38-1067-0802726ABB84}"/>
              </a:ext>
            </a:extLst>
          </p:cNvPr>
          <p:cNvSpPr>
            <a:spLocks noGrp="1"/>
          </p:cNvSpPr>
          <p:nvPr>
            <p:ph type="pic" sz="quarter" idx="13" hasCustomPrompt="1"/>
          </p:nvPr>
        </p:nvSpPr>
        <p:spPr>
          <a:xfrm>
            <a:off x="6203092" y="0"/>
            <a:ext cx="5988908"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10" name="Text Placeholder 8">
            <a:extLst>
              <a:ext uri="{FF2B5EF4-FFF2-40B4-BE49-F238E27FC236}">
                <a16:creationId xmlns:a16="http://schemas.microsoft.com/office/drawing/2014/main" id="{ED42ABC2-A677-1D12-4596-F119ECDF861A}"/>
              </a:ext>
            </a:extLst>
          </p:cNvPr>
          <p:cNvSpPr>
            <a:spLocks noGrp="1"/>
          </p:cNvSpPr>
          <p:nvPr>
            <p:ph type="body" sz="quarter" idx="14"/>
          </p:nvPr>
        </p:nvSpPr>
        <p:spPr>
          <a:xfrm>
            <a:off x="880761" y="3082873"/>
            <a:ext cx="4021789" cy="3081337"/>
          </a:xfrm>
        </p:spPr>
        <p:txBody>
          <a:bodyPr/>
          <a:lstStyle>
            <a:lvl1pPr>
              <a:buClr>
                <a:schemeClr val="accent4"/>
              </a:buClr>
              <a:defRPr>
                <a:solidFill>
                  <a:schemeClr val="tx1"/>
                </a:solidFill>
              </a:defRPr>
            </a:lvl1pPr>
            <a:lvl2pPr>
              <a:spcBef>
                <a:spcPts val="500"/>
              </a:spcBef>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209348"/>
      </p:ext>
    </p:extLst>
  </p:cSld>
  <p:clrMapOvr>
    <a:masterClrMapping/>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xt with Right Large Image - Dk Purple">
    <p:bg bwMode="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55168DB-E914-DADD-489F-01257F94B183}"/>
              </a:ext>
            </a:extLst>
          </p:cNvPr>
          <p:cNvSpPr/>
          <p:nvPr userDrawn="1"/>
        </p:nvSpPr>
        <p:spPr>
          <a:xfrm>
            <a:off x="342900" y="556054"/>
            <a:ext cx="5291780" cy="560996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902362" y="1346298"/>
            <a:ext cx="4107247" cy="2006284"/>
          </a:xfrm>
        </p:spPr>
        <p:txBody>
          <a:bodyPr/>
          <a:lstStyle>
            <a:lvl1pPr>
              <a:defRPr>
                <a:solidFill>
                  <a:schemeClr val="tx1">
                    <a:lumMod val="95000"/>
                  </a:schemeClr>
                </a:solidFill>
              </a:defRPr>
            </a:lvl1pPr>
          </a:lstStyle>
          <a:p>
            <a:r>
              <a:rPr lang="en-US"/>
              <a:t>Content with Large Image on the Right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7750942F-FE04-4295-8AA7-1B8CA8C1E7F5}" type="datetime1">
              <a:rPr lang="en-US" smtClean="0"/>
              <a:t>4/15/2024</a:t>
            </a:fld>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xfrm>
            <a:off x="11674225" y="5415563"/>
            <a:ext cx="305503" cy="306298"/>
          </a:xfrm>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897879" y="3619110"/>
            <a:ext cx="4106853" cy="1524548"/>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206357EE-7324-4E9D-A650-60C96D800F81}"/>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7" name="Picture Placeholder 4">
            <a:extLst>
              <a:ext uri="{FF2B5EF4-FFF2-40B4-BE49-F238E27FC236}">
                <a16:creationId xmlns:a16="http://schemas.microsoft.com/office/drawing/2014/main" id="{EBBFB1AC-062E-48E2-DEA0-70D332678B00}"/>
              </a:ext>
            </a:extLst>
          </p:cNvPr>
          <p:cNvSpPr>
            <a:spLocks noGrp="1"/>
          </p:cNvSpPr>
          <p:nvPr>
            <p:ph type="pic" sz="quarter" idx="14" hasCustomPrompt="1"/>
          </p:nvPr>
        </p:nvSpPr>
        <p:spPr>
          <a:xfrm>
            <a:off x="5634680" y="580769"/>
            <a:ext cx="5881817" cy="5609968"/>
          </a:xfrm>
          <a:prstGeom prst="rect">
            <a:avLst/>
          </a:prstGeom>
          <a:ln>
            <a:noFill/>
          </a:ln>
        </p:spPr>
        <p:txBody>
          <a:bodyPr bIns="822960" anchor="ctr"/>
          <a:lstStyle>
            <a:lvl1pPr marL="0" indent="0" algn="ctr">
              <a:buNone/>
              <a:defRPr/>
            </a:lvl1pPr>
          </a:lstStyle>
          <a:p>
            <a:r>
              <a:rPr lang="en-US"/>
              <a:t>Click the Icon to Insert Image</a:t>
            </a:r>
          </a:p>
        </p:txBody>
      </p:sp>
      <p:sp>
        <p:nvSpPr>
          <p:cNvPr id="11" name="Footer Placeholder 5">
            <a:extLst>
              <a:ext uri="{FF2B5EF4-FFF2-40B4-BE49-F238E27FC236}">
                <a16:creationId xmlns:a16="http://schemas.microsoft.com/office/drawing/2014/main" id="{04AFA2B4-3E35-AF4F-2DC1-EE3201A44FB4}"/>
              </a:ext>
            </a:extLst>
          </p:cNvPr>
          <p:cNvSpPr>
            <a:spLocks noGrp="1"/>
          </p:cNvSpPr>
          <p:nvPr>
            <p:ph type="ftr" sz="quarter" idx="11"/>
          </p:nvPr>
        </p:nvSpPr>
        <p:spPr>
          <a:xfrm>
            <a:off x="342900" y="6394105"/>
            <a:ext cx="5251801" cy="365125"/>
          </a:xfrm>
        </p:spPr>
        <p:txBody>
          <a:bodyPr/>
          <a:lstStyle/>
          <a:p>
            <a:endParaRPr lang="en-US"/>
          </a:p>
        </p:txBody>
      </p:sp>
    </p:spTree>
    <p:extLst>
      <p:ext uri="{BB962C8B-B14F-4D97-AF65-F5344CB8AC3E}">
        <p14:creationId xmlns:p14="http://schemas.microsoft.com/office/powerpoint/2010/main" val="33000568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xt with Large Left Image - Dk Purple">
    <p:bg bwMode="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66A34F3-535E-D168-1C7B-A0D34E551C87}"/>
              </a:ext>
            </a:extLst>
          </p:cNvPr>
          <p:cNvSpPr/>
          <p:nvPr userDrawn="1"/>
        </p:nvSpPr>
        <p:spPr>
          <a:xfrm>
            <a:off x="5681764" y="556054"/>
            <a:ext cx="5793342" cy="560996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412418" y="991133"/>
            <a:ext cx="4683950" cy="2006284"/>
          </a:xfrm>
        </p:spPr>
        <p:txBody>
          <a:bodyPr/>
          <a:lstStyle>
            <a:lvl1pPr>
              <a:defRPr>
                <a:solidFill>
                  <a:schemeClr val="tx1"/>
                </a:solidFill>
              </a:defRPr>
            </a:lvl1pPr>
          </a:lstStyle>
          <a:p>
            <a:r>
              <a:rPr lang="en-US"/>
              <a:t>Content with Large Image on the Left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F3AC5A41-916D-4914-928C-14F9E3496C2D}" type="datetime1">
              <a:rPr lang="en-US" smtClean="0"/>
              <a:t>4/15/2024</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6407935" y="6394105"/>
            <a:ext cx="4194827" cy="365125"/>
          </a:xfrm>
        </p:spPr>
        <p:txBody>
          <a:body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p:txBody>
          <a:body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407935" y="3263945"/>
            <a:ext cx="4683500" cy="2519700"/>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3ECFAEC9-107E-4C12-8C20-C62DC077EDC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6" name="Picture Placeholder 4">
            <a:extLst>
              <a:ext uri="{FF2B5EF4-FFF2-40B4-BE49-F238E27FC236}">
                <a16:creationId xmlns:a16="http://schemas.microsoft.com/office/drawing/2014/main" id="{28FA5F90-CC48-8392-5B76-6A50CC473E3E}"/>
              </a:ext>
            </a:extLst>
          </p:cNvPr>
          <p:cNvSpPr>
            <a:spLocks noGrp="1"/>
          </p:cNvSpPr>
          <p:nvPr>
            <p:ph type="pic" sz="quarter" idx="14" hasCustomPrompt="1"/>
          </p:nvPr>
        </p:nvSpPr>
        <p:spPr>
          <a:xfrm>
            <a:off x="5542" y="0"/>
            <a:ext cx="5793342" cy="6857999"/>
          </a:xfrm>
          <a:prstGeom prst="rect">
            <a:avLst/>
          </a:prstGeom>
          <a:ln>
            <a:noFill/>
          </a:ln>
        </p:spPr>
        <p:txBody>
          <a:bodyPr bIns="822960" anchor="ctr"/>
          <a:lstStyle>
            <a:lvl1pPr marL="0" indent="0" algn="ctr">
              <a:buNone/>
              <a:defRPr/>
            </a:lvl1pPr>
          </a:lstStyle>
          <a:p>
            <a:r>
              <a:rPr lang="en-US"/>
              <a:t>Click the Icon to Insert Image</a:t>
            </a:r>
          </a:p>
        </p:txBody>
      </p:sp>
    </p:spTree>
    <p:extLst>
      <p:ext uri="{BB962C8B-B14F-4D97-AF65-F5344CB8AC3E}">
        <p14:creationId xmlns:p14="http://schemas.microsoft.com/office/powerpoint/2010/main" val="87707493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with Left Image - Dark Bg">
    <p:bg bwMode="ltGray">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CD822-AC3E-9535-CFA0-156ABCA3E84A}"/>
              </a:ext>
            </a:extLst>
          </p:cNvPr>
          <p:cNvSpPr>
            <a:spLocks noGrp="1"/>
          </p:cNvSpPr>
          <p:nvPr>
            <p:ph type="title" hasCustomPrompt="1"/>
          </p:nvPr>
        </p:nvSpPr>
        <p:spPr>
          <a:xfrm>
            <a:off x="6095999" y="1774065"/>
            <a:ext cx="4977414" cy="1955308"/>
          </a:xfrm>
        </p:spPr>
        <p:txBody>
          <a:bodyPr/>
          <a:lstStyle>
            <a:lvl1pPr>
              <a:defRPr>
                <a:solidFill>
                  <a:schemeClr val="tx1"/>
                </a:solidFill>
              </a:defRPr>
            </a:lvl1pPr>
          </a:lstStyle>
          <a:p>
            <a:r>
              <a:rPr lang="en-US">
                <a:solidFill>
                  <a:schemeClr val="tx1">
                    <a:lumMod val="95000"/>
                  </a:schemeClr>
                </a:solidFill>
              </a:rPr>
              <a:t>Divider or Impact Slide Option 2</a:t>
            </a:r>
          </a:p>
        </p:txBody>
      </p:sp>
      <p:sp>
        <p:nvSpPr>
          <p:cNvPr id="5" name="Text Placeholder 12">
            <a:extLst>
              <a:ext uri="{FF2B5EF4-FFF2-40B4-BE49-F238E27FC236}">
                <a16:creationId xmlns:a16="http://schemas.microsoft.com/office/drawing/2014/main" id="{061B5DED-D73D-015F-4AE5-745B1E18C4D0}"/>
              </a:ext>
            </a:extLst>
          </p:cNvPr>
          <p:cNvSpPr>
            <a:spLocks noGrp="1"/>
          </p:cNvSpPr>
          <p:nvPr>
            <p:ph type="body" sz="quarter" idx="14"/>
          </p:nvPr>
        </p:nvSpPr>
        <p:spPr bwMode="white">
          <a:xfrm>
            <a:off x="6096000" y="3841968"/>
            <a:ext cx="4977413" cy="1301750"/>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7">
            <a:extLst>
              <a:ext uri="{FF2B5EF4-FFF2-40B4-BE49-F238E27FC236}">
                <a16:creationId xmlns:a16="http://schemas.microsoft.com/office/drawing/2014/main" id="{0DA05514-6B1B-9F0E-84BF-814FDC4826EB}"/>
              </a:ext>
            </a:extLst>
          </p:cNvPr>
          <p:cNvSpPr>
            <a:spLocks noGrp="1"/>
          </p:cNvSpPr>
          <p:nvPr>
            <p:ph type="pic" sz="quarter" idx="15" hasCustomPrompt="1"/>
          </p:nvPr>
        </p:nvSpPr>
        <p:spPr>
          <a:xfrm>
            <a:off x="0" y="0"/>
            <a:ext cx="4078444" cy="6858000"/>
          </a:xfrm>
        </p:spPr>
        <p:txBody>
          <a:bodyPr bIns="914400" anchor="ctr"/>
          <a:lstStyle>
            <a:lvl1pPr marL="0" indent="0" algn="ctr">
              <a:buFontTx/>
              <a:buNone/>
              <a:defRPr/>
            </a:lvl1pPr>
          </a:lstStyle>
          <a:p>
            <a:r>
              <a:rPr lang="en-US"/>
              <a:t>Click the Icon to Insert Image</a:t>
            </a:r>
          </a:p>
        </p:txBody>
      </p:sp>
      <p:sp>
        <p:nvSpPr>
          <p:cNvPr id="3" name="TextBox 2">
            <a:extLst>
              <a:ext uri="{FF2B5EF4-FFF2-40B4-BE49-F238E27FC236}">
                <a16:creationId xmlns:a16="http://schemas.microsoft.com/office/drawing/2014/main" id="{6FAC5571-E6BE-8030-4F4B-C6D3C5C6200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7500"/>
                </a:solidFill>
                <a:effectLst/>
                <a:uLnTx/>
                <a:uFillTx/>
                <a:hlinkClick r:id="rId2">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7500"/>
                </a:solidFill>
                <a:effectLst/>
                <a:uLnTx/>
                <a:uFillTx/>
              </a:rPr>
              <a:t> </a:t>
            </a:r>
            <a:endParaRPr kumimoji="0" lang="en-US" sz="900" b="0" i="1" u="none" strike="noStrike" kern="0" cap="none" spc="0" normalizeH="0" baseline="0" noProof="0">
              <a:ln>
                <a:noFill/>
              </a:ln>
              <a:solidFill>
                <a:srgbClr val="FF75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pic>
        <p:nvPicPr>
          <p:cNvPr id="7" name="Picture 6">
            <a:extLst>
              <a:ext uri="{FF2B5EF4-FFF2-40B4-BE49-F238E27FC236}">
                <a16:creationId xmlns:a16="http://schemas.microsoft.com/office/drawing/2014/main" id="{E76671F2-0D61-52BC-4697-DAF58767F2CA}"/>
              </a:ext>
            </a:extLst>
          </p:cNvPr>
          <p:cNvPicPr>
            <a:picLocks noChangeAspect="1"/>
          </p:cNvPicPr>
          <p:nvPr userDrawn="1"/>
        </p:nvPicPr>
        <p:blipFill>
          <a:blip r:embed="rId3"/>
          <a:stretch>
            <a:fillRect/>
          </a:stretch>
        </p:blipFill>
        <p:spPr>
          <a:xfrm>
            <a:off x="4078444" y="0"/>
            <a:ext cx="1572768" cy="6858000"/>
          </a:xfrm>
          <a:prstGeom prst="rect">
            <a:avLst/>
          </a:prstGeom>
        </p:spPr>
      </p:pic>
      <p:sp>
        <p:nvSpPr>
          <p:cNvPr id="10" name="Date Placeholder 9">
            <a:extLst>
              <a:ext uri="{FF2B5EF4-FFF2-40B4-BE49-F238E27FC236}">
                <a16:creationId xmlns:a16="http://schemas.microsoft.com/office/drawing/2014/main" id="{8083A65D-4331-EE9C-4E88-FB1161B83003}"/>
              </a:ext>
            </a:extLst>
          </p:cNvPr>
          <p:cNvSpPr>
            <a:spLocks noGrp="1"/>
          </p:cNvSpPr>
          <p:nvPr>
            <p:ph type="dt" sz="half" idx="16"/>
          </p:nvPr>
        </p:nvSpPr>
        <p:spPr/>
        <p:txBody>
          <a:bodyPr/>
          <a:lstStyle/>
          <a:p>
            <a:fld id="{B7EB65F7-02F7-4C03-9B5E-0F72A9F540CE}" type="datetime1">
              <a:rPr lang="en-US" smtClean="0"/>
              <a:pPr/>
              <a:t>4/15/2024</a:t>
            </a:fld>
            <a:endParaRPr lang="en-US"/>
          </a:p>
        </p:txBody>
      </p:sp>
      <p:sp>
        <p:nvSpPr>
          <p:cNvPr id="11" name="Footer Placeholder 10">
            <a:extLst>
              <a:ext uri="{FF2B5EF4-FFF2-40B4-BE49-F238E27FC236}">
                <a16:creationId xmlns:a16="http://schemas.microsoft.com/office/drawing/2014/main" id="{569641BE-1BE1-EB54-23B4-6F4B33A13E9D}"/>
              </a:ext>
            </a:extLst>
          </p:cNvPr>
          <p:cNvSpPr>
            <a:spLocks noGrp="1"/>
          </p:cNvSpPr>
          <p:nvPr>
            <p:ph type="ftr" sz="quarter" idx="17"/>
          </p:nvPr>
        </p:nvSpPr>
        <p:spPr>
          <a:xfrm>
            <a:off x="6096000" y="6394105"/>
            <a:ext cx="4506761" cy="365125"/>
          </a:xfrm>
        </p:spPr>
        <p:txBody>
          <a:bodyPr/>
          <a:lstStyle/>
          <a:p>
            <a:endParaRPr lang="en-US"/>
          </a:p>
        </p:txBody>
      </p:sp>
      <p:sp>
        <p:nvSpPr>
          <p:cNvPr id="12" name="Slide Number Placeholder 11">
            <a:extLst>
              <a:ext uri="{FF2B5EF4-FFF2-40B4-BE49-F238E27FC236}">
                <a16:creationId xmlns:a16="http://schemas.microsoft.com/office/drawing/2014/main" id="{167A052B-5F77-C85C-6A56-14AC15161947}"/>
              </a:ext>
            </a:extLst>
          </p:cNvPr>
          <p:cNvSpPr>
            <a:spLocks noGrp="1"/>
          </p:cNvSpPr>
          <p:nvPr>
            <p:ph type="sldNum" sz="quarter" idx="18"/>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364478954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Light Bg">
    <p:bg>
      <p:bgRef idx="1001">
        <a:schemeClr val="bg1"/>
      </p:bgRef>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3390CDE5-E10E-9F48-C106-7D987530EDB9}"/>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974811" y="665652"/>
            <a:ext cx="4022175" cy="2006284"/>
          </a:xfrm>
        </p:spPr>
        <p:txBody>
          <a:bodyPr/>
          <a:lstStyle>
            <a:lvl1pPr>
              <a:defRPr>
                <a:solidFill>
                  <a:schemeClr val="accent1"/>
                </a:solidFill>
              </a:defRPr>
            </a:lvl1pPr>
          </a:lstStyle>
          <a:p>
            <a:r>
              <a:rPr lang="en-US"/>
              <a:t>Text with Large Image</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970328" y="2938463"/>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tx1"/>
                </a:solidFill>
                <a:effectLst/>
                <a:uLnTx/>
                <a:uFillTx/>
              </a:rPr>
              <a:t>TEMPLATE NOTES </a:t>
            </a:r>
            <a:br>
              <a:rPr kumimoji="0" lang="en-US" sz="900" b="1" i="0" u="none" strike="noStrike" kern="0" cap="none" spc="0" normalizeH="0" baseline="0" noProof="0">
                <a:ln>
                  <a:noFill/>
                </a:ln>
                <a:solidFill>
                  <a:schemeClr val="tx1"/>
                </a:solidFill>
                <a:effectLst/>
                <a:uLnTx/>
                <a:uFillTx/>
              </a:rPr>
            </a:br>
            <a:r>
              <a:rPr kumimoji="0" lang="en-US" sz="900" b="0" i="1" u="none" strike="noStrike" kern="0" cap="none" spc="0" normalizeH="0" baseline="0" noProof="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For a library of presentation-ready images, visit the library on </a:t>
            </a:r>
            <a:r>
              <a:rPr lang="en-US" sz="900">
                <a:solidFill>
                  <a:schemeClr val="tx1"/>
                </a:solidFill>
              </a:rPr>
              <a:t>SharePoint &gt; </a:t>
            </a:r>
            <a:br>
              <a:rPr lang="en-US" sz="900">
                <a:solidFill>
                  <a:schemeClr val="tx1"/>
                </a:solidFill>
              </a:rPr>
            </a:br>
            <a:r>
              <a:rPr lang="en-US" sz="900">
                <a:solidFill>
                  <a:schemeClr val="tx1"/>
                </a:solidFill>
              </a:rPr>
              <a:t>Marketing &gt; </a:t>
            </a:r>
            <a:br>
              <a:rPr lang="en-US" sz="900">
                <a:solidFill>
                  <a:schemeClr val="tx1"/>
                </a:solidFill>
              </a:rPr>
            </a:br>
            <a:r>
              <a:rPr lang="en-US" sz="900">
                <a:solidFill>
                  <a:schemeClr val="tx1"/>
                </a:solidFill>
              </a:rPr>
              <a:t>Documents &gt; </a:t>
            </a:r>
            <a:br>
              <a:rPr lang="en-US" sz="900">
                <a:solidFill>
                  <a:schemeClr val="tx1"/>
                </a:solidFill>
              </a:rPr>
            </a:br>
            <a:r>
              <a:rPr lang="en-US" sz="900">
                <a:solidFill>
                  <a:schemeClr val="tx1"/>
                </a:solidFill>
              </a:rPr>
              <a:t>Design Resources &gt;  PowerPoint Templates &gt; Anytime Fitness &gt; </a:t>
            </a:r>
            <a:br>
              <a:rPr lang="en-US" sz="900">
                <a:solidFill>
                  <a:schemeClr val="tx1"/>
                </a:solidFill>
              </a:rPr>
            </a:br>
            <a:r>
              <a:rPr lang="en-US" sz="900">
                <a:solidFill>
                  <a:schemeClr val="tx1"/>
                </a:solidFill>
              </a:rPr>
              <a:t>PPT Image Library. </a:t>
            </a:r>
            <a:br>
              <a:rPr lang="en-US" sz="900">
                <a:solidFill>
                  <a:schemeClr val="tx1"/>
                </a:solidFill>
              </a:rPr>
            </a:br>
            <a:r>
              <a:rPr lang="en-US" sz="900">
                <a:solidFill>
                  <a:schemeClr val="tx1"/>
                </a:solidFill>
              </a:rPr>
              <a:t>Or, simply type in this URL: </a:t>
            </a:r>
            <a:r>
              <a:rPr lang="en-US" sz="900">
                <a:solidFill>
                  <a:schemeClr val="accent6"/>
                </a:solidFill>
                <a:hlinkClick r:id="rId2">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a:xfrm>
            <a:off x="6970328" y="6394105"/>
            <a:ext cx="4361261" cy="365125"/>
          </a:xfrm>
        </p:spPr>
        <p:txBody>
          <a:bodyPr/>
          <a:lstStyle/>
          <a:p>
            <a:endParaRPr lang="en-US"/>
          </a:p>
        </p:txBody>
      </p:sp>
      <p:pic>
        <p:nvPicPr>
          <p:cNvPr id="3" name="Picture 2">
            <a:extLst>
              <a:ext uri="{FF2B5EF4-FFF2-40B4-BE49-F238E27FC236}">
                <a16:creationId xmlns:a16="http://schemas.microsoft.com/office/drawing/2014/main" id="{161E6687-4B96-E3CB-765F-312A09794CB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82" r="93760"/>
          <a:stretch/>
        </p:blipFill>
        <p:spPr>
          <a:xfrm>
            <a:off x="11651211" y="0"/>
            <a:ext cx="540789" cy="6858000"/>
          </a:xfrm>
          <a:prstGeom prst="rect">
            <a:avLst/>
          </a:prstGeom>
        </p:spPr>
      </p:pic>
      <p:pic>
        <p:nvPicPr>
          <p:cNvPr id="5" name="Graphic 4">
            <a:extLst>
              <a:ext uri="{FF2B5EF4-FFF2-40B4-BE49-F238E27FC236}">
                <a16:creationId xmlns:a16="http://schemas.microsoft.com/office/drawing/2014/main" id="{7962B426-EE28-3D4F-2226-AB989EB3A17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6" name="Date Placeholder 5">
            <a:extLst>
              <a:ext uri="{FF2B5EF4-FFF2-40B4-BE49-F238E27FC236}">
                <a16:creationId xmlns:a16="http://schemas.microsoft.com/office/drawing/2014/main" id="{812A9857-7E1B-8723-2438-760855E5C06B}"/>
              </a:ext>
            </a:extLst>
          </p:cNvPr>
          <p:cNvSpPr>
            <a:spLocks noGrp="1"/>
          </p:cNvSpPr>
          <p:nvPr>
            <p:ph type="dt" sz="half" idx="19"/>
          </p:nvPr>
        </p:nvSpPr>
        <p:spPr/>
        <p:txBody>
          <a:bodyPr/>
          <a:lstStyle/>
          <a:p>
            <a:fld id="{B7EB65F7-02F7-4C03-9B5E-0F72A9F540CE}" type="datetime1">
              <a:rPr lang="en-US" smtClean="0"/>
              <a:pPr/>
              <a:t>4/15/2024</a:t>
            </a:fld>
            <a:endParaRPr lang="en-US"/>
          </a:p>
        </p:txBody>
      </p:sp>
      <p:sp>
        <p:nvSpPr>
          <p:cNvPr id="10" name="Slide Number Placeholder 9">
            <a:extLst>
              <a:ext uri="{FF2B5EF4-FFF2-40B4-BE49-F238E27FC236}">
                <a16:creationId xmlns:a16="http://schemas.microsoft.com/office/drawing/2014/main" id="{B06EBAB5-213A-F3AD-DB61-0953276BD31F}"/>
              </a:ext>
            </a:extLst>
          </p:cNvPr>
          <p:cNvSpPr>
            <a:spLocks noGrp="1"/>
          </p:cNvSpPr>
          <p:nvPr>
            <p:ph type="sldNum" sz="quarter" idx="20"/>
          </p:nvPr>
        </p:nvSpPr>
        <p:spPr>
          <a:ln>
            <a:solidFill>
              <a:schemeClr val="bg2">
                <a:lumMod val="90000"/>
              </a:schemeClr>
            </a:solidFill>
          </a:ln>
        </p:spPr>
        <p:txBody>
          <a:bodyPr/>
          <a:lstStyle>
            <a:lvl1pPr>
              <a:defRPr>
                <a:solidFill>
                  <a:schemeClr val="bg1"/>
                </a:solidFill>
              </a:defRPr>
            </a:lvl1pPr>
          </a:lstStyle>
          <a:p>
            <a:fld id="{545951DD-1C6A-495F-8185-4C73F8F8B75A}" type="slidenum">
              <a:rPr lang="en-US" smtClean="0"/>
              <a:pPr/>
              <a:t>‹#›</a:t>
            </a:fld>
            <a:endParaRPr lang="en-US"/>
          </a:p>
        </p:txBody>
      </p:sp>
    </p:spTree>
    <p:extLst>
      <p:ext uri="{BB962C8B-B14F-4D97-AF65-F5344CB8AC3E}">
        <p14:creationId xmlns:p14="http://schemas.microsoft.com/office/powerpoint/2010/main" val="1819443670"/>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Dark Purple">
    <p:bg>
      <p:bgPr>
        <a:solidFill>
          <a:schemeClr val="accent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3390CDE5-E10E-9F48-C106-7D987530EDB9}"/>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974811" y="665652"/>
            <a:ext cx="4022175" cy="2006284"/>
          </a:xfrm>
        </p:spPr>
        <p:txBody>
          <a:bodyPr/>
          <a:lstStyle>
            <a:lvl1pPr>
              <a:defRPr>
                <a:solidFill>
                  <a:schemeClr val="tx1"/>
                </a:solidFill>
              </a:defRPr>
            </a:lvl1pPr>
          </a:lstStyle>
          <a:p>
            <a:r>
              <a:rPr lang="en-US"/>
              <a:t>Text with Large Image</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970328" y="2938463"/>
            <a:ext cx="4021789" cy="3081337"/>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rPr>
              <a:t>TEMPLATE NOTES </a:t>
            </a:r>
            <a:br>
              <a:rPr kumimoji="0" lang="en-US" sz="900" b="1" i="0" u="none" strike="noStrike" kern="0" cap="none" spc="0" normalizeH="0" baseline="0" noProof="0">
                <a:ln>
                  <a:noFill/>
                </a:ln>
                <a:solidFill>
                  <a:schemeClr val="bg1"/>
                </a:solidFill>
                <a:effectLst/>
                <a:uLnTx/>
                <a:uFillTx/>
              </a:rPr>
            </a:br>
            <a:r>
              <a:rPr kumimoji="0" lang="en-US" sz="900" b="0" i="1" u="none" strike="noStrike" kern="0" cap="none" spc="0" normalizeH="0" baseline="0" noProof="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rPr>
              <a:t>For a library of presentation-ready images, visit the library on </a:t>
            </a:r>
            <a:r>
              <a:rPr lang="en-US" sz="900">
                <a:solidFill>
                  <a:schemeClr val="bg1"/>
                </a:solidFill>
              </a:rPr>
              <a:t>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solidFill>
                  <a:schemeClr val="accent6"/>
                </a:solidFill>
                <a:hlinkClick r:id="rId2">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a:xfrm>
            <a:off x="6970328" y="6394105"/>
            <a:ext cx="4361261" cy="365125"/>
          </a:xfrm>
        </p:spPr>
        <p:txBody>
          <a:bodyPr/>
          <a:lstStyle/>
          <a:p>
            <a:endParaRPr lang="en-US"/>
          </a:p>
        </p:txBody>
      </p:sp>
      <p:pic>
        <p:nvPicPr>
          <p:cNvPr id="5" name="Picture 4">
            <a:extLst>
              <a:ext uri="{FF2B5EF4-FFF2-40B4-BE49-F238E27FC236}">
                <a16:creationId xmlns:a16="http://schemas.microsoft.com/office/drawing/2014/main" id="{0F972565-4E9F-E115-14E6-4713149D276F}"/>
              </a:ext>
            </a:extLst>
          </p:cNvPr>
          <p:cNvPicPr>
            <a:picLocks noChangeAspect="1"/>
          </p:cNvPicPr>
          <p:nvPr userDrawn="1"/>
        </p:nvPicPr>
        <p:blipFill>
          <a:blip r:embed="rId3"/>
          <a:stretch>
            <a:fillRect/>
          </a:stretch>
        </p:blipFill>
        <p:spPr>
          <a:xfrm>
            <a:off x="11649456" y="0"/>
            <a:ext cx="542544" cy="6858000"/>
          </a:xfrm>
          <a:prstGeom prst="rect">
            <a:avLst/>
          </a:prstGeom>
        </p:spPr>
      </p:pic>
      <p:pic>
        <p:nvPicPr>
          <p:cNvPr id="3" name="Graphic 2">
            <a:extLst>
              <a:ext uri="{FF2B5EF4-FFF2-40B4-BE49-F238E27FC236}">
                <a16:creationId xmlns:a16="http://schemas.microsoft.com/office/drawing/2014/main" id="{59D1C155-6E45-A919-BFF3-D95E6F0E097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4" name="Date Placeholder 3">
            <a:extLst>
              <a:ext uri="{FF2B5EF4-FFF2-40B4-BE49-F238E27FC236}">
                <a16:creationId xmlns:a16="http://schemas.microsoft.com/office/drawing/2014/main" id="{B2C149FE-1185-71EC-5ED9-DA142CAF3FF8}"/>
              </a:ext>
            </a:extLst>
          </p:cNvPr>
          <p:cNvSpPr>
            <a:spLocks noGrp="1"/>
          </p:cNvSpPr>
          <p:nvPr>
            <p:ph type="dt" sz="half" idx="19"/>
          </p:nvPr>
        </p:nvSpPr>
        <p:spPr/>
        <p:txBody>
          <a:bodyPr/>
          <a:lstStyle/>
          <a:p>
            <a:fld id="{B7EB65F7-02F7-4C03-9B5E-0F72A9F540CE}" type="datetime1">
              <a:rPr lang="en-US" smtClean="0"/>
              <a:pPr/>
              <a:t>4/15/2024</a:t>
            </a:fld>
            <a:endParaRPr lang="en-US"/>
          </a:p>
        </p:txBody>
      </p:sp>
      <p:sp>
        <p:nvSpPr>
          <p:cNvPr id="6" name="Slide Number Placeholder 5">
            <a:extLst>
              <a:ext uri="{FF2B5EF4-FFF2-40B4-BE49-F238E27FC236}">
                <a16:creationId xmlns:a16="http://schemas.microsoft.com/office/drawing/2014/main" id="{CF533577-CAD6-CBCA-C7B3-4AD96EA31295}"/>
              </a:ext>
            </a:extLst>
          </p:cNvPr>
          <p:cNvSpPr>
            <a:spLocks noGrp="1"/>
          </p:cNvSpPr>
          <p:nvPr>
            <p:ph type="sldNum" sz="quarter" idx="20"/>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3183409407"/>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ext with Large Right Image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533400" y="1252778"/>
            <a:ext cx="3932237" cy="1600200"/>
          </a:xfrm>
        </p:spPr>
        <p:txBody>
          <a:bodyPr anchor="b"/>
          <a:lstStyle>
            <a:lvl1pPr>
              <a:defRPr sz="4400">
                <a:solidFill>
                  <a:schemeClr val="accent1"/>
                </a:solidFill>
              </a:defRPr>
            </a:lvl1pPr>
          </a:lstStyle>
          <a:p>
            <a:r>
              <a:rPr lang="en-US"/>
              <a:t>Picture with Caption Layout</a:t>
            </a:r>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1" y="6394105"/>
            <a:ext cx="4594790" cy="365125"/>
          </a:xfrm>
        </p:spPr>
        <p:txBody>
          <a:bodyPr/>
          <a:lstStyle/>
          <a:p>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tx1"/>
                </a:solidFill>
                <a:effectLst/>
                <a:uLnTx/>
                <a:uFillTx/>
              </a:rPr>
              <a:t>TEMPLATE NOTES </a:t>
            </a:r>
            <a:br>
              <a:rPr kumimoji="0" lang="en-US" sz="900" b="1" i="0" u="none" strike="noStrike" kern="0" cap="none" spc="0" normalizeH="0" baseline="0" noProof="0">
                <a:ln>
                  <a:noFill/>
                </a:ln>
                <a:solidFill>
                  <a:schemeClr val="tx1"/>
                </a:solidFill>
                <a:effectLst/>
                <a:uLnTx/>
                <a:uFillTx/>
              </a:rPr>
            </a:br>
            <a:r>
              <a:rPr kumimoji="0" lang="en-US" sz="900" b="0" i="1" u="none" strike="noStrike" kern="0" cap="none" spc="0" normalizeH="0" baseline="0" noProof="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For a library of presentation-ready images, visit the library </a:t>
            </a:r>
            <a:r>
              <a:rPr lang="en-US" sz="900">
                <a:solidFill>
                  <a:schemeClr val="tx1"/>
                </a:solidFill>
              </a:rPr>
              <a:t>on SharePoint &gt; </a:t>
            </a:r>
            <a:br>
              <a:rPr lang="en-US" sz="900">
                <a:solidFill>
                  <a:schemeClr val="tx1"/>
                </a:solidFill>
              </a:rPr>
            </a:br>
            <a:r>
              <a:rPr lang="en-US" sz="900">
                <a:solidFill>
                  <a:schemeClr val="tx1"/>
                </a:solidFill>
              </a:rPr>
              <a:t>Marketing &gt; </a:t>
            </a:r>
            <a:br>
              <a:rPr lang="en-US" sz="900">
                <a:solidFill>
                  <a:schemeClr val="tx1"/>
                </a:solidFill>
              </a:rPr>
            </a:br>
            <a:r>
              <a:rPr lang="en-US" sz="900">
                <a:solidFill>
                  <a:schemeClr val="tx1"/>
                </a:solidFill>
              </a:rPr>
              <a:t>Documents &gt; </a:t>
            </a:r>
            <a:br>
              <a:rPr lang="en-US" sz="900">
                <a:solidFill>
                  <a:schemeClr val="tx1"/>
                </a:solidFill>
              </a:rPr>
            </a:br>
            <a:r>
              <a:rPr lang="en-US" sz="900">
                <a:solidFill>
                  <a:schemeClr val="tx1"/>
                </a:solidFill>
              </a:rPr>
              <a:t>Design Resources &gt;  PowerPoint Templates &gt; Anytime Fitness &gt; </a:t>
            </a:r>
            <a:br>
              <a:rPr lang="en-US" sz="900">
                <a:solidFill>
                  <a:schemeClr val="tx1"/>
                </a:solidFill>
              </a:rPr>
            </a:br>
            <a:r>
              <a:rPr lang="en-US" sz="900">
                <a:solidFill>
                  <a:schemeClr val="tx1"/>
                </a:solidFill>
              </a:rPr>
              <a:t>PPT Image Library. </a:t>
            </a:r>
            <a:br>
              <a:rPr lang="en-US" sz="900">
                <a:solidFill>
                  <a:schemeClr val="tx1"/>
                </a:solidFill>
              </a:rPr>
            </a:br>
            <a:r>
              <a:rPr lang="en-US" sz="900">
                <a:solidFill>
                  <a:schemeClr val="tx1"/>
                </a:solidFill>
              </a:rPr>
              <a:t>Or, simply type in this URL: </a:t>
            </a:r>
            <a:r>
              <a:rPr lang="en-US" sz="900">
                <a:solidFill>
                  <a:schemeClr val="accent6"/>
                </a:solidFill>
                <a:hlinkClick r:id="rId2">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3" name="Picture Placeholder 4">
            <a:extLst>
              <a:ext uri="{FF2B5EF4-FFF2-40B4-BE49-F238E27FC236}">
                <a16:creationId xmlns:a16="http://schemas.microsoft.com/office/drawing/2014/main" id="{2F3C0D28-8347-E2BD-5443-74079E301A67}"/>
              </a:ext>
            </a:extLst>
          </p:cNvPr>
          <p:cNvSpPr>
            <a:spLocks noGrp="1"/>
          </p:cNvSpPr>
          <p:nvPr>
            <p:ph type="pic" sz="quarter" idx="13" hasCustomPrompt="1"/>
          </p:nvPr>
        </p:nvSpPr>
        <p:spPr>
          <a:xfrm>
            <a:off x="6203092" y="0"/>
            <a:ext cx="5988907" cy="6857999"/>
          </a:xfrm>
          <a:prstGeom prst="rect">
            <a:avLst/>
          </a:prstGeom>
          <a:ln>
            <a:noFill/>
          </a:ln>
        </p:spPr>
        <p:txBody>
          <a:bodyPr bIns="822960" anchor="ctr"/>
          <a:lstStyle>
            <a:lvl1pPr marL="0" indent="0" algn="ctr">
              <a:buNone/>
              <a:defRPr/>
            </a:lvl1pPr>
          </a:lstStyle>
          <a:p>
            <a:r>
              <a:rPr lang="en-US"/>
              <a:t>Click the Icon to Insert Image</a:t>
            </a:r>
          </a:p>
        </p:txBody>
      </p:sp>
      <p:pic>
        <p:nvPicPr>
          <p:cNvPr id="9" name="Picture 8">
            <a:extLst>
              <a:ext uri="{FF2B5EF4-FFF2-40B4-BE49-F238E27FC236}">
                <a16:creationId xmlns:a16="http://schemas.microsoft.com/office/drawing/2014/main" id="{5DD7EF77-A0CC-9187-46F7-7E0086D8AD9D}"/>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82" r="88438"/>
          <a:stretch/>
        </p:blipFill>
        <p:spPr>
          <a:xfrm>
            <a:off x="5114822" y="0"/>
            <a:ext cx="1088270" cy="6858000"/>
          </a:xfrm>
          <a:prstGeom prst="rect">
            <a:avLst/>
          </a:prstGeom>
        </p:spPr>
      </p:pic>
      <p:sp>
        <p:nvSpPr>
          <p:cNvPr id="5" name="Text Placeholder 8">
            <a:extLst>
              <a:ext uri="{FF2B5EF4-FFF2-40B4-BE49-F238E27FC236}">
                <a16:creationId xmlns:a16="http://schemas.microsoft.com/office/drawing/2014/main" id="{EB9AD8B6-545B-65BB-B696-AD1322BAA3E3}"/>
              </a:ext>
            </a:extLst>
          </p:cNvPr>
          <p:cNvSpPr>
            <a:spLocks noGrp="1"/>
          </p:cNvSpPr>
          <p:nvPr>
            <p:ph type="body" sz="quarter" idx="14"/>
          </p:nvPr>
        </p:nvSpPr>
        <p:spPr>
          <a:xfrm>
            <a:off x="533400" y="3082873"/>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040516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ext with Large Right Image - Dark Purpl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1DB67CB-E66B-E513-1300-A4EE988AB05E}"/>
              </a:ext>
            </a:extLst>
          </p:cNvPr>
          <p:cNvPicPr>
            <a:picLocks noChangeAspect="1"/>
          </p:cNvPicPr>
          <p:nvPr userDrawn="1"/>
        </p:nvPicPr>
        <p:blipFill>
          <a:blip r:embed="rId2"/>
          <a:stretch>
            <a:fillRect/>
          </a:stretch>
        </p:blipFill>
        <p:spPr>
          <a:xfrm>
            <a:off x="5120570" y="0"/>
            <a:ext cx="1091184" cy="6858000"/>
          </a:xfrm>
          <a:prstGeom prst="rect">
            <a:avLst/>
          </a:prstGeom>
        </p:spPr>
      </p:pic>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533400" y="1252778"/>
            <a:ext cx="3932237" cy="1600200"/>
          </a:xfrm>
        </p:spPr>
        <p:txBody>
          <a:bodyPr anchor="b"/>
          <a:lstStyle>
            <a:lvl1pPr>
              <a:defRPr sz="4400">
                <a:solidFill>
                  <a:schemeClr val="tx1"/>
                </a:solidFill>
              </a:defRPr>
            </a:lvl1pPr>
          </a:lstStyle>
          <a:p>
            <a:r>
              <a:rPr lang="en-US"/>
              <a:t>Picture with Caption Layout</a:t>
            </a:r>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1" y="6394105"/>
            <a:ext cx="4594790" cy="365125"/>
          </a:xfrm>
        </p:spPr>
        <p:txBody>
          <a:bodyPr/>
          <a:lstStyle/>
          <a:p>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rPr>
              <a:t>TEMPLATE NOTES </a:t>
            </a:r>
            <a:br>
              <a:rPr kumimoji="0" lang="en-US" sz="900" b="1" i="0" u="none" strike="noStrike" kern="0" cap="none" spc="0" normalizeH="0" baseline="0" noProof="0">
                <a:ln>
                  <a:noFill/>
                </a:ln>
                <a:solidFill>
                  <a:schemeClr val="bg1"/>
                </a:solidFill>
                <a:effectLst/>
                <a:uLnTx/>
                <a:uFillTx/>
              </a:rPr>
            </a:br>
            <a:r>
              <a:rPr kumimoji="0" lang="en-US" sz="900" b="0" i="1" u="none" strike="noStrike" kern="0" cap="none" spc="0" normalizeH="0" baseline="0" noProof="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solidFill>
                  <a:schemeClr val="accent6"/>
                </a:solidFill>
                <a:hlinkClick r:id="rId3">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3" name="Picture Placeholder 4">
            <a:extLst>
              <a:ext uri="{FF2B5EF4-FFF2-40B4-BE49-F238E27FC236}">
                <a16:creationId xmlns:a16="http://schemas.microsoft.com/office/drawing/2014/main" id="{2F3C0D28-8347-E2BD-5443-74079E301A67}"/>
              </a:ext>
            </a:extLst>
          </p:cNvPr>
          <p:cNvSpPr>
            <a:spLocks noGrp="1"/>
          </p:cNvSpPr>
          <p:nvPr>
            <p:ph type="pic" sz="quarter" idx="13" hasCustomPrompt="1"/>
          </p:nvPr>
        </p:nvSpPr>
        <p:spPr>
          <a:xfrm>
            <a:off x="6203092" y="0"/>
            <a:ext cx="5988907"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5" name="Text Placeholder 8">
            <a:extLst>
              <a:ext uri="{FF2B5EF4-FFF2-40B4-BE49-F238E27FC236}">
                <a16:creationId xmlns:a16="http://schemas.microsoft.com/office/drawing/2014/main" id="{EB9AD8B6-545B-65BB-B696-AD1322BAA3E3}"/>
              </a:ext>
            </a:extLst>
          </p:cNvPr>
          <p:cNvSpPr>
            <a:spLocks noGrp="1"/>
          </p:cNvSpPr>
          <p:nvPr>
            <p:ph type="body" sz="quarter" idx="14"/>
          </p:nvPr>
        </p:nvSpPr>
        <p:spPr>
          <a:xfrm>
            <a:off x="533400" y="3082873"/>
            <a:ext cx="4021789" cy="3081337"/>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84378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3A6B4-A3D5-4559-9B50-8681943FC616}"/>
              </a:ext>
            </a:extLst>
          </p:cNvPr>
          <p:cNvSpPr>
            <a:spLocks noGrp="1"/>
          </p:cNvSpPr>
          <p:nvPr>
            <p:ph type="title"/>
          </p:nvPr>
        </p:nvSpPr>
        <p:spPr/>
        <p:txBody>
          <a:bodyPr anchor="ctr"/>
          <a:lstStyle>
            <a:lvl1pPr algn="ct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1C950334-CBCA-4C0C-9256-E8C84E84E26D}"/>
              </a:ext>
            </a:extLst>
          </p:cNvPr>
          <p:cNvSpPr>
            <a:spLocks noGrp="1"/>
          </p:cNvSpPr>
          <p:nvPr>
            <p:ph type="dt" sz="half" idx="10"/>
          </p:nvPr>
        </p:nvSpPr>
        <p:spPr/>
        <p:txBody>
          <a:bodyPr/>
          <a:lstStyle/>
          <a:p>
            <a:fld id="{C74C23DA-9182-4F7F-8FC5-9400BE17C503}" type="datetime1">
              <a:rPr lang="en-US" smtClean="0"/>
              <a:t>4/15/2024</a:t>
            </a:fld>
            <a:endParaRPr lang="en-US"/>
          </a:p>
        </p:txBody>
      </p:sp>
      <p:sp>
        <p:nvSpPr>
          <p:cNvPr id="4" name="Footer Placeholder 3">
            <a:extLst>
              <a:ext uri="{FF2B5EF4-FFF2-40B4-BE49-F238E27FC236}">
                <a16:creationId xmlns:a16="http://schemas.microsoft.com/office/drawing/2014/main" id="{914C48FC-41A3-4C1F-9FB6-0C16346759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FAF286-CA2D-46B2-BD70-5607A3663414}"/>
              </a:ext>
            </a:extLst>
          </p:cNvPr>
          <p:cNvSpPr>
            <a:spLocks noGrp="1"/>
          </p:cNvSpPr>
          <p:nvPr>
            <p:ph type="sldNum" sz="quarter" idx="12"/>
          </p:nvPr>
        </p:nvSpPr>
        <p:spPr/>
        <p:txBody>
          <a:bodyPr/>
          <a:lstStyle/>
          <a:p>
            <a:fld id="{545951DD-1C6A-495F-8185-4C73F8F8B75A}" type="slidenum">
              <a:rPr lang="en-US" smtClean="0"/>
              <a:t>‹#›</a:t>
            </a:fld>
            <a:endParaRPr lang="en-US"/>
          </a:p>
        </p:txBody>
      </p:sp>
      <p:pic>
        <p:nvPicPr>
          <p:cNvPr id="9" name="Picture 8">
            <a:extLst>
              <a:ext uri="{FF2B5EF4-FFF2-40B4-BE49-F238E27FC236}">
                <a16:creationId xmlns:a16="http://schemas.microsoft.com/office/drawing/2014/main" id="{6501A020-009D-7EEA-DD1F-A5CDDB5C4B47}"/>
              </a:ext>
            </a:extLst>
          </p:cNvPr>
          <p:cNvPicPr>
            <a:picLocks noChangeAspect="1"/>
          </p:cNvPicPr>
          <p:nvPr userDrawn="1"/>
        </p:nvPicPr>
        <p:blipFill>
          <a:blip r:embed="rId2"/>
          <a:stretch>
            <a:fillRect/>
          </a:stretch>
        </p:blipFill>
        <p:spPr>
          <a:xfrm>
            <a:off x="-7845" y="0"/>
            <a:ext cx="12192000" cy="304800"/>
          </a:xfrm>
          <a:prstGeom prst="rect">
            <a:avLst/>
          </a:prstGeom>
        </p:spPr>
      </p:pic>
    </p:spTree>
    <p:extLst>
      <p:ext uri="{BB962C8B-B14F-4D97-AF65-F5344CB8AC3E}">
        <p14:creationId xmlns:p14="http://schemas.microsoft.com/office/powerpoint/2010/main" val="286891074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titleOnly" preserve="1">
  <p:cSld name="Title Only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3A6B4-A3D5-4559-9B50-8681943FC616}"/>
              </a:ext>
            </a:extLst>
          </p:cNvPr>
          <p:cNvSpPr>
            <a:spLocks noGrp="1"/>
          </p:cNvSpPr>
          <p:nvPr>
            <p:ph type="title"/>
          </p:nvPr>
        </p:nvSpPr>
        <p:spPr/>
        <p:txBody>
          <a:bodyPr anchor="ctr"/>
          <a:lstStyle>
            <a:lvl1pPr algn="ctr">
              <a:defRPr>
                <a:solidFill>
                  <a:schemeClr val="accent1"/>
                </a:solidFill>
              </a:defRPr>
            </a:lvl1pPr>
          </a:lstStyle>
          <a:p>
            <a:r>
              <a:rPr lang="en-US"/>
              <a:t>Click to edit Master title style</a:t>
            </a:r>
          </a:p>
        </p:txBody>
      </p:sp>
      <p:sp>
        <p:nvSpPr>
          <p:cNvPr id="3" name="Date Placeholder 2">
            <a:extLst>
              <a:ext uri="{FF2B5EF4-FFF2-40B4-BE49-F238E27FC236}">
                <a16:creationId xmlns:a16="http://schemas.microsoft.com/office/drawing/2014/main" id="{1C950334-CBCA-4C0C-9256-E8C84E84E26D}"/>
              </a:ext>
            </a:extLst>
          </p:cNvPr>
          <p:cNvSpPr>
            <a:spLocks noGrp="1"/>
          </p:cNvSpPr>
          <p:nvPr>
            <p:ph type="dt" sz="half" idx="10"/>
          </p:nvPr>
        </p:nvSpPr>
        <p:spPr/>
        <p:txBody>
          <a:bodyPr/>
          <a:lstStyle/>
          <a:p>
            <a:fld id="{B8654CB0-479F-4F7B-88EF-A5236590A22D}" type="datetime1">
              <a:rPr lang="en-US" smtClean="0"/>
              <a:t>4/15/2024</a:t>
            </a:fld>
            <a:endParaRPr lang="en-US"/>
          </a:p>
        </p:txBody>
      </p:sp>
      <p:sp>
        <p:nvSpPr>
          <p:cNvPr id="4" name="Footer Placeholder 3">
            <a:extLst>
              <a:ext uri="{FF2B5EF4-FFF2-40B4-BE49-F238E27FC236}">
                <a16:creationId xmlns:a16="http://schemas.microsoft.com/office/drawing/2014/main" id="{914C48FC-41A3-4C1F-9FB6-0C16346759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FAF286-CA2D-46B2-BD70-5607A3663414}"/>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8" name="Graphic 11">
            <a:extLst>
              <a:ext uri="{FF2B5EF4-FFF2-40B4-BE49-F238E27FC236}">
                <a16:creationId xmlns:a16="http://schemas.microsoft.com/office/drawing/2014/main" id="{53C0E19A-A4D2-463E-95B1-130D65051F58}"/>
              </a:ext>
            </a:extLst>
          </p:cNvPr>
          <p:cNvGrpSpPr/>
          <p:nvPr userDrawn="1"/>
        </p:nvGrpSpPr>
        <p:grpSpPr>
          <a:xfrm rot="16200000">
            <a:off x="11384220" y="6170961"/>
            <a:ext cx="912230" cy="242400"/>
            <a:chOff x="11384220" y="6170961"/>
            <a:chExt cx="912230" cy="242400"/>
          </a:xfrm>
          <a:solidFill>
            <a:schemeClr val="tx1"/>
          </a:solidFill>
        </p:grpSpPr>
        <p:sp>
          <p:nvSpPr>
            <p:cNvPr id="9" name="Freeform: Shape 8">
              <a:extLst>
                <a:ext uri="{FF2B5EF4-FFF2-40B4-BE49-F238E27FC236}">
                  <a16:creationId xmlns:a16="http://schemas.microsoft.com/office/drawing/2014/main" id="{3FAF0B6A-84AD-4FEC-9F36-4B7FC1B1A58C}"/>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22C11466-1714-4BB7-8992-8150AC1082C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CC02E2C-2570-4DFB-8C57-7A6084E29BC5}"/>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855F52E-9C75-4AB7-9A4D-A2F4AF67D14C}"/>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2C81F46D-2704-456C-A873-C3B778571381}"/>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084246F-D4F1-46CA-A213-BA68C81E500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0EF987AA-CCB4-41F9-9D9A-52E05023101A}"/>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C5437F7-AD3F-401E-8F75-421F0F7F4D46}"/>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453615C4-42B6-4F33-B5C8-F615958F4118}"/>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86F55D7F-B3E7-47FF-A2AF-BF31306878D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C148540-9CFD-467D-87F3-A74503977291}"/>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FBA94B1-B40F-42C2-AB64-120230A5A29C}"/>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A707AC8D-CAAA-4801-AF78-4C7CEA528ED4}"/>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74E3741-6D99-404A-8F3C-1B1F4717856C}"/>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E9D1D89-BA61-4E8A-B5E8-26C1709E364B}"/>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FE1DC9D-F441-4E78-9F41-0ED81D376A3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D5F7999-6C5C-47F4-8660-1A30FD5EDE3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6B450A2-1530-45AF-B864-9877C2BB45A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pic>
        <p:nvPicPr>
          <p:cNvPr id="6" name="Picture 5">
            <a:extLst>
              <a:ext uri="{FF2B5EF4-FFF2-40B4-BE49-F238E27FC236}">
                <a16:creationId xmlns:a16="http://schemas.microsoft.com/office/drawing/2014/main" id="{F6B13653-E029-5EE9-51A5-832057379E0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103103268"/>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0C576-385A-4E89-A235-AFB1864DF23E}"/>
              </a:ext>
            </a:extLst>
          </p:cNvPr>
          <p:cNvSpPr>
            <a:spLocks noGrp="1"/>
          </p:cNvSpPr>
          <p:nvPr>
            <p:ph type="dt" sz="half" idx="10"/>
          </p:nvPr>
        </p:nvSpPr>
        <p:spPr/>
        <p:txBody>
          <a:bodyPr/>
          <a:lstStyle/>
          <a:p>
            <a:fld id="{444E2DAA-6E50-4566-B326-2E4BFAE38C2B}" type="datetime1">
              <a:rPr lang="en-US" smtClean="0"/>
              <a:t>4/15/2024</a:t>
            </a:fld>
            <a:endParaRPr lang="en-US"/>
          </a:p>
        </p:txBody>
      </p:sp>
      <p:sp>
        <p:nvSpPr>
          <p:cNvPr id="3" name="Footer Placeholder 2">
            <a:extLst>
              <a:ext uri="{FF2B5EF4-FFF2-40B4-BE49-F238E27FC236}">
                <a16:creationId xmlns:a16="http://schemas.microsoft.com/office/drawing/2014/main" id="{6B1E8DB8-3ABA-4FAC-9CA4-22451C61DE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84650C-A620-4D65-812F-A6D81D6F2009}"/>
              </a:ext>
            </a:extLst>
          </p:cNvPr>
          <p:cNvSpPr>
            <a:spLocks noGrp="1"/>
          </p:cNvSpPr>
          <p:nvPr>
            <p:ph type="sldNum" sz="quarter" idx="12"/>
          </p:nvPr>
        </p:nvSpPr>
        <p:spPr/>
        <p:txBody>
          <a:bodyPr/>
          <a:lstStyle/>
          <a:p>
            <a:fld id="{545951DD-1C6A-495F-8185-4C73F8F8B75A}" type="slidenum">
              <a:rPr lang="en-US" smtClean="0"/>
              <a:t>‹#›</a:t>
            </a:fld>
            <a:endParaRPr lang="en-US"/>
          </a:p>
        </p:txBody>
      </p:sp>
      <p:pic>
        <p:nvPicPr>
          <p:cNvPr id="5" name="Picture 4">
            <a:extLst>
              <a:ext uri="{FF2B5EF4-FFF2-40B4-BE49-F238E27FC236}">
                <a16:creationId xmlns:a16="http://schemas.microsoft.com/office/drawing/2014/main" id="{3C89D1C3-EF30-1A64-D64E-785C0321ADC8}"/>
              </a:ext>
            </a:extLst>
          </p:cNvPr>
          <p:cNvPicPr>
            <a:picLocks noChangeAspect="1"/>
          </p:cNvPicPr>
          <p:nvPr userDrawn="1"/>
        </p:nvPicPr>
        <p:blipFill>
          <a:blip r:embed="rId2"/>
          <a:stretch>
            <a:fillRect/>
          </a:stretch>
        </p:blipFill>
        <p:spPr>
          <a:xfrm>
            <a:off x="-7845" y="0"/>
            <a:ext cx="12192000" cy="304800"/>
          </a:xfrm>
          <a:prstGeom prst="rect">
            <a:avLst/>
          </a:prstGeom>
        </p:spPr>
      </p:pic>
    </p:spTree>
    <p:extLst>
      <p:ext uri="{BB962C8B-B14F-4D97-AF65-F5344CB8AC3E}">
        <p14:creationId xmlns:p14="http://schemas.microsoft.com/office/powerpoint/2010/main" val="202971084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blank" preserve="1">
  <p:cSld name="Blank - Light Bg">
    <p:bg>
      <p:bgRef idx="1001">
        <a:schemeClr val="bg1"/>
      </p:bgRef>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0C576-385A-4E89-A235-AFB1864DF23E}"/>
              </a:ext>
            </a:extLst>
          </p:cNvPr>
          <p:cNvSpPr>
            <a:spLocks noGrp="1"/>
          </p:cNvSpPr>
          <p:nvPr>
            <p:ph type="dt" sz="half" idx="10"/>
          </p:nvPr>
        </p:nvSpPr>
        <p:spPr/>
        <p:txBody>
          <a:bodyPr/>
          <a:lstStyle/>
          <a:p>
            <a:fld id="{B32AE767-AD7A-4354-98E9-BBF18BBC850E}" type="datetime1">
              <a:rPr lang="en-US" smtClean="0"/>
              <a:t>4/15/2024</a:t>
            </a:fld>
            <a:endParaRPr lang="en-US"/>
          </a:p>
        </p:txBody>
      </p:sp>
      <p:sp>
        <p:nvSpPr>
          <p:cNvPr id="3" name="Footer Placeholder 2">
            <a:extLst>
              <a:ext uri="{FF2B5EF4-FFF2-40B4-BE49-F238E27FC236}">
                <a16:creationId xmlns:a16="http://schemas.microsoft.com/office/drawing/2014/main" id="{6B1E8DB8-3ABA-4FAC-9CA4-22451C61DE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84650C-A620-4D65-812F-A6D81D6F2009}"/>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7" name="Graphic 11">
            <a:extLst>
              <a:ext uri="{FF2B5EF4-FFF2-40B4-BE49-F238E27FC236}">
                <a16:creationId xmlns:a16="http://schemas.microsoft.com/office/drawing/2014/main" id="{BA9201ED-F2A9-4AD2-8DD8-43E12408EB7A}"/>
              </a:ext>
            </a:extLst>
          </p:cNvPr>
          <p:cNvGrpSpPr/>
          <p:nvPr userDrawn="1"/>
        </p:nvGrpSpPr>
        <p:grpSpPr>
          <a:xfrm rot="16200000">
            <a:off x="11384220" y="6170961"/>
            <a:ext cx="912230" cy="242400"/>
            <a:chOff x="11384220" y="6170961"/>
            <a:chExt cx="912230" cy="242400"/>
          </a:xfrm>
          <a:solidFill>
            <a:schemeClr val="tx1"/>
          </a:solidFill>
        </p:grpSpPr>
        <p:sp>
          <p:nvSpPr>
            <p:cNvPr id="8" name="Freeform: Shape 7">
              <a:extLst>
                <a:ext uri="{FF2B5EF4-FFF2-40B4-BE49-F238E27FC236}">
                  <a16:creationId xmlns:a16="http://schemas.microsoft.com/office/drawing/2014/main" id="{70888EAA-2B15-4C85-A3A0-53854031C0B3}"/>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8ECDE7E-8123-4765-A6F7-5379560B0CE5}"/>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FCB4DA7-0E21-4BEC-9A2F-1AA54A8CDD8C}"/>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71D2BB3-862F-4FCD-9968-A3850282E999}"/>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5575EFA-EF81-44BC-8383-9BCA2B0E63B9}"/>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00982B94-7DCA-4961-BA85-A505E42E53C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3D449D9-8C1E-4E2E-A0AA-80541DFCE6F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596A225C-9804-4FC2-BF9A-FA48F1D947E9}"/>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163AAAE-680F-4A40-9AD8-28402645E775}"/>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3FD5D76-FEA6-4F6D-B521-8BC3A79FE97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3D539EAE-FBA1-48EF-B3A8-E0FBAE47782E}"/>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7653361-758F-46D1-8508-6340F8A54665}"/>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AF85573A-308D-49AB-9683-F26973CEBE46}"/>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67BE349-ED57-4FA7-A2AF-FFFBF57C7F98}"/>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1941E430-F8D4-46C7-ABA1-3E517D90F344}"/>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D115AB9-07A4-49DE-AE79-79340657B54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A1122BFB-DE13-4813-98E1-26D38008A61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0AA93C6-3E3E-4474-89F7-1EE0DA423DE7}"/>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3755460610"/>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Media and Content Layout - Mobile Phone">
    <p:bg>
      <p:bgPr>
        <a:solidFill>
          <a:schemeClr val="accent1"/>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71F8752B-CC89-8237-0AB1-153867E787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89"/>
            <a:ext cx="12192000" cy="6856622"/>
          </a:xfrm>
          <a:prstGeom prst="rect">
            <a:avLst/>
          </a:prstGeom>
        </p:spPr>
      </p:pic>
      <p:sp>
        <p:nvSpPr>
          <p:cNvPr id="10" name="Rectangle 9">
            <a:extLst>
              <a:ext uri="{FF2B5EF4-FFF2-40B4-BE49-F238E27FC236}">
                <a16:creationId xmlns:a16="http://schemas.microsoft.com/office/drawing/2014/main" id="{ABB42B74-42D0-BC68-CE77-B8A48C597D02}"/>
              </a:ext>
            </a:extLst>
          </p:cNvPr>
          <p:cNvSpPr/>
          <p:nvPr userDrawn="1"/>
        </p:nvSpPr>
        <p:spPr>
          <a:xfrm>
            <a:off x="777922" y="-1313"/>
            <a:ext cx="11414078" cy="6038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15" name="Picture 14" descr="A close up of a box&#10;&#10;Description automatically generated">
            <a:extLst>
              <a:ext uri="{FF2B5EF4-FFF2-40B4-BE49-F238E27FC236}">
                <a16:creationId xmlns:a16="http://schemas.microsoft.com/office/drawing/2014/main" id="{E4288BF0-2F2B-4AF4-A6DF-82D4FFDB5772}"/>
              </a:ext>
            </a:extLst>
          </p:cNvPr>
          <p:cNvPicPr>
            <a:picLocks noChangeAspect="1"/>
          </p:cNvPicPr>
          <p:nvPr userDrawn="1"/>
        </p:nvPicPr>
        <p:blipFill rotWithShape="1">
          <a:blip r:embed="rId3" cstate="screen">
            <a:extLst>
              <a:ext uri="{28A0092B-C50C-407E-A947-70E740481C1C}">
                <a14:useLocalDpi xmlns:a14="http://schemas.microsoft.com/office/drawing/2010/main" val="0"/>
              </a:ext>
            </a:extLst>
          </a:blip>
          <a:srcRect/>
          <a:stretch/>
        </p:blipFill>
        <p:spPr>
          <a:xfrm>
            <a:off x="4541366" y="423081"/>
            <a:ext cx="7487784" cy="6503206"/>
          </a:xfrm>
          <a:prstGeom prst="rect">
            <a:avLst/>
          </a:prstGeom>
        </p:spPr>
      </p:pic>
      <p:sp>
        <p:nvSpPr>
          <p:cNvPr id="17" name="Content Placeholder 16">
            <a:extLst>
              <a:ext uri="{FF2B5EF4-FFF2-40B4-BE49-F238E27FC236}">
                <a16:creationId xmlns:a16="http://schemas.microsoft.com/office/drawing/2014/main" id="{B2ED39FC-EA16-4E6D-8159-BF3D4AFB8EA6}"/>
              </a:ext>
            </a:extLst>
          </p:cNvPr>
          <p:cNvSpPr>
            <a:spLocks noGrp="1"/>
          </p:cNvSpPr>
          <p:nvPr>
            <p:ph sz="quarter" idx="13" hasCustomPrompt="1"/>
          </p:nvPr>
        </p:nvSpPr>
        <p:spPr>
          <a:xfrm>
            <a:off x="7372353" y="867910"/>
            <a:ext cx="2600988" cy="5134169"/>
          </a:xfrm>
          <a:prstGeom prst="roundRect">
            <a:avLst>
              <a:gd name="adj" fmla="val 5128"/>
            </a:avLst>
          </a:prstGeom>
          <a:ln>
            <a:noFill/>
          </a:ln>
        </p:spPr>
        <p:txBody>
          <a:bodyPr lIns="182880" tIns="457200" rIns="274320" bIns="182880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1078860" y="2757827"/>
            <a:ext cx="5265794" cy="2940113"/>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584FD7B-C7B7-45A0-A3AD-870EFDA67C90}"/>
              </a:ext>
            </a:extLst>
          </p:cNvPr>
          <p:cNvSpPr>
            <a:spLocks noGrp="1"/>
          </p:cNvSpPr>
          <p:nvPr>
            <p:ph type="title" hasCustomPrompt="1"/>
          </p:nvPr>
        </p:nvSpPr>
        <p:spPr>
          <a:xfrm>
            <a:off x="1078860" y="1105174"/>
            <a:ext cx="5265794" cy="1386298"/>
          </a:xfrm>
        </p:spPr>
        <p:txBody>
          <a:bodyPr/>
          <a:lstStyle>
            <a:lvl1pPr>
              <a:defRPr>
                <a:solidFill>
                  <a:schemeClr val="tx1">
                    <a:lumMod val="95000"/>
                  </a:schemeClr>
                </a:solidFill>
              </a:defRPr>
            </a:lvl1pPr>
          </a:lstStyle>
          <a:p>
            <a:r>
              <a:rPr lang="en-US"/>
              <a:t>Mobile Phone with Content Layout</a:t>
            </a:r>
          </a:p>
        </p:txBody>
      </p:sp>
      <p:pic>
        <p:nvPicPr>
          <p:cNvPr id="11" name="Graphic 10">
            <a:extLst>
              <a:ext uri="{FF2B5EF4-FFF2-40B4-BE49-F238E27FC236}">
                <a16:creationId xmlns:a16="http://schemas.microsoft.com/office/drawing/2014/main" id="{898FB83F-71EE-898B-04D4-72A705780CC3}"/>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22401469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Media Only Layout - Mobile Phone">
    <p:bg>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88C09DC0-316A-AD97-0E28-11EFF9465D9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2661"/>
          <a:stretch/>
        </p:blipFill>
        <p:spPr>
          <a:xfrm flipH="1">
            <a:off x="0" y="689"/>
            <a:ext cx="12192000" cy="5302831"/>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15" name="Picture 14" descr="A close up of a box&#10;&#10;Description automatically generated">
            <a:extLst>
              <a:ext uri="{FF2B5EF4-FFF2-40B4-BE49-F238E27FC236}">
                <a16:creationId xmlns:a16="http://schemas.microsoft.com/office/drawing/2014/main" id="{E4288BF0-2F2B-4AF4-A6DF-82D4FFDB5772}"/>
              </a:ext>
            </a:extLst>
          </p:cNvPr>
          <p:cNvPicPr>
            <a:picLocks noChangeAspect="1"/>
          </p:cNvPicPr>
          <p:nvPr userDrawn="1"/>
        </p:nvPicPr>
        <p:blipFill rotWithShape="1">
          <a:blip r:embed="rId3" cstate="screen">
            <a:extLst>
              <a:ext uri="{28A0092B-C50C-407E-A947-70E740481C1C}">
                <a14:useLocalDpi xmlns:a14="http://schemas.microsoft.com/office/drawing/2010/main" val="0"/>
              </a:ext>
            </a:extLst>
          </a:blip>
          <a:srcRect/>
          <a:stretch/>
        </p:blipFill>
        <p:spPr>
          <a:xfrm>
            <a:off x="2512261" y="435935"/>
            <a:ext cx="8090500" cy="6558590"/>
          </a:xfrm>
          <a:prstGeom prst="rect">
            <a:avLst/>
          </a:prstGeom>
        </p:spPr>
      </p:pic>
      <p:sp>
        <p:nvSpPr>
          <p:cNvPr id="17" name="Content Placeholder 16">
            <a:extLst>
              <a:ext uri="{FF2B5EF4-FFF2-40B4-BE49-F238E27FC236}">
                <a16:creationId xmlns:a16="http://schemas.microsoft.com/office/drawing/2014/main" id="{B2ED39FC-EA16-4E6D-8159-BF3D4AFB8EA6}"/>
              </a:ext>
            </a:extLst>
          </p:cNvPr>
          <p:cNvSpPr>
            <a:spLocks noGrp="1"/>
          </p:cNvSpPr>
          <p:nvPr>
            <p:ph sz="quarter" idx="13" hasCustomPrompt="1"/>
          </p:nvPr>
        </p:nvSpPr>
        <p:spPr>
          <a:xfrm>
            <a:off x="4877732" y="893135"/>
            <a:ext cx="2607590" cy="5178056"/>
          </a:xfrm>
          <a:prstGeom prst="roundRect">
            <a:avLst>
              <a:gd name="adj" fmla="val 5128"/>
            </a:avLst>
          </a:prstGeom>
          <a:ln>
            <a:noFill/>
          </a:ln>
        </p:spPr>
        <p:txBody>
          <a:bodyPr lIns="182880" tIns="457200" rIns="274320" bIns="164592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265621926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Media and Content Layout - Monitor">
    <p:bg>
      <p:bgPr>
        <a:solidFill>
          <a:schemeClr val="accent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a:xfrm>
            <a:off x="12321944" y="5462658"/>
            <a:ext cx="305503" cy="306298"/>
          </a:xfrm>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475807" y="3234936"/>
            <a:ext cx="2592532" cy="2774622"/>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descr="A picture containing electronics, display, monitor, computer&#10;&#10;Description automatically generated">
            <a:extLst>
              <a:ext uri="{FF2B5EF4-FFF2-40B4-BE49-F238E27FC236}">
                <a16:creationId xmlns:a16="http://schemas.microsoft.com/office/drawing/2014/main" id="{0E73EB80-86B6-4392-AEB1-BA37BCC6D8B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531667" y="482175"/>
            <a:ext cx="8070930" cy="6479051"/>
          </a:xfrm>
          <a:prstGeom prst="rect">
            <a:avLst/>
          </a:prstGeom>
        </p:spPr>
      </p:pic>
      <p:sp>
        <p:nvSpPr>
          <p:cNvPr id="12" name="Content Placeholder 16">
            <a:extLst>
              <a:ext uri="{FF2B5EF4-FFF2-40B4-BE49-F238E27FC236}">
                <a16:creationId xmlns:a16="http://schemas.microsoft.com/office/drawing/2014/main" id="{8CE65D05-2ADE-4922-AD69-39A60F4790BD}"/>
              </a:ext>
            </a:extLst>
          </p:cNvPr>
          <p:cNvSpPr>
            <a:spLocks noGrp="1"/>
          </p:cNvSpPr>
          <p:nvPr>
            <p:ph sz="quarter" idx="13" hasCustomPrompt="1"/>
          </p:nvPr>
        </p:nvSpPr>
        <p:spPr>
          <a:xfrm>
            <a:off x="3760131" y="749594"/>
            <a:ext cx="7627339" cy="4843131"/>
          </a:xfrm>
          <a:prstGeom prst="rect">
            <a:avLst/>
          </a:prstGeom>
          <a:ln>
            <a:noFill/>
          </a:ln>
        </p:spPr>
        <p:txBody>
          <a:bodyPr lIns="182880" tIns="457200" rIns="274320" bIns="1371600" anchor="ctr"/>
          <a:lstStyle>
            <a:lvl1pPr marL="0" indent="0" algn="ctr">
              <a:buNone/>
              <a:defRPr sz="12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 name="Title 1">
            <a:extLst>
              <a:ext uri="{FF2B5EF4-FFF2-40B4-BE49-F238E27FC236}">
                <a16:creationId xmlns:a16="http://schemas.microsoft.com/office/drawing/2014/main" id="{4E9E5248-484C-4E3E-B758-2738EE91F401}"/>
              </a:ext>
            </a:extLst>
          </p:cNvPr>
          <p:cNvSpPr>
            <a:spLocks noGrp="1"/>
          </p:cNvSpPr>
          <p:nvPr>
            <p:ph type="title" hasCustomPrompt="1"/>
          </p:nvPr>
        </p:nvSpPr>
        <p:spPr>
          <a:xfrm>
            <a:off x="475808" y="1470449"/>
            <a:ext cx="2592532" cy="1558209"/>
          </a:xfrm>
        </p:spPr>
        <p:txBody>
          <a:bodyPr/>
          <a:lstStyle>
            <a:lvl1pPr>
              <a:defRPr>
                <a:solidFill>
                  <a:schemeClr val="tx1">
                    <a:lumMod val="95000"/>
                  </a:schemeClr>
                </a:solidFill>
              </a:defRPr>
            </a:lvl1pPr>
          </a:lstStyle>
          <a:p>
            <a:r>
              <a:rPr lang="en-US"/>
              <a:t>Monitor with Content Layout</a:t>
            </a:r>
          </a:p>
        </p:txBody>
      </p:sp>
    </p:spTree>
    <p:extLst>
      <p:ext uri="{BB962C8B-B14F-4D97-AF65-F5344CB8AC3E}">
        <p14:creationId xmlns:p14="http://schemas.microsoft.com/office/powerpoint/2010/main" val="229806583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Media Only Layout - Monitor">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0B04AD9-8072-84AB-2ABF-CCAF021C2B8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2026"/>
          <a:stretch/>
        </p:blipFill>
        <p:spPr>
          <a:xfrm>
            <a:off x="0" y="0"/>
            <a:ext cx="12191999" cy="653552"/>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5" name="Picture 4" descr="A picture containing electronics, display, monitor, computer&#10;&#10;Description automatically generated">
            <a:extLst>
              <a:ext uri="{FF2B5EF4-FFF2-40B4-BE49-F238E27FC236}">
                <a16:creationId xmlns:a16="http://schemas.microsoft.com/office/drawing/2014/main" id="{0E73EB80-86B6-4392-AEB1-BA37BCC6D8B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949841" y="377456"/>
            <a:ext cx="8221247" cy="6599720"/>
          </a:xfrm>
          <a:prstGeom prst="rect">
            <a:avLst/>
          </a:prstGeom>
        </p:spPr>
      </p:pic>
      <p:sp>
        <p:nvSpPr>
          <p:cNvPr id="12" name="Content Placeholder 16">
            <a:extLst>
              <a:ext uri="{FF2B5EF4-FFF2-40B4-BE49-F238E27FC236}">
                <a16:creationId xmlns:a16="http://schemas.microsoft.com/office/drawing/2014/main" id="{8CE65D05-2ADE-4922-AD69-39A60F4790BD}"/>
              </a:ext>
            </a:extLst>
          </p:cNvPr>
          <p:cNvSpPr>
            <a:spLocks noGrp="1"/>
          </p:cNvSpPr>
          <p:nvPr>
            <p:ph sz="quarter" idx="13" hasCustomPrompt="1"/>
          </p:nvPr>
        </p:nvSpPr>
        <p:spPr>
          <a:xfrm>
            <a:off x="2178307" y="611372"/>
            <a:ext cx="7768452" cy="4965405"/>
          </a:xfrm>
          <a:prstGeom prst="rect">
            <a:avLst/>
          </a:prstGeom>
          <a:ln>
            <a:noFill/>
          </a:ln>
        </p:spPr>
        <p:txBody>
          <a:bodyPr lIns="182880" tIns="457200" rIns="274320" bIns="1188720" anchor="ctr"/>
          <a:lstStyle>
            <a:lvl1pPr marL="0" indent="0" algn="ctr">
              <a:buNone/>
              <a:defRPr sz="12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323235264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Media and Content Layout - Labtop">
    <p:bg>
      <p:bgPr>
        <a:solidFill>
          <a:schemeClr val="accent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a:xfrm>
            <a:off x="12291169" y="5477347"/>
            <a:ext cx="305503" cy="306298"/>
          </a:xfrm>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342901" y="3239613"/>
            <a:ext cx="2592532" cy="2562551"/>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A screenshot of a computer screen&#10;&#10;Description automatically generated">
            <a:extLst>
              <a:ext uri="{FF2B5EF4-FFF2-40B4-BE49-F238E27FC236}">
                <a16:creationId xmlns:a16="http://schemas.microsoft.com/office/drawing/2014/main" id="{930A5AB1-3040-4C0D-BADA-C5202530570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464462" y="455123"/>
            <a:ext cx="10259861" cy="6273139"/>
          </a:xfrm>
          <a:prstGeom prst="rect">
            <a:avLst/>
          </a:prstGeom>
        </p:spPr>
      </p:pic>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3747000" y="868055"/>
            <a:ext cx="7496930" cy="4660876"/>
          </a:xfrm>
          <a:prstGeom prst="rect">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 name="Title 1">
            <a:extLst>
              <a:ext uri="{FF2B5EF4-FFF2-40B4-BE49-F238E27FC236}">
                <a16:creationId xmlns:a16="http://schemas.microsoft.com/office/drawing/2014/main" id="{338A35DD-E14B-4E0E-A3E8-B5D1C3AA07B9}"/>
              </a:ext>
            </a:extLst>
          </p:cNvPr>
          <p:cNvSpPr>
            <a:spLocks noGrp="1"/>
          </p:cNvSpPr>
          <p:nvPr>
            <p:ph type="title" hasCustomPrompt="1"/>
          </p:nvPr>
        </p:nvSpPr>
        <p:spPr>
          <a:xfrm>
            <a:off x="342902" y="1297510"/>
            <a:ext cx="2592532" cy="1706716"/>
          </a:xfrm>
        </p:spPr>
        <p:txBody>
          <a:bodyPr/>
          <a:lstStyle>
            <a:lvl1pPr>
              <a:defRPr>
                <a:solidFill>
                  <a:schemeClr val="tx1">
                    <a:lumMod val="95000"/>
                  </a:schemeClr>
                </a:solidFill>
              </a:defRPr>
            </a:lvl1pPr>
          </a:lstStyle>
          <a:p>
            <a:r>
              <a:rPr lang="en-US" err="1"/>
              <a:t>Labtop</a:t>
            </a:r>
            <a:r>
              <a:rPr lang="en-US"/>
              <a:t> with Content Layout</a:t>
            </a:r>
          </a:p>
        </p:txBody>
      </p:sp>
    </p:spTree>
    <p:extLst>
      <p:ext uri="{BB962C8B-B14F-4D97-AF65-F5344CB8AC3E}">
        <p14:creationId xmlns:p14="http://schemas.microsoft.com/office/powerpoint/2010/main" val="299224434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Media Only Layout - Labtop">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A5CC85B-DB76-0573-E1DF-A5B18830614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2026"/>
          <a:stretch/>
        </p:blipFill>
        <p:spPr>
          <a:xfrm>
            <a:off x="0" y="0"/>
            <a:ext cx="12191999" cy="653552"/>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8" name="Picture 7" descr="A screenshot of a computer screen&#10;&#10;Description automatically generated">
            <a:extLst>
              <a:ext uri="{FF2B5EF4-FFF2-40B4-BE49-F238E27FC236}">
                <a16:creationId xmlns:a16="http://schemas.microsoft.com/office/drawing/2014/main" id="{930A5AB1-3040-4C0D-BADA-C5202530570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38096" y="396272"/>
            <a:ext cx="10230379" cy="6255113"/>
          </a:xfrm>
          <a:prstGeom prst="rect">
            <a:avLst/>
          </a:prstGeom>
        </p:spPr>
      </p:pic>
      <p:sp>
        <p:nvSpPr>
          <p:cNvPr id="9" name="Content Placeholder 16">
            <a:extLst>
              <a:ext uri="{FF2B5EF4-FFF2-40B4-BE49-F238E27FC236}">
                <a16:creationId xmlns:a16="http://schemas.microsoft.com/office/drawing/2014/main" id="{2DA65E44-71AA-4CFE-91CB-8EBA77B16709}"/>
              </a:ext>
            </a:extLst>
          </p:cNvPr>
          <p:cNvSpPr>
            <a:spLocks noGrp="1"/>
          </p:cNvSpPr>
          <p:nvPr>
            <p:ph sz="quarter" idx="13" hasCustomPrompt="1"/>
          </p:nvPr>
        </p:nvSpPr>
        <p:spPr>
          <a:xfrm>
            <a:off x="2317898" y="792126"/>
            <a:ext cx="7485321" cy="4635795"/>
          </a:xfrm>
          <a:prstGeom prst="rect">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8885282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Media and Content Layout - Tablet">
    <p:bg>
      <p:bgPr>
        <a:solidFill>
          <a:schemeClr val="accent1"/>
        </a:solidFill>
        <a:effectLst/>
      </p:bgPr>
    </p:bg>
    <p:spTree>
      <p:nvGrpSpPr>
        <p:cNvPr id="1" name=""/>
        <p:cNvGrpSpPr/>
        <p:nvPr/>
      </p:nvGrpSpPr>
      <p:grpSpPr>
        <a:xfrm>
          <a:off x="0" y="0"/>
          <a:ext cx="0" cy="0"/>
          <a:chOff x="0" y="0"/>
          <a:chExt cx="0" cy="0"/>
        </a:xfrm>
      </p:grpSpPr>
      <p:pic>
        <p:nvPicPr>
          <p:cNvPr id="15" name="Picture 14" descr="Shape, square&#10;&#10;Description automatically generated">
            <a:extLst>
              <a:ext uri="{FF2B5EF4-FFF2-40B4-BE49-F238E27FC236}">
                <a16:creationId xmlns:a16="http://schemas.microsoft.com/office/drawing/2014/main" id="{A7CEB4B8-FA90-4131-8982-DF675A196A9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6200000">
            <a:off x="4677742" y="-449737"/>
            <a:ext cx="5798189" cy="7590805"/>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345666" y="3243160"/>
            <a:ext cx="2877758" cy="2660969"/>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4045688" y="691116"/>
            <a:ext cx="7097233" cy="5300332"/>
          </a:xfrm>
          <a:prstGeom prst="roundRect">
            <a:avLst>
              <a:gd name="adj" fmla="val 1302"/>
            </a:avLst>
          </a:prstGeom>
          <a:ln>
            <a:noFill/>
          </a:ln>
        </p:spPr>
        <p:txBody>
          <a:bodyPr lIns="182880" tIns="457200" rIns="274320" bIns="118872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 name="Title 1">
            <a:extLst>
              <a:ext uri="{FF2B5EF4-FFF2-40B4-BE49-F238E27FC236}">
                <a16:creationId xmlns:a16="http://schemas.microsoft.com/office/drawing/2014/main" id="{1761CC60-E103-43AE-A5A8-53EF82C778C6}"/>
              </a:ext>
            </a:extLst>
          </p:cNvPr>
          <p:cNvSpPr>
            <a:spLocks noGrp="1"/>
          </p:cNvSpPr>
          <p:nvPr>
            <p:ph type="title" hasCustomPrompt="1"/>
          </p:nvPr>
        </p:nvSpPr>
        <p:spPr>
          <a:xfrm>
            <a:off x="345667" y="805856"/>
            <a:ext cx="2877758" cy="2281834"/>
          </a:xfrm>
        </p:spPr>
        <p:txBody>
          <a:bodyPr/>
          <a:lstStyle>
            <a:lvl1pPr>
              <a:defRPr>
                <a:solidFill>
                  <a:schemeClr val="tx1">
                    <a:lumMod val="95000"/>
                  </a:schemeClr>
                </a:solidFill>
              </a:defRPr>
            </a:lvl1pPr>
          </a:lstStyle>
          <a:p>
            <a:r>
              <a:rPr lang="en-US"/>
              <a:t>Tablet with Content Layout</a:t>
            </a:r>
          </a:p>
        </p:txBody>
      </p:sp>
    </p:spTree>
    <p:extLst>
      <p:ext uri="{BB962C8B-B14F-4D97-AF65-F5344CB8AC3E}">
        <p14:creationId xmlns:p14="http://schemas.microsoft.com/office/powerpoint/2010/main" val="398392604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Media Only Layout - Tablet">
    <p:bg>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7E1F9FE4-7079-98F9-0408-2EC07591665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2661"/>
          <a:stretch/>
        </p:blipFill>
        <p:spPr>
          <a:xfrm>
            <a:off x="0" y="689"/>
            <a:ext cx="12192000" cy="5302831"/>
          </a:xfrm>
          <a:prstGeom prst="rect">
            <a:avLst/>
          </a:prstGeom>
        </p:spPr>
      </p:pic>
      <p:pic>
        <p:nvPicPr>
          <p:cNvPr id="15" name="Picture 14" descr="Shape, square&#10;&#10;Description automatically generated">
            <a:extLst>
              <a:ext uri="{FF2B5EF4-FFF2-40B4-BE49-F238E27FC236}">
                <a16:creationId xmlns:a16="http://schemas.microsoft.com/office/drawing/2014/main" id="{A7CEB4B8-FA90-4131-8982-DF675A196A99}"/>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rot="16200000">
            <a:off x="3164849" y="-465285"/>
            <a:ext cx="5862302" cy="7674740"/>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2519284" y="698149"/>
            <a:ext cx="7185327" cy="5335828"/>
          </a:xfrm>
          <a:prstGeom prst="roundRect">
            <a:avLst>
              <a:gd name="adj" fmla="val 1302"/>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425332115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Questions">
    <p:bg bwMode="invGray">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DCA81D8A-CBA0-45F2-DC4D-D37A6E8A3F8A}"/>
              </a:ext>
            </a:extLst>
          </p:cNvPr>
          <p:cNvPicPr>
            <a:picLocks noChangeAspect="1"/>
          </p:cNvPicPr>
          <p:nvPr userDrawn="1"/>
        </p:nvPicPr>
        <p:blipFill rotWithShape="1">
          <a:blip r:embed="rId2">
            <a:alphaModFix amt="62000"/>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20" name="Text Placeholder 19">
            <a:extLst>
              <a:ext uri="{FF2B5EF4-FFF2-40B4-BE49-F238E27FC236}">
                <a16:creationId xmlns:a16="http://schemas.microsoft.com/office/drawing/2014/main" id="{3BBDEF9B-7E99-47B9-BDFC-E0C14D424E68}"/>
              </a:ext>
            </a:extLst>
          </p:cNvPr>
          <p:cNvSpPr>
            <a:spLocks noGrp="1"/>
          </p:cNvSpPr>
          <p:nvPr>
            <p:ph type="body" sz="quarter" idx="10" hasCustomPrompt="1"/>
          </p:nvPr>
        </p:nvSpPr>
        <p:spPr bwMode="white">
          <a:xfrm>
            <a:off x="2581796" y="2780925"/>
            <a:ext cx="7028408" cy="1091544"/>
          </a:xfrm>
        </p:spPr>
        <p:txBody>
          <a:bodyPr anchor="t"/>
          <a:lstStyle>
            <a:lvl1pPr marL="0" indent="0" algn="ctr">
              <a:buNone/>
              <a:defRPr sz="8800" b="1" cap="all" baseline="0">
                <a:solidFill>
                  <a:schemeClr val="accent4"/>
                </a:solidFill>
              </a:defRPr>
            </a:lvl1pPr>
            <a:lvl2pPr marL="227013" indent="0">
              <a:buNone/>
              <a:defRPr/>
            </a:lvl2pPr>
          </a:lstStyle>
          <a:p>
            <a:pPr lvl="0"/>
            <a:r>
              <a:rPr lang="en-US" err="1"/>
              <a:t>qUESTIONS</a:t>
            </a:r>
            <a:r>
              <a:rPr lang="en-US"/>
              <a:t>?</a:t>
            </a:r>
          </a:p>
        </p:txBody>
      </p:sp>
    </p:spTree>
    <p:extLst>
      <p:ext uri="{BB962C8B-B14F-4D97-AF65-F5344CB8AC3E}">
        <p14:creationId xmlns:p14="http://schemas.microsoft.com/office/powerpoint/2010/main" val="2124739059"/>
      </p:ext>
    </p:extLst>
  </p:cSld>
  <p:clrMapOvr>
    <a:overrideClrMapping bg1="dk1" tx1="lt1" bg2="dk2" tx2="lt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hank You">
    <p:bg bwMode="invGray">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DCA81D8A-CBA0-45F2-DC4D-D37A6E8A3F8A}"/>
              </a:ext>
            </a:extLst>
          </p:cNvPr>
          <p:cNvPicPr>
            <a:picLocks noChangeAspect="1"/>
          </p:cNvPicPr>
          <p:nvPr userDrawn="1"/>
        </p:nvPicPr>
        <p:blipFill rotWithShape="1">
          <a:blip r:embed="rId2">
            <a:alphaModFix amt="62000"/>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20" name="Text Placeholder 19">
            <a:extLst>
              <a:ext uri="{FF2B5EF4-FFF2-40B4-BE49-F238E27FC236}">
                <a16:creationId xmlns:a16="http://schemas.microsoft.com/office/drawing/2014/main" id="{3BBDEF9B-7E99-47B9-BDFC-E0C14D424E68}"/>
              </a:ext>
            </a:extLst>
          </p:cNvPr>
          <p:cNvSpPr>
            <a:spLocks noGrp="1"/>
          </p:cNvSpPr>
          <p:nvPr>
            <p:ph type="body" sz="quarter" idx="10" hasCustomPrompt="1"/>
          </p:nvPr>
        </p:nvSpPr>
        <p:spPr bwMode="white">
          <a:xfrm>
            <a:off x="2581796" y="2780925"/>
            <a:ext cx="7028408" cy="1091544"/>
          </a:xfrm>
        </p:spPr>
        <p:txBody>
          <a:bodyPr anchor="t"/>
          <a:lstStyle>
            <a:lvl1pPr marL="0" indent="0" algn="ctr">
              <a:buNone/>
              <a:defRPr sz="8800" b="1" cap="all" baseline="0">
                <a:solidFill>
                  <a:schemeClr val="accent4"/>
                </a:solidFill>
              </a:defRPr>
            </a:lvl1pPr>
            <a:lvl2pPr marL="227013" indent="0">
              <a:buNone/>
              <a:defRPr/>
            </a:lvl2pPr>
          </a:lstStyle>
          <a:p>
            <a:pPr lvl="0"/>
            <a:r>
              <a:rPr lang="en-US"/>
              <a:t>THANK YOU</a:t>
            </a:r>
          </a:p>
        </p:txBody>
      </p:sp>
    </p:spTree>
    <p:extLst>
      <p:ext uri="{BB962C8B-B14F-4D97-AF65-F5344CB8AC3E}">
        <p14:creationId xmlns:p14="http://schemas.microsoft.com/office/powerpoint/2010/main" val="2410355545"/>
      </p:ext>
    </p:extLst>
  </p:cSld>
  <p:clrMapOvr>
    <a:overrideClrMapping bg1="dk1" tx1="lt1" bg2="dk2" tx2="lt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Closing Slide">
    <p:bg bwMode="invGray">
      <p:bgPr>
        <a:solidFill>
          <a:schemeClr val="accent1"/>
        </a:soli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403FCA63-ED35-43C6-9D23-79CB6DA6369F}"/>
              </a:ext>
            </a:extLst>
          </p:cNvPr>
          <p:cNvSpPr/>
          <p:nvPr userDrawn="1"/>
        </p:nvSpPr>
        <p:spPr>
          <a:xfrm>
            <a:off x="3970041" y="2889501"/>
            <a:ext cx="8221959" cy="1304555"/>
          </a:xfrm>
          <a:custGeom>
            <a:avLst/>
            <a:gdLst>
              <a:gd name="connsiteX0" fmla="*/ 1 w 8221959"/>
              <a:gd name="connsiteY0" fmla="*/ 192 h 1304555"/>
              <a:gd name="connsiteX1" fmla="*/ 323852 w 8221959"/>
              <a:gd name="connsiteY1" fmla="*/ 192 h 1304555"/>
              <a:gd name="connsiteX2" fmla="*/ 323852 w 8221959"/>
              <a:gd name="connsiteY2" fmla="*/ 891522 h 1304555"/>
              <a:gd name="connsiteX3" fmla="*/ 535496 w 8221959"/>
              <a:gd name="connsiteY3" fmla="*/ 652272 h 1304555"/>
              <a:gd name="connsiteX4" fmla="*/ 1038797 w 8221959"/>
              <a:gd name="connsiteY4" fmla="*/ 84582 h 1304555"/>
              <a:gd name="connsiteX5" fmla="*/ 1045274 w 8221959"/>
              <a:gd name="connsiteY5" fmla="*/ 77628 h 1304555"/>
              <a:gd name="connsiteX6" fmla="*/ 1402366 w 8221959"/>
              <a:gd name="connsiteY6" fmla="*/ 62103 h 1304555"/>
              <a:gd name="connsiteX7" fmla="*/ 1495902 w 8221959"/>
              <a:gd name="connsiteY7" fmla="*/ 272319 h 1304555"/>
              <a:gd name="connsiteX8" fmla="*/ 1495902 w 8221959"/>
              <a:gd name="connsiteY8" fmla="*/ 899826 h 1304555"/>
              <a:gd name="connsiteX9" fmla="*/ 1714977 w 8221959"/>
              <a:gd name="connsiteY9" fmla="*/ 652176 h 1304555"/>
              <a:gd name="connsiteX10" fmla="*/ 2218183 w 8221959"/>
              <a:gd name="connsiteY10" fmla="*/ 84582 h 1304555"/>
              <a:gd name="connsiteX11" fmla="*/ 2224374 w 8221959"/>
              <a:gd name="connsiteY11" fmla="*/ 77628 h 1304555"/>
              <a:gd name="connsiteX12" fmla="*/ 2581847 w 8221959"/>
              <a:gd name="connsiteY12" fmla="*/ 62103 h 1304555"/>
              <a:gd name="connsiteX13" fmla="*/ 2675383 w 8221959"/>
              <a:gd name="connsiteY13" fmla="*/ 272319 h 1304555"/>
              <a:gd name="connsiteX14" fmla="*/ 2675383 w 8221959"/>
              <a:gd name="connsiteY14" fmla="*/ 899826 h 1304555"/>
              <a:gd name="connsiteX15" fmla="*/ 2894458 w 8221959"/>
              <a:gd name="connsiteY15" fmla="*/ 652176 h 1304555"/>
              <a:gd name="connsiteX16" fmla="*/ 3397663 w 8221959"/>
              <a:gd name="connsiteY16" fmla="*/ 84582 h 1304555"/>
              <a:gd name="connsiteX17" fmla="*/ 3404236 w 8221959"/>
              <a:gd name="connsiteY17" fmla="*/ 77628 h 1304555"/>
              <a:gd name="connsiteX18" fmla="*/ 3761328 w 8221959"/>
              <a:gd name="connsiteY18" fmla="*/ 62103 h 1304555"/>
              <a:gd name="connsiteX19" fmla="*/ 3854768 w 8221959"/>
              <a:gd name="connsiteY19" fmla="*/ 272319 h 1304555"/>
              <a:gd name="connsiteX20" fmla="*/ 3854768 w 8221959"/>
              <a:gd name="connsiteY20" fmla="*/ 899826 h 1304555"/>
              <a:gd name="connsiteX21" fmla="*/ 4073843 w 8221959"/>
              <a:gd name="connsiteY21" fmla="*/ 652176 h 1304555"/>
              <a:gd name="connsiteX22" fmla="*/ 4577049 w 8221959"/>
              <a:gd name="connsiteY22" fmla="*/ 84582 h 1304555"/>
              <a:gd name="connsiteX23" fmla="*/ 4583526 w 8221959"/>
              <a:gd name="connsiteY23" fmla="*/ 77628 h 1304555"/>
              <a:gd name="connsiteX24" fmla="*/ 4940713 w 8221959"/>
              <a:gd name="connsiteY24" fmla="*/ 62103 h 1304555"/>
              <a:gd name="connsiteX25" fmla="*/ 5034249 w 8221959"/>
              <a:gd name="connsiteY25" fmla="*/ 272319 h 1304555"/>
              <a:gd name="connsiteX26" fmla="*/ 5034249 w 8221959"/>
              <a:gd name="connsiteY26" fmla="*/ 652272 h 1304555"/>
              <a:gd name="connsiteX27" fmla="*/ 5031296 w 8221959"/>
              <a:gd name="connsiteY27" fmla="*/ 652272 h 1304555"/>
              <a:gd name="connsiteX28" fmla="*/ 5031296 w 8221959"/>
              <a:gd name="connsiteY28" fmla="*/ 899921 h 1304555"/>
              <a:gd name="connsiteX29" fmla="*/ 5250370 w 8221959"/>
              <a:gd name="connsiteY29" fmla="*/ 652271 h 1304555"/>
              <a:gd name="connsiteX30" fmla="*/ 5753668 w 8221959"/>
              <a:gd name="connsiteY30" fmla="*/ 84581 h 1304555"/>
              <a:gd name="connsiteX31" fmla="*/ 5760145 w 8221959"/>
              <a:gd name="connsiteY31" fmla="*/ 77627 h 1304555"/>
              <a:gd name="connsiteX32" fmla="*/ 6117235 w 8221959"/>
              <a:gd name="connsiteY32" fmla="*/ 62102 h 1304555"/>
              <a:gd name="connsiteX33" fmla="*/ 6210770 w 8221959"/>
              <a:gd name="connsiteY33" fmla="*/ 272318 h 1304555"/>
              <a:gd name="connsiteX34" fmla="*/ 6210770 w 8221959"/>
              <a:gd name="connsiteY34" fmla="*/ 899825 h 1304555"/>
              <a:gd name="connsiteX35" fmla="*/ 6429843 w 8221959"/>
              <a:gd name="connsiteY35" fmla="*/ 652175 h 1304555"/>
              <a:gd name="connsiteX36" fmla="*/ 6933046 w 8221959"/>
              <a:gd name="connsiteY36" fmla="*/ 84581 h 1304555"/>
              <a:gd name="connsiteX37" fmla="*/ 6939237 w 8221959"/>
              <a:gd name="connsiteY37" fmla="*/ 77627 h 1304555"/>
              <a:gd name="connsiteX38" fmla="*/ 7114949 w 8221959"/>
              <a:gd name="connsiteY38" fmla="*/ 250 h 1304555"/>
              <a:gd name="connsiteX39" fmla="*/ 7296708 w 8221959"/>
              <a:gd name="connsiteY39" fmla="*/ 62102 h 1304555"/>
              <a:gd name="connsiteX40" fmla="*/ 7390243 w 8221959"/>
              <a:gd name="connsiteY40" fmla="*/ 272318 h 1304555"/>
              <a:gd name="connsiteX41" fmla="*/ 7390243 w 8221959"/>
              <a:gd name="connsiteY41" fmla="*/ 899825 h 1304555"/>
              <a:gd name="connsiteX42" fmla="*/ 7609317 w 8221959"/>
              <a:gd name="connsiteY42" fmla="*/ 652175 h 1304555"/>
              <a:gd name="connsiteX43" fmla="*/ 8112520 w 8221959"/>
              <a:gd name="connsiteY43" fmla="*/ 84581 h 1304555"/>
              <a:gd name="connsiteX44" fmla="*/ 8119092 w 8221959"/>
              <a:gd name="connsiteY44" fmla="*/ 77627 h 1304555"/>
              <a:gd name="connsiteX45" fmla="*/ 8201036 w 8221959"/>
              <a:gd name="connsiteY45" fmla="*/ 21886 h 1304555"/>
              <a:gd name="connsiteX46" fmla="*/ 8221959 w 8221959"/>
              <a:gd name="connsiteY46" fmla="*/ 15039 h 1304555"/>
              <a:gd name="connsiteX47" fmla="*/ 8221959 w 8221959"/>
              <a:gd name="connsiteY47" fmla="*/ 439700 h 1304555"/>
              <a:gd name="connsiteX48" fmla="*/ 8033748 w 8221959"/>
              <a:gd name="connsiteY48" fmla="*/ 652461 h 1304555"/>
              <a:gd name="connsiteX49" fmla="*/ 7524354 w 8221959"/>
              <a:gd name="connsiteY49" fmla="*/ 1227105 h 1304555"/>
              <a:gd name="connsiteX50" fmla="*/ 7211270 w 8221959"/>
              <a:gd name="connsiteY50" fmla="*/ 1272253 h 1304555"/>
              <a:gd name="connsiteX51" fmla="*/ 7073729 w 8221959"/>
              <a:gd name="connsiteY51" fmla="*/ 1029556 h 1304555"/>
              <a:gd name="connsiteX52" fmla="*/ 7073729 w 8221959"/>
              <a:gd name="connsiteY52" fmla="*/ 404811 h 1304555"/>
              <a:gd name="connsiteX53" fmla="*/ 6854656 w 8221959"/>
              <a:gd name="connsiteY53" fmla="*/ 652461 h 1304555"/>
              <a:gd name="connsiteX54" fmla="*/ 6345167 w 8221959"/>
              <a:gd name="connsiteY54" fmla="*/ 1227105 h 1304555"/>
              <a:gd name="connsiteX55" fmla="*/ 6158192 w 8221959"/>
              <a:gd name="connsiteY55" fmla="*/ 1304352 h 1304555"/>
              <a:gd name="connsiteX56" fmla="*/ 6031511 w 8221959"/>
              <a:gd name="connsiteY56" fmla="*/ 1272063 h 1304555"/>
              <a:gd name="connsiteX57" fmla="*/ 5893970 w 8221959"/>
              <a:gd name="connsiteY57" fmla="*/ 1029366 h 1304555"/>
              <a:gd name="connsiteX58" fmla="*/ 5893970 w 8221959"/>
              <a:gd name="connsiteY58" fmla="*/ 404811 h 1304555"/>
              <a:gd name="connsiteX59" fmla="*/ 5674897 w 8221959"/>
              <a:gd name="connsiteY59" fmla="*/ 652461 h 1304555"/>
              <a:gd name="connsiteX60" fmla="*/ 5165407 w 8221959"/>
              <a:gd name="connsiteY60" fmla="*/ 1227105 h 1304555"/>
              <a:gd name="connsiteX61" fmla="*/ 4979100 w 8221959"/>
              <a:gd name="connsiteY61" fmla="*/ 1304543 h 1304555"/>
              <a:gd name="connsiteX62" fmla="*/ 4852322 w 8221959"/>
              <a:gd name="connsiteY62" fmla="*/ 1272253 h 1304555"/>
              <a:gd name="connsiteX63" fmla="*/ 4714877 w 8221959"/>
              <a:gd name="connsiteY63" fmla="*/ 1029556 h 1304555"/>
              <a:gd name="connsiteX64" fmla="*/ 4714877 w 8221959"/>
              <a:gd name="connsiteY64" fmla="*/ 652271 h 1304555"/>
              <a:gd name="connsiteX65" fmla="*/ 4717066 w 8221959"/>
              <a:gd name="connsiteY65" fmla="*/ 652271 h 1304555"/>
              <a:gd name="connsiteX66" fmla="*/ 4717066 w 8221959"/>
              <a:gd name="connsiteY66" fmla="*/ 404622 h 1304555"/>
              <a:gd name="connsiteX67" fmla="*/ 4497991 w 8221959"/>
              <a:gd name="connsiteY67" fmla="*/ 652272 h 1304555"/>
              <a:gd name="connsiteX68" fmla="*/ 3988499 w 8221959"/>
              <a:gd name="connsiteY68" fmla="*/ 1226915 h 1304555"/>
              <a:gd name="connsiteX69" fmla="*/ 3802190 w 8221959"/>
              <a:gd name="connsiteY69" fmla="*/ 1304353 h 1304555"/>
              <a:gd name="connsiteX70" fmla="*/ 3675508 w 8221959"/>
              <a:gd name="connsiteY70" fmla="*/ 1272064 h 1304555"/>
              <a:gd name="connsiteX71" fmla="*/ 3537967 w 8221959"/>
              <a:gd name="connsiteY71" fmla="*/ 1029367 h 1304555"/>
              <a:gd name="connsiteX72" fmla="*/ 3537967 w 8221959"/>
              <a:gd name="connsiteY72" fmla="*/ 404812 h 1304555"/>
              <a:gd name="connsiteX73" fmla="*/ 3318892 w 8221959"/>
              <a:gd name="connsiteY73" fmla="*/ 652462 h 1304555"/>
              <a:gd name="connsiteX74" fmla="*/ 2809495 w 8221959"/>
              <a:gd name="connsiteY74" fmla="*/ 1227106 h 1304555"/>
              <a:gd name="connsiteX75" fmla="*/ 2496408 w 8221959"/>
              <a:gd name="connsiteY75" fmla="*/ 1272254 h 1304555"/>
              <a:gd name="connsiteX76" fmla="*/ 2358867 w 8221959"/>
              <a:gd name="connsiteY76" fmla="*/ 1029557 h 1304555"/>
              <a:gd name="connsiteX77" fmla="*/ 2358867 w 8221959"/>
              <a:gd name="connsiteY77" fmla="*/ 404812 h 1304555"/>
              <a:gd name="connsiteX78" fmla="*/ 2139792 w 8221959"/>
              <a:gd name="connsiteY78" fmla="*/ 652462 h 1304555"/>
              <a:gd name="connsiteX79" fmla="*/ 1630300 w 8221959"/>
              <a:gd name="connsiteY79" fmla="*/ 1227106 h 1304555"/>
              <a:gd name="connsiteX80" fmla="*/ 1443324 w 8221959"/>
              <a:gd name="connsiteY80" fmla="*/ 1304353 h 1304555"/>
              <a:gd name="connsiteX81" fmla="*/ 1316641 w 8221959"/>
              <a:gd name="connsiteY81" fmla="*/ 1272064 h 1304555"/>
              <a:gd name="connsiteX82" fmla="*/ 1179100 w 8221959"/>
              <a:gd name="connsiteY82" fmla="*/ 1029367 h 1304555"/>
              <a:gd name="connsiteX83" fmla="*/ 1179100 w 8221959"/>
              <a:gd name="connsiteY83" fmla="*/ 404812 h 1304555"/>
              <a:gd name="connsiteX84" fmla="*/ 960025 w 8221959"/>
              <a:gd name="connsiteY84" fmla="*/ 652462 h 1304555"/>
              <a:gd name="connsiteX85" fmla="*/ 450533 w 8221959"/>
              <a:gd name="connsiteY85" fmla="*/ 1227106 h 1304555"/>
              <a:gd name="connsiteX86" fmla="*/ 264224 w 8221959"/>
              <a:gd name="connsiteY86" fmla="*/ 1304544 h 1304555"/>
              <a:gd name="connsiteX87" fmla="*/ 137446 w 8221959"/>
              <a:gd name="connsiteY87" fmla="*/ 1272254 h 1304555"/>
              <a:gd name="connsiteX88" fmla="*/ 9180 w 8221959"/>
              <a:gd name="connsiteY88" fmla="*/ 1102894 h 1304555"/>
              <a:gd name="connsiteX89" fmla="*/ 513 w 8221959"/>
              <a:gd name="connsiteY89" fmla="*/ 1033656 h 1304555"/>
              <a:gd name="connsiteX90" fmla="*/ 1 w 8221959"/>
              <a:gd name="connsiteY90" fmla="*/ 1033656 h 1304555"/>
              <a:gd name="connsiteX91" fmla="*/ 1 w 8221959"/>
              <a:gd name="connsiteY91" fmla="*/ 1029565 h 1304555"/>
              <a:gd name="connsiteX92" fmla="*/ 0 w 8221959"/>
              <a:gd name="connsiteY92" fmla="*/ 1029557 h 1304555"/>
              <a:gd name="connsiteX93" fmla="*/ 0 w 8221959"/>
              <a:gd name="connsiteY93" fmla="*/ 652272 h 1304555"/>
              <a:gd name="connsiteX94" fmla="*/ 1 w 8221959"/>
              <a:gd name="connsiteY94" fmla="*/ 652272 h 1304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8221959" h="1304555">
                <a:moveTo>
                  <a:pt x="1" y="192"/>
                </a:moveTo>
                <a:lnTo>
                  <a:pt x="323852" y="192"/>
                </a:lnTo>
                <a:lnTo>
                  <a:pt x="323852" y="891522"/>
                </a:lnTo>
                <a:lnTo>
                  <a:pt x="535496" y="652272"/>
                </a:lnTo>
                <a:lnTo>
                  <a:pt x="1038797" y="84582"/>
                </a:lnTo>
                <a:lnTo>
                  <a:pt x="1045274" y="77628"/>
                </a:lnTo>
                <a:cubicBezTo>
                  <a:pt x="1142275" y="-19352"/>
                  <a:pt x="1297315" y="-26092"/>
                  <a:pt x="1402366" y="62103"/>
                </a:cubicBezTo>
                <a:cubicBezTo>
                  <a:pt x="1464469" y="112776"/>
                  <a:pt x="1495902" y="192214"/>
                  <a:pt x="1495902" y="272319"/>
                </a:cubicBezTo>
                <a:lnTo>
                  <a:pt x="1495902" y="899826"/>
                </a:lnTo>
                <a:lnTo>
                  <a:pt x="1714977" y="652176"/>
                </a:lnTo>
                <a:lnTo>
                  <a:pt x="2218183" y="84582"/>
                </a:lnTo>
                <a:lnTo>
                  <a:pt x="2224374" y="77628"/>
                </a:lnTo>
                <a:cubicBezTo>
                  <a:pt x="2321424" y="-19582"/>
                  <a:pt x="2476734" y="-26327"/>
                  <a:pt x="2581847" y="62103"/>
                </a:cubicBezTo>
                <a:cubicBezTo>
                  <a:pt x="2643950" y="112776"/>
                  <a:pt x="2675383" y="192119"/>
                  <a:pt x="2675383" y="272319"/>
                </a:cubicBezTo>
                <a:lnTo>
                  <a:pt x="2675383" y="899826"/>
                </a:lnTo>
                <a:lnTo>
                  <a:pt x="2894458" y="652176"/>
                </a:lnTo>
                <a:lnTo>
                  <a:pt x="3397663" y="84582"/>
                </a:lnTo>
                <a:lnTo>
                  <a:pt x="3404236" y="77628"/>
                </a:lnTo>
                <a:cubicBezTo>
                  <a:pt x="3501236" y="-19352"/>
                  <a:pt x="3656276" y="-26092"/>
                  <a:pt x="3761328" y="62103"/>
                </a:cubicBezTo>
                <a:cubicBezTo>
                  <a:pt x="3823336" y="112776"/>
                  <a:pt x="3854768" y="192214"/>
                  <a:pt x="3854768" y="272319"/>
                </a:cubicBezTo>
                <a:lnTo>
                  <a:pt x="3854768" y="899826"/>
                </a:lnTo>
                <a:lnTo>
                  <a:pt x="4073843" y="652176"/>
                </a:lnTo>
                <a:lnTo>
                  <a:pt x="4577049" y="84582"/>
                </a:lnTo>
                <a:lnTo>
                  <a:pt x="4583526" y="77628"/>
                </a:lnTo>
                <a:cubicBezTo>
                  <a:pt x="4680539" y="-19409"/>
                  <a:pt x="4835647" y="-26151"/>
                  <a:pt x="4940713" y="62103"/>
                </a:cubicBezTo>
                <a:cubicBezTo>
                  <a:pt x="5002816" y="112776"/>
                  <a:pt x="5034249" y="192119"/>
                  <a:pt x="5034249" y="272319"/>
                </a:cubicBezTo>
                <a:lnTo>
                  <a:pt x="5034249" y="652272"/>
                </a:lnTo>
                <a:lnTo>
                  <a:pt x="5031296" y="652272"/>
                </a:lnTo>
                <a:lnTo>
                  <a:pt x="5031296" y="899921"/>
                </a:lnTo>
                <a:lnTo>
                  <a:pt x="5250370" y="652271"/>
                </a:lnTo>
                <a:lnTo>
                  <a:pt x="5753668" y="84581"/>
                </a:lnTo>
                <a:lnTo>
                  <a:pt x="5760145" y="77627"/>
                </a:lnTo>
                <a:cubicBezTo>
                  <a:pt x="5857145" y="-19353"/>
                  <a:pt x="6012184" y="-26093"/>
                  <a:pt x="6117235" y="62102"/>
                </a:cubicBezTo>
                <a:cubicBezTo>
                  <a:pt x="6179338" y="112775"/>
                  <a:pt x="6210770" y="192213"/>
                  <a:pt x="6210770" y="272318"/>
                </a:cubicBezTo>
                <a:lnTo>
                  <a:pt x="6210770" y="899825"/>
                </a:lnTo>
                <a:lnTo>
                  <a:pt x="6429843" y="652175"/>
                </a:lnTo>
                <a:lnTo>
                  <a:pt x="6933046" y="84581"/>
                </a:lnTo>
                <a:lnTo>
                  <a:pt x="6939237" y="77627"/>
                </a:lnTo>
                <a:cubicBezTo>
                  <a:pt x="6987762" y="29022"/>
                  <a:pt x="7050852" y="3033"/>
                  <a:pt x="7114949" y="250"/>
                </a:cubicBezTo>
                <a:cubicBezTo>
                  <a:pt x="7179047" y="-2534"/>
                  <a:pt x="7244152" y="17887"/>
                  <a:pt x="7296708" y="62102"/>
                </a:cubicBezTo>
                <a:cubicBezTo>
                  <a:pt x="7358811" y="112775"/>
                  <a:pt x="7390243" y="192118"/>
                  <a:pt x="7390243" y="272318"/>
                </a:cubicBezTo>
                <a:lnTo>
                  <a:pt x="7390243" y="899825"/>
                </a:lnTo>
                <a:lnTo>
                  <a:pt x="7609317" y="652175"/>
                </a:lnTo>
                <a:lnTo>
                  <a:pt x="8112520" y="84581"/>
                </a:lnTo>
                <a:lnTo>
                  <a:pt x="8119092" y="77627"/>
                </a:lnTo>
                <a:cubicBezTo>
                  <a:pt x="8143342" y="53382"/>
                  <a:pt x="8171219" y="34777"/>
                  <a:pt x="8201036" y="21886"/>
                </a:cubicBezTo>
                <a:lnTo>
                  <a:pt x="8221959" y="15039"/>
                </a:lnTo>
                <a:lnTo>
                  <a:pt x="8221959" y="439700"/>
                </a:lnTo>
                <a:lnTo>
                  <a:pt x="8033748" y="652461"/>
                </a:lnTo>
                <a:lnTo>
                  <a:pt x="7524354" y="1227105"/>
                </a:lnTo>
                <a:cubicBezTo>
                  <a:pt x="7441614" y="1310042"/>
                  <a:pt x="7314071" y="1328434"/>
                  <a:pt x="7211270" y="1272253"/>
                </a:cubicBezTo>
                <a:cubicBezTo>
                  <a:pt x="7123831" y="1224628"/>
                  <a:pt x="7073729" y="1129378"/>
                  <a:pt x="7073729" y="1029556"/>
                </a:cubicBezTo>
                <a:lnTo>
                  <a:pt x="7073729" y="404811"/>
                </a:lnTo>
                <a:lnTo>
                  <a:pt x="6854656" y="652461"/>
                </a:lnTo>
                <a:lnTo>
                  <a:pt x="6345167" y="1227105"/>
                </a:lnTo>
                <a:cubicBezTo>
                  <a:pt x="6295611" y="1276719"/>
                  <a:pt x="6228316" y="1304522"/>
                  <a:pt x="6158192" y="1304352"/>
                </a:cubicBezTo>
                <a:cubicBezTo>
                  <a:pt x="6113940" y="1304266"/>
                  <a:pt x="6070405" y="1293169"/>
                  <a:pt x="6031511" y="1272063"/>
                </a:cubicBezTo>
                <a:cubicBezTo>
                  <a:pt x="5944071" y="1224438"/>
                  <a:pt x="5893970" y="1129188"/>
                  <a:pt x="5893970" y="1029366"/>
                </a:cubicBezTo>
                <a:lnTo>
                  <a:pt x="5893970" y="404811"/>
                </a:lnTo>
                <a:lnTo>
                  <a:pt x="5674897" y="652461"/>
                </a:lnTo>
                <a:lnTo>
                  <a:pt x="5165407" y="1227105"/>
                </a:lnTo>
                <a:cubicBezTo>
                  <a:pt x="5116088" y="1276688"/>
                  <a:pt x="5049034" y="1304558"/>
                  <a:pt x="4979100" y="1304543"/>
                </a:cubicBezTo>
                <a:cubicBezTo>
                  <a:pt x="4934810" y="1304512"/>
                  <a:pt x="4891231" y="1293413"/>
                  <a:pt x="4852322" y="1272253"/>
                </a:cubicBezTo>
                <a:cubicBezTo>
                  <a:pt x="4764883" y="1224628"/>
                  <a:pt x="4714877" y="1129378"/>
                  <a:pt x="4714877" y="1029556"/>
                </a:cubicBezTo>
                <a:lnTo>
                  <a:pt x="4714877" y="652271"/>
                </a:lnTo>
                <a:lnTo>
                  <a:pt x="4717066" y="652271"/>
                </a:lnTo>
                <a:lnTo>
                  <a:pt x="4717066" y="404622"/>
                </a:lnTo>
                <a:lnTo>
                  <a:pt x="4497991" y="652272"/>
                </a:lnTo>
                <a:lnTo>
                  <a:pt x="3988499" y="1226915"/>
                </a:lnTo>
                <a:cubicBezTo>
                  <a:pt x="3939156" y="1276462"/>
                  <a:pt x="3872117" y="1304327"/>
                  <a:pt x="3802190" y="1304353"/>
                </a:cubicBezTo>
                <a:cubicBezTo>
                  <a:pt x="3757938" y="1304267"/>
                  <a:pt x="3714402" y="1293170"/>
                  <a:pt x="3675508" y="1272064"/>
                </a:cubicBezTo>
                <a:cubicBezTo>
                  <a:pt x="3588068" y="1224439"/>
                  <a:pt x="3537967" y="1129189"/>
                  <a:pt x="3537967" y="1029367"/>
                </a:cubicBezTo>
                <a:lnTo>
                  <a:pt x="3537967" y="404812"/>
                </a:lnTo>
                <a:lnTo>
                  <a:pt x="3318892" y="652462"/>
                </a:lnTo>
                <a:lnTo>
                  <a:pt x="2809495" y="1227106"/>
                </a:lnTo>
                <a:cubicBezTo>
                  <a:pt x="2726754" y="1310043"/>
                  <a:pt x="2599210" y="1328435"/>
                  <a:pt x="2496408" y="1272254"/>
                </a:cubicBezTo>
                <a:cubicBezTo>
                  <a:pt x="2408968" y="1224629"/>
                  <a:pt x="2358867" y="1129379"/>
                  <a:pt x="2358867" y="1029557"/>
                </a:cubicBezTo>
                <a:lnTo>
                  <a:pt x="2358867" y="404812"/>
                </a:lnTo>
                <a:lnTo>
                  <a:pt x="2139792" y="652462"/>
                </a:lnTo>
                <a:lnTo>
                  <a:pt x="1630300" y="1227106"/>
                </a:lnTo>
                <a:cubicBezTo>
                  <a:pt x="1580744" y="1276720"/>
                  <a:pt x="1513448" y="1304523"/>
                  <a:pt x="1443324" y="1304353"/>
                </a:cubicBezTo>
                <a:cubicBezTo>
                  <a:pt x="1399071" y="1304267"/>
                  <a:pt x="1355536" y="1293170"/>
                  <a:pt x="1316641" y="1272064"/>
                </a:cubicBezTo>
                <a:cubicBezTo>
                  <a:pt x="1229202" y="1224439"/>
                  <a:pt x="1179100" y="1129189"/>
                  <a:pt x="1179100" y="1029367"/>
                </a:cubicBezTo>
                <a:lnTo>
                  <a:pt x="1179100" y="404812"/>
                </a:lnTo>
                <a:lnTo>
                  <a:pt x="960025" y="652462"/>
                </a:lnTo>
                <a:lnTo>
                  <a:pt x="450533" y="1227106"/>
                </a:lnTo>
                <a:cubicBezTo>
                  <a:pt x="401213" y="1276689"/>
                  <a:pt x="334159" y="1304559"/>
                  <a:pt x="264224" y="1304544"/>
                </a:cubicBezTo>
                <a:cubicBezTo>
                  <a:pt x="219934" y="1304513"/>
                  <a:pt x="176355" y="1293414"/>
                  <a:pt x="137446" y="1272254"/>
                </a:cubicBezTo>
                <a:cubicBezTo>
                  <a:pt x="71866" y="1236535"/>
                  <a:pt x="27343" y="1174028"/>
                  <a:pt x="9180" y="1102894"/>
                </a:cubicBezTo>
                <a:lnTo>
                  <a:pt x="513" y="1033656"/>
                </a:lnTo>
                <a:lnTo>
                  <a:pt x="1" y="1033656"/>
                </a:lnTo>
                <a:lnTo>
                  <a:pt x="1" y="1029565"/>
                </a:lnTo>
                <a:lnTo>
                  <a:pt x="0" y="1029557"/>
                </a:lnTo>
                <a:lnTo>
                  <a:pt x="0" y="652272"/>
                </a:lnTo>
                <a:lnTo>
                  <a:pt x="1" y="652272"/>
                </a:lnTo>
                <a:close/>
              </a:path>
            </a:pathLst>
          </a:custGeom>
          <a:gradFill flip="none" rotWithShape="1">
            <a:gsLst>
              <a:gs pos="0">
                <a:schemeClr val="accent1">
                  <a:tint val="66000"/>
                  <a:satMod val="160000"/>
                </a:schemeClr>
              </a:gs>
              <a:gs pos="49000">
                <a:schemeClr val="accent1">
                  <a:tint val="44500"/>
                  <a:satMod val="160000"/>
                </a:schemeClr>
              </a:gs>
              <a:gs pos="100000">
                <a:schemeClr val="tx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8" name="Graphic 17">
            <a:extLst>
              <a:ext uri="{FF2B5EF4-FFF2-40B4-BE49-F238E27FC236}">
                <a16:creationId xmlns:a16="http://schemas.microsoft.com/office/drawing/2014/main" id="{A9BC630F-6602-46CC-94D2-9A72427CD1B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8464" y="2919177"/>
            <a:ext cx="3165955" cy="1245957"/>
          </a:xfrm>
          <a:prstGeom prst="rect">
            <a:avLst/>
          </a:prstGeom>
        </p:spPr>
      </p:pic>
    </p:spTree>
    <p:extLst>
      <p:ext uri="{BB962C8B-B14F-4D97-AF65-F5344CB8AC3E}">
        <p14:creationId xmlns:p14="http://schemas.microsoft.com/office/powerpoint/2010/main" val="1609920526"/>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image" Target="../media/image2.sv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A2CE99E-E714-40B6-AD13-9F92202805BD}"/>
              </a:ext>
            </a:extLst>
          </p:cNvPr>
          <p:cNvSpPr>
            <a:spLocks noGrp="1"/>
          </p:cNvSpPr>
          <p:nvPr>
            <p:ph type="ftr" sz="quarter" idx="3"/>
          </p:nvPr>
        </p:nvSpPr>
        <p:spPr>
          <a:xfrm>
            <a:off x="342900" y="6394105"/>
            <a:ext cx="10259861" cy="365125"/>
          </a:xfrm>
          <a:prstGeom prst="rect">
            <a:avLst/>
          </a:prstGeom>
        </p:spPr>
        <p:txBody>
          <a:bodyPr vert="horz" lIns="0" tIns="45720" rIns="91440" bIns="45720" rtlCol="0" anchor="ctr"/>
          <a:lstStyle>
            <a:lvl1pPr algn="l">
              <a:defRPr sz="800">
                <a:solidFill>
                  <a:schemeClr val="tx1"/>
                </a:solidFill>
              </a:defRPr>
            </a:lvl1pPr>
          </a:lstStyle>
          <a:p>
            <a:endParaRPr lang="en-US"/>
          </a:p>
        </p:txBody>
      </p:sp>
      <p:sp>
        <p:nvSpPr>
          <p:cNvPr id="2" name="Title Placeholder 1">
            <a:extLst>
              <a:ext uri="{FF2B5EF4-FFF2-40B4-BE49-F238E27FC236}">
                <a16:creationId xmlns:a16="http://schemas.microsoft.com/office/drawing/2014/main" id="{6FA46329-3CEB-4871-A9F8-2926A8C0855D}"/>
              </a:ext>
            </a:extLst>
          </p:cNvPr>
          <p:cNvSpPr>
            <a:spLocks noGrp="1"/>
          </p:cNvSpPr>
          <p:nvPr>
            <p:ph type="title"/>
          </p:nvPr>
        </p:nvSpPr>
        <p:spPr>
          <a:xfrm>
            <a:off x="880782" y="545914"/>
            <a:ext cx="10414747" cy="1147152"/>
          </a:xfrm>
          <a:prstGeom prst="rect">
            <a:avLst/>
          </a:prstGeom>
        </p:spPr>
        <p:txBody>
          <a:bodyPr vert="horz" lIns="0" tIns="0" rIns="0" bIns="0" rtlCol="0" anchor="b">
            <a:noAutofit/>
          </a:bodyPr>
          <a:lstStyle/>
          <a:p>
            <a:r>
              <a:rPr lang="en-US"/>
              <a:t>Headline goes here</a:t>
            </a:r>
            <a:br>
              <a:rPr lang="en-US"/>
            </a:br>
            <a:r>
              <a:rPr lang="en-US"/>
              <a:t>two lines long optional</a:t>
            </a:r>
          </a:p>
        </p:txBody>
      </p:sp>
      <p:sp>
        <p:nvSpPr>
          <p:cNvPr id="3" name="Text Placeholder 2">
            <a:extLst>
              <a:ext uri="{FF2B5EF4-FFF2-40B4-BE49-F238E27FC236}">
                <a16:creationId xmlns:a16="http://schemas.microsoft.com/office/drawing/2014/main" id="{213B0E2E-E783-4B3F-B91C-B86959CE7A96}"/>
              </a:ext>
            </a:extLst>
          </p:cNvPr>
          <p:cNvSpPr>
            <a:spLocks noGrp="1"/>
          </p:cNvSpPr>
          <p:nvPr>
            <p:ph type="body" idx="1"/>
          </p:nvPr>
        </p:nvSpPr>
        <p:spPr>
          <a:xfrm>
            <a:off x="880782" y="1980280"/>
            <a:ext cx="10414747" cy="4157383"/>
          </a:xfrm>
          <a:prstGeom prst="rect">
            <a:avLst/>
          </a:prstGeom>
        </p:spPr>
        <p:txBody>
          <a:bodyPr vert="horz" lIns="0" tIns="0" rIns="0" bIns="0" rtlCol="0">
            <a:noAutofit/>
          </a:bodyPr>
          <a:lstStyle/>
          <a:p>
            <a:pPr lvl="0"/>
            <a:r>
              <a:rPr lang="en-US"/>
              <a:t>Default body copy</a:t>
            </a:r>
            <a:br>
              <a:rPr lang="en-US"/>
            </a:br>
            <a:r>
              <a:rPr lang="en-US"/>
              <a:t>second line</a:t>
            </a:r>
          </a:p>
          <a:p>
            <a:pPr lvl="1"/>
            <a:r>
              <a:rPr lang="en-US"/>
              <a:t>Sub-level body copy (tab 2x)</a:t>
            </a:r>
            <a:br>
              <a:rPr lang="en-US"/>
            </a:br>
            <a:r>
              <a:rPr lang="en-US"/>
              <a:t>second line</a:t>
            </a:r>
          </a:p>
          <a:p>
            <a:pPr lvl="2"/>
            <a:r>
              <a:rPr lang="en-US"/>
              <a:t>Sub-level body copy (tab 3x)</a:t>
            </a:r>
            <a:br>
              <a:rPr lang="en-US"/>
            </a:br>
            <a:r>
              <a:rPr lang="en-US"/>
              <a:t>second line</a:t>
            </a:r>
          </a:p>
          <a:p>
            <a:pPr lvl="3"/>
            <a:r>
              <a:rPr lang="en-US"/>
              <a:t>Sub-level (tab 4x)</a:t>
            </a:r>
            <a:br>
              <a:rPr lang="en-US"/>
            </a:br>
            <a:r>
              <a:rPr lang="en-US"/>
              <a:t>second line</a:t>
            </a:r>
          </a:p>
          <a:p>
            <a:pPr lvl="4"/>
            <a:r>
              <a:rPr lang="en-US"/>
              <a:t>Sub-level (tab 5x)</a:t>
            </a:r>
            <a:br>
              <a:rPr lang="en-US"/>
            </a:br>
            <a:r>
              <a:rPr lang="en-US"/>
              <a:t>second line</a:t>
            </a:r>
          </a:p>
        </p:txBody>
      </p:sp>
      <p:sp>
        <p:nvSpPr>
          <p:cNvPr id="4" name="Date Placeholder 3">
            <a:extLst>
              <a:ext uri="{FF2B5EF4-FFF2-40B4-BE49-F238E27FC236}">
                <a16:creationId xmlns:a16="http://schemas.microsoft.com/office/drawing/2014/main" id="{6A1239C0-BD08-4C30-B628-959CD8FA8D83}"/>
              </a:ext>
            </a:extLst>
          </p:cNvPr>
          <p:cNvSpPr>
            <a:spLocks noGrp="1"/>
          </p:cNvSpPr>
          <p:nvPr>
            <p:ph type="dt" sz="half" idx="2"/>
          </p:nvPr>
        </p:nvSpPr>
        <p:spPr>
          <a:xfrm>
            <a:off x="10602762" y="6382494"/>
            <a:ext cx="692767" cy="365125"/>
          </a:xfrm>
          <a:prstGeom prst="rect">
            <a:avLst/>
          </a:prstGeom>
        </p:spPr>
        <p:txBody>
          <a:bodyPr vert="horz" lIns="91440" tIns="45720" rIns="91440" bIns="45720" rtlCol="0" anchor="ctr"/>
          <a:lstStyle>
            <a:lvl1pPr algn="r">
              <a:defRPr sz="700">
                <a:solidFill>
                  <a:schemeClr val="tx1"/>
                </a:solidFill>
              </a:defRPr>
            </a:lvl1pPr>
          </a:lstStyle>
          <a:p>
            <a:fld id="{B7EB65F7-02F7-4C03-9B5E-0F72A9F540CE}" type="datetime1">
              <a:rPr lang="en-US" smtClean="0"/>
              <a:pPr/>
              <a:t>4/15/2024</a:t>
            </a:fld>
            <a:endParaRPr lang="en-US"/>
          </a:p>
        </p:txBody>
      </p:sp>
      <p:sp>
        <p:nvSpPr>
          <p:cNvPr id="6" name="Slide Number Placeholder 5">
            <a:extLst>
              <a:ext uri="{FF2B5EF4-FFF2-40B4-BE49-F238E27FC236}">
                <a16:creationId xmlns:a16="http://schemas.microsoft.com/office/drawing/2014/main" id="{AA28DA39-0C23-4056-8B4B-9F8DCBB8EEB9}"/>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a:p>
        </p:txBody>
      </p:sp>
      <p:pic>
        <p:nvPicPr>
          <p:cNvPr id="9" name="Graphic 8">
            <a:extLst>
              <a:ext uri="{FF2B5EF4-FFF2-40B4-BE49-F238E27FC236}">
                <a16:creationId xmlns:a16="http://schemas.microsoft.com/office/drawing/2014/main" id="{3BB41A6D-43BD-4471-835C-1C49C9CCE2A7}"/>
              </a:ext>
            </a:extLst>
          </p:cNvPr>
          <p:cNvPicPr>
            <a:picLocks noChangeAspect="1"/>
          </p:cNvPicPr>
          <p:nvPr userDrawn="1"/>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350346661"/>
      </p:ext>
    </p:extLst>
  </p:cSld>
  <p:clrMap bg1="dk1" tx1="lt1" bg2="dk2" tx2="lt2" accent1="accent1" accent2="accent2" accent3="accent3" accent4="accent4" accent5="accent5" accent6="accent6" hlink="hlink" folHlink="folHlink"/>
  <p:sldLayoutIdLst>
    <p:sldLayoutId id="2147483649" r:id="rId1"/>
    <p:sldLayoutId id="2147483737" r:id="rId2"/>
    <p:sldLayoutId id="2147483719" r:id="rId3"/>
    <p:sldLayoutId id="2147483720" r:id="rId4"/>
    <p:sldLayoutId id="2147483721" r:id="rId5"/>
    <p:sldLayoutId id="2147483666" r:id="rId6"/>
    <p:sldLayoutId id="2147483736" r:id="rId7"/>
    <p:sldLayoutId id="2147483691" r:id="rId8"/>
    <p:sldLayoutId id="2147483729" r:id="rId9"/>
    <p:sldLayoutId id="2147483651" r:id="rId10"/>
    <p:sldLayoutId id="2147483695" r:id="rId11"/>
    <p:sldLayoutId id="2147483734" r:id="rId12"/>
    <p:sldLayoutId id="2147483735" r:id="rId13"/>
    <p:sldLayoutId id="2147483662" r:id="rId14"/>
    <p:sldLayoutId id="2147483661" r:id="rId15"/>
    <p:sldLayoutId id="2147483696" r:id="rId16"/>
    <p:sldLayoutId id="2147483730" r:id="rId17"/>
    <p:sldLayoutId id="2147483650" r:id="rId18"/>
    <p:sldLayoutId id="2147483728" r:id="rId19"/>
    <p:sldLayoutId id="2147483700" r:id="rId20"/>
    <p:sldLayoutId id="2147483652" r:id="rId21"/>
    <p:sldLayoutId id="2147483705" r:id="rId22"/>
    <p:sldLayoutId id="2147483653" r:id="rId23"/>
    <p:sldLayoutId id="2147483718" r:id="rId24"/>
    <p:sldLayoutId id="2147483706" r:id="rId25"/>
    <p:sldLayoutId id="2147483714" r:id="rId26"/>
    <p:sldLayoutId id="2147483703" r:id="rId27"/>
    <p:sldLayoutId id="2147483724" r:id="rId28"/>
    <p:sldLayoutId id="2147483708" r:id="rId29"/>
    <p:sldLayoutId id="2147483715" r:id="rId30"/>
    <p:sldLayoutId id="2147483704" r:id="rId31"/>
    <p:sldLayoutId id="2147483725" r:id="rId32"/>
    <p:sldLayoutId id="2147483716" r:id="rId33"/>
    <p:sldLayoutId id="2147483707" r:id="rId34"/>
    <p:sldLayoutId id="2147483664" r:id="rId35"/>
    <p:sldLayoutId id="2147483665" r:id="rId36"/>
    <p:sldLayoutId id="2147483656" r:id="rId37"/>
    <p:sldLayoutId id="2147483667" r:id="rId38"/>
    <p:sldLayoutId id="2147483722" r:id="rId39"/>
    <p:sldLayoutId id="2147483723" r:id="rId40"/>
    <p:sldLayoutId id="2147483711" r:id="rId41"/>
    <p:sldLayoutId id="2147483712" r:id="rId42"/>
    <p:sldLayoutId id="2147483679" r:id="rId43"/>
    <p:sldLayoutId id="2147483657" r:id="rId44"/>
    <p:sldLayoutId id="2147483670" r:id="rId45"/>
    <p:sldLayoutId id="2147483668" r:id="rId46"/>
    <p:sldLayoutId id="2147483697" r:id="rId47"/>
    <p:sldLayoutId id="2147483709" r:id="rId48"/>
    <p:sldLayoutId id="2147483732" r:id="rId49"/>
    <p:sldLayoutId id="2147483710" r:id="rId50"/>
    <p:sldLayoutId id="2147483731" r:id="rId51"/>
    <p:sldLayoutId id="2147483654" r:id="rId52"/>
    <p:sldLayoutId id="2147483698" r:id="rId53"/>
    <p:sldLayoutId id="2147483655" r:id="rId54"/>
    <p:sldLayoutId id="2147483699" r:id="rId55"/>
    <p:sldLayoutId id="2147483671" r:id="rId56"/>
    <p:sldLayoutId id="2147483672" r:id="rId57"/>
    <p:sldLayoutId id="2147483673" r:id="rId58"/>
    <p:sldLayoutId id="2147483674" r:id="rId59"/>
    <p:sldLayoutId id="2147483675" r:id="rId60"/>
    <p:sldLayoutId id="2147483676" r:id="rId61"/>
    <p:sldLayoutId id="2147483677" r:id="rId62"/>
    <p:sldLayoutId id="2147483678" r:id="rId63"/>
    <p:sldLayoutId id="2147483669" r:id="rId64"/>
    <p:sldLayoutId id="2147483738" r:id="rId65"/>
    <p:sldLayoutId id="2147483733" r:id="rId66"/>
  </p:sldLayoutIdLst>
  <p:hf hdr="0" dt="0"/>
  <p:txStyles>
    <p:titleStyle>
      <a:lvl1pPr algn="l" defTabSz="914400" rtl="0" eaLnBrk="1" latinLnBrk="0" hangingPunct="1">
        <a:lnSpc>
          <a:spcPct val="90000"/>
        </a:lnSpc>
        <a:spcBef>
          <a:spcPct val="0"/>
        </a:spcBef>
        <a:buNone/>
        <a:defRPr sz="4400" b="1" i="0" kern="1200" spc="0">
          <a:solidFill>
            <a:schemeClr val="tx1">
              <a:lumMod val="95000"/>
            </a:schemeClr>
          </a:solidFill>
          <a:latin typeface="+mj-lt"/>
          <a:ea typeface="+mj-ea"/>
          <a:cs typeface="+mj-cs"/>
        </a:defRPr>
      </a:lvl1pPr>
    </p:titleStyle>
    <p:bodyStyle>
      <a:lvl1pPr marL="171450" indent="-171450" algn="l" defTabSz="914400" rtl="0" eaLnBrk="1" latinLnBrk="0" hangingPunct="1">
        <a:lnSpc>
          <a:spcPct val="110000"/>
        </a:lnSpc>
        <a:spcBef>
          <a:spcPts val="1000"/>
        </a:spcBef>
        <a:buClr>
          <a:schemeClr val="accent3"/>
        </a:buClr>
        <a:buFont typeface="Arial" panose="020B0604020202020204" pitchFamily="34" charset="0"/>
        <a:buChar char="•"/>
        <a:defRPr sz="1600" kern="1200">
          <a:solidFill>
            <a:schemeClr val="tx1"/>
          </a:solidFill>
          <a:latin typeface="+mn-lt"/>
          <a:ea typeface="+mn-ea"/>
          <a:cs typeface="+mn-cs"/>
        </a:defRPr>
      </a:lvl1pPr>
      <a:lvl2pPr marL="344488" indent="-117475" algn="l" defTabSz="914400" rtl="0" eaLnBrk="1" latinLnBrk="0" hangingPunct="1">
        <a:lnSpc>
          <a:spcPct val="110000"/>
        </a:lnSpc>
        <a:spcBef>
          <a:spcPts val="500"/>
        </a:spcBef>
        <a:buFont typeface="Arial" panose="020B0604020202020204" pitchFamily="34" charset="0"/>
        <a:buChar char="•"/>
        <a:defRPr sz="1200" b="0" kern="1200" cap="none" baseline="0">
          <a:solidFill>
            <a:schemeClr val="tx1"/>
          </a:solidFill>
          <a:latin typeface="+mn-lt"/>
          <a:ea typeface="+mn-ea"/>
          <a:cs typeface="+mn-cs"/>
        </a:defRPr>
      </a:lvl2pPr>
      <a:lvl3pPr marL="457200" indent="-115888" algn="l" defTabSz="914400" rtl="0" eaLnBrk="1" latinLnBrk="0" hangingPunct="1">
        <a:lnSpc>
          <a:spcPct val="110000"/>
        </a:lnSpc>
        <a:spcBef>
          <a:spcPts val="500"/>
        </a:spcBef>
        <a:buClr>
          <a:schemeClr val="tx1"/>
        </a:buClr>
        <a:buFont typeface="Arial" panose="020B0604020202020204" pitchFamily="34" charset="0"/>
        <a:buChar char="•"/>
        <a:defRPr sz="1100" kern="1200">
          <a:solidFill>
            <a:schemeClr val="tx1"/>
          </a:solidFill>
          <a:latin typeface="+mn-lt"/>
          <a:ea typeface="+mn-ea"/>
          <a:cs typeface="+mn-cs"/>
        </a:defRPr>
      </a:lvl3pPr>
      <a:lvl4pPr marL="573088" indent="-111125" algn="l" defTabSz="914400" rtl="0" eaLnBrk="1" latinLnBrk="0" hangingPunct="1">
        <a:lnSpc>
          <a:spcPct val="110000"/>
        </a:lnSpc>
        <a:spcBef>
          <a:spcPts val="500"/>
        </a:spcBef>
        <a:buClr>
          <a:schemeClr val="tx1"/>
        </a:buClr>
        <a:buSzPct val="70000"/>
        <a:buFont typeface="Arial" panose="020B0604020202020204" pitchFamily="34" charset="0"/>
        <a:buChar char="•"/>
        <a:defRPr sz="1000" kern="1200">
          <a:solidFill>
            <a:schemeClr val="tx1"/>
          </a:solidFill>
          <a:latin typeface="+mn-lt"/>
          <a:ea typeface="+mn-ea"/>
          <a:cs typeface="+mn-cs"/>
        </a:defRPr>
      </a:lvl4pPr>
      <a:lvl5pPr marL="685800" indent="-115888" algn="l" defTabSz="914400" rtl="0" eaLnBrk="1" latinLnBrk="0" hangingPunct="1">
        <a:lnSpc>
          <a:spcPct val="110000"/>
        </a:lnSpc>
        <a:spcBef>
          <a:spcPts val="500"/>
        </a:spcBef>
        <a:buClr>
          <a:schemeClr val="tx1"/>
        </a:buClr>
        <a:buSzPct val="70000"/>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ctr" defTabSz="914400" rtl="0" eaLnBrk="1" latinLnBrk="0" hangingPunct="1">
        <a:defRPr sz="1200" kern="1200">
          <a:solidFill>
            <a:schemeClr val="tx1"/>
          </a:solidFill>
          <a:latin typeface="+mn-lt"/>
          <a:ea typeface="+mn-ea"/>
          <a:cs typeface="+mn-cs"/>
        </a:defRPr>
      </a:lvl1pPr>
      <a:lvl2pPr marL="0" algn="ctr"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16" userDrawn="1">
          <p15:clr>
            <a:srgbClr val="F26B43"/>
          </p15:clr>
        </p15:guide>
        <p15:guide id="3" pos="7440" userDrawn="1">
          <p15:clr>
            <a:srgbClr val="F26B43"/>
          </p15:clr>
        </p15:guide>
        <p15:guide id="4" pos="3848" userDrawn="1">
          <p15:clr>
            <a:srgbClr val="F26B43"/>
          </p15:clr>
        </p15:guide>
        <p15:guide id="5" orient="horz" pos="216" userDrawn="1">
          <p15:clr>
            <a:srgbClr val="F26B43"/>
          </p15:clr>
        </p15:guide>
        <p15:guide id="6" orient="horz" pos="4008" userDrawn="1">
          <p15:clr>
            <a:srgbClr val="F26B43"/>
          </p15:clr>
        </p15:guide>
        <p15:guide id="7" pos="552" userDrawn="1">
          <p15:clr>
            <a:srgbClr val="F26B43"/>
          </p15:clr>
        </p15:guide>
        <p15:guide id="8" pos="712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marketingcenter.sebrands.com/af/sproutloud?destination=%2Fmember%2Fcatalog%2Fcustom_ads%2Fdetail%2FUXdFclR5VWlPcEFzRGZHaEprTHpYY1ZiTm1Rd0VyVHlAsgqvZNhi4LhukLS1a4zU%2FUXdFclR5VWlPcEFzRGZHaEprTHpYY1ZiTm1Rd0VyVHlV1ECgDTEV3MJ7DiJf_FdC%2FUXdFclR5VWlPcEFzRGZHaEprTHpYY1ZiTm1Rd0VyVHlV2LA9uTVrH740o2WmdAfS%3Ffrom%3D7pHm5ftGWpVu3vKOC7HKX6orEJ_pyj2qKDz7PncHl_hHAy-cqnZUGqnr-Hhfo46d3AxiZZv37U0jKZn25QyPwGaIy3hnIv7omdaBsqc6R25wTwUKn3T0v0oSVKVfcZOgrMzWyAYW2HQqzhgqikK5yoQv_4L_REgAUWYQ4C_Xh69CjIvG545Hrw%253D%253D" TargetMode="External"/><Relationship Id="rId2" Type="http://schemas.openxmlformats.org/officeDocument/2006/relationships/hyperlink" Target="https://app.sproutloud.com/member/catalog/custom_ads/detail/UXdFclR5VWlPcEFzRGZHaEprTHpYY1ZiTm1Rd0VyVHlAsgqvZNhi4LhukLS1a4zU/UXdFclR5VWlPcEFzRGZHaEprTHpYY1ZiTm1Rd0VyVHlV1ECh8Ub7yhnm_WFa_g68/UXdFclR5VWlPcEFzRGZHaEprTHpYY1ZiTm1Rd0VyVHlV2LA8pOwTG-ym45DXSJy0?from=iJvZSph6bbbTL5O_1qSNUnsBgw0j1m-IFRKUohFoFHObjRlvOqz3OY3e4P-8ReRCPBaWIDvfJR9BZXzaW3TMe5QBIB6DMbHRng0EoEdpDG9UK_twF7NF_R6O98XTBOpIlB1ST_WoZu-oXNeHCfWcfNYb_snbwpZtNHv7yLJNVcS590wmubpIMA%3D%3D&amp;width=&amp;height=" TargetMode="External"/><Relationship Id="rId1" Type="http://schemas.openxmlformats.org/officeDocument/2006/relationships/slideLayout" Target="../slideLayouts/slideLayout54.xml"/><Relationship Id="rId5" Type="http://schemas.openxmlformats.org/officeDocument/2006/relationships/hyperlink" Target="https://marketingcenter.sebrands.com/af/sproutloud?destination=%2Fmember%2Fcatalog%2Fcustom_ads%2Fdetail%2FUXdFclR5VWlPcEFzRGZHaEprTHpYY1ZiTm1Rd0VyVHlAsgqvZNhi4LhukLS1a4zU%2FUXdFclR5VWlPcEFzRGZHaEprTHpYY1ZiTm1Rd0VyVHlV1ECh8Ub7yhnlmyfqLLJJ%2FUXdFclR5VWlPcEFzRGZHaEprTHpYY1ZiTm1Rd0VyVHlV2LA8pOwTG-ylz3Tm5tG0%3Ffrom%3D_H08XkIsQKjqtXuxeUTSKK96NnGbkm23baeBvrBucW4SrmG4XZYy0GhbhPwFDcEUI05bOukHGyejWAwMLwx9S5XOzADCtUahlv1OdWABrn3S8hBWi98DcWfS0DnF6R8kHvi2JX2e7feGSa0CzTJEfAO3GRHYZNTXpedSzeS20eZO_GqpIo8Z-w%253D%253D" TargetMode="External"/><Relationship Id="rId4" Type="http://schemas.openxmlformats.org/officeDocument/2006/relationships/hyperlink" Target="https://www.meetsoci.com/"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www.socialmediatoday.com/news/instagram-updates-hashtag-search-broaden-discovery/711072/" TargetMode="External"/><Relationship Id="rId2" Type="http://schemas.openxmlformats.org/officeDocument/2006/relationships/hyperlink" Target="https://www.socialmediatoday.com/news/instagram-tests-option-comment-specific-frames-within-a-carousel/711322/" TargetMode="External"/><Relationship Id="rId1" Type="http://schemas.openxmlformats.org/officeDocument/2006/relationships/slideLayout" Target="../slideLayouts/slideLayout35.xml"/><Relationship Id="rId6" Type="http://schemas.openxmlformats.org/officeDocument/2006/relationships/hyperlink" Target="https://app.sproutloud.com/member/home" TargetMode="External"/><Relationship Id="rId5" Type="http://schemas.openxmlformats.org/officeDocument/2006/relationships/hyperlink" Target="https://jira.sebrands.com/plugins/servlet/desk/site/af/" TargetMode="External"/><Relationship Id="rId4" Type="http://schemas.openxmlformats.org/officeDocument/2006/relationships/hyperlink" Target="https://www.socialmediatoday.com/news/instagram-experimenting-option-add-files-your-dms/710108/"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png"/><Relationship Id="rId1" Type="http://schemas.openxmlformats.org/officeDocument/2006/relationships/slideLayout" Target="../slideLayouts/slideLayout37.xml"/><Relationship Id="rId4" Type="http://schemas.openxmlformats.org/officeDocument/2006/relationships/image" Target="../media/image48.jpeg"/></Relationships>
</file>

<file path=ppt/slides/_rels/slide6.xml.rels><?xml version="1.0" encoding="UTF-8" standalone="yes"?>
<Relationships xmlns="http://schemas.openxmlformats.org/package/2006/relationships"><Relationship Id="rId8" Type="http://schemas.openxmlformats.org/officeDocument/2006/relationships/hyperlink" Target="https://www.tiktok.com/@hotoatmilk.latte/video/7349939847039257902?_t=8l3o6etBs30&amp;_r=1" TargetMode="External"/><Relationship Id="rId3" Type="http://schemas.openxmlformats.org/officeDocument/2006/relationships/hyperlink" Target="https://www.instagram.com/reel/C3iAMqitNox/?igsh=MXF0ZDBiaHU1bWRlcw==" TargetMode="External"/><Relationship Id="rId7" Type="http://schemas.openxmlformats.org/officeDocument/2006/relationships/hyperlink" Target="https://www.tiktok.com/t/ZTLrNDquL/" TargetMode="External"/><Relationship Id="rId2" Type="http://schemas.openxmlformats.org/officeDocument/2006/relationships/hyperlink" Target="https://www.instagram.com/reel/C4yf9_so3eL/?igsh=czJtNmRsY2NtYjV5" TargetMode="External"/><Relationship Id="rId1" Type="http://schemas.openxmlformats.org/officeDocument/2006/relationships/slideLayout" Target="../slideLayouts/slideLayout23.xml"/><Relationship Id="rId6" Type="http://schemas.openxmlformats.org/officeDocument/2006/relationships/hyperlink" Target="https://www.tiktok.com/t/ZTLrNFrA2/" TargetMode="External"/><Relationship Id="rId5" Type="http://schemas.openxmlformats.org/officeDocument/2006/relationships/hyperlink" Target="https://www.instagram.com/reel/C4uzYEsP-vX/?igsh=dXBxbjFmYm0zeTNq" TargetMode="External"/><Relationship Id="rId10" Type="http://schemas.openxmlformats.org/officeDocument/2006/relationships/hyperlink" Target="https://www.tiktok.com/t/ZTLrFB8tf/" TargetMode="External"/><Relationship Id="rId4" Type="http://schemas.openxmlformats.org/officeDocument/2006/relationships/hyperlink" Target="https://www.instagram.com/reel/C4GESehgANW/?igsh=MWozZjZ5MDZ1ZzIx" TargetMode="External"/><Relationship Id="rId9" Type="http://schemas.openxmlformats.org/officeDocument/2006/relationships/hyperlink" Target="https://www.tiktok.com/t/ZTLrNGd9h/"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www.instagram.com/anytimefitness_lowell/" TargetMode="External"/><Relationship Id="rId2" Type="http://schemas.openxmlformats.org/officeDocument/2006/relationships/hyperlink" Target="https://www.instagram.com/overlandpark_af/" TargetMode="External"/><Relationship Id="rId1" Type="http://schemas.openxmlformats.org/officeDocument/2006/relationships/slideLayout" Target="../slideLayouts/slideLayout56.xml"/><Relationship Id="rId4" Type="http://schemas.openxmlformats.org/officeDocument/2006/relationships/image" Target="../media/image49.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D8229C1-B12A-4E07-B3B9-BECC7AE15B68}"/>
              </a:ext>
            </a:extLst>
          </p:cNvPr>
          <p:cNvSpPr>
            <a:spLocks noGrp="1"/>
          </p:cNvSpPr>
          <p:nvPr>
            <p:ph type="ctrTitle"/>
          </p:nvPr>
        </p:nvSpPr>
        <p:spPr/>
        <p:txBody>
          <a:bodyPr/>
          <a:lstStyle/>
          <a:p>
            <a:r>
              <a:rPr lang="en-US"/>
              <a:t>Social media activation calendar</a:t>
            </a:r>
          </a:p>
        </p:txBody>
      </p:sp>
      <p:sp>
        <p:nvSpPr>
          <p:cNvPr id="6" name="Subtitle 5">
            <a:extLst>
              <a:ext uri="{FF2B5EF4-FFF2-40B4-BE49-F238E27FC236}">
                <a16:creationId xmlns:a16="http://schemas.microsoft.com/office/drawing/2014/main" id="{CC53DFCF-A5BC-48BE-AF2E-996B91C2D0A0}"/>
              </a:ext>
            </a:extLst>
          </p:cNvPr>
          <p:cNvSpPr>
            <a:spLocks noGrp="1"/>
          </p:cNvSpPr>
          <p:nvPr>
            <p:ph type="subTitle" idx="1"/>
          </p:nvPr>
        </p:nvSpPr>
        <p:spPr/>
        <p:txBody>
          <a:bodyPr vert="horz" lIns="0" tIns="0" rIns="0" bIns="0" rtlCol="0" anchor="t">
            <a:noAutofit/>
          </a:bodyPr>
          <a:lstStyle/>
          <a:p>
            <a:r>
              <a:rPr lang="en-US" dirty="0"/>
              <a:t>MAY 2024</a:t>
            </a:r>
          </a:p>
        </p:txBody>
      </p:sp>
    </p:spTree>
    <p:extLst>
      <p:ext uri="{BB962C8B-B14F-4D97-AF65-F5344CB8AC3E}">
        <p14:creationId xmlns:p14="http://schemas.microsoft.com/office/powerpoint/2010/main" val="3826786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8B887-452B-4F8E-A82F-DD3954576C88}"/>
              </a:ext>
            </a:extLst>
          </p:cNvPr>
          <p:cNvSpPr>
            <a:spLocks noGrp="1"/>
          </p:cNvSpPr>
          <p:nvPr>
            <p:ph type="title"/>
          </p:nvPr>
        </p:nvSpPr>
        <p:spPr/>
        <p:txBody>
          <a:bodyPr/>
          <a:lstStyle/>
          <a:p>
            <a:r>
              <a:rPr lang="en-US"/>
              <a:t>AGENDA</a:t>
            </a:r>
          </a:p>
        </p:txBody>
      </p:sp>
      <p:sp>
        <p:nvSpPr>
          <p:cNvPr id="3" name="Text Placeholder 2">
            <a:extLst>
              <a:ext uri="{FF2B5EF4-FFF2-40B4-BE49-F238E27FC236}">
                <a16:creationId xmlns:a16="http://schemas.microsoft.com/office/drawing/2014/main" id="{69FE01B7-3C49-4F5D-AEA4-DB03BDFDD5B1}"/>
              </a:ext>
            </a:extLst>
          </p:cNvPr>
          <p:cNvSpPr>
            <a:spLocks noGrp="1"/>
          </p:cNvSpPr>
          <p:nvPr>
            <p:ph type="body" sz="quarter" idx="14"/>
          </p:nvPr>
        </p:nvSpPr>
        <p:spPr/>
        <p:txBody>
          <a:bodyPr vert="horz" lIns="0" tIns="0" rIns="0" bIns="0" rtlCol="0" anchor="t">
            <a:noAutofit/>
          </a:bodyPr>
          <a:lstStyle/>
          <a:p>
            <a:r>
              <a:rPr lang="en-US" dirty="0"/>
              <a:t>Social Calendar Ideas</a:t>
            </a:r>
          </a:p>
          <a:p>
            <a:r>
              <a:rPr lang="en-US" dirty="0"/>
              <a:t>Social Media Industry News and Platform Updates</a:t>
            </a:r>
          </a:p>
          <a:p>
            <a:r>
              <a:rPr lang="en-US" dirty="0">
                <a:ea typeface="+mn-lt"/>
                <a:cs typeface="+mn-lt"/>
              </a:rPr>
              <a:t>#SocialHack</a:t>
            </a:r>
          </a:p>
          <a:p>
            <a:r>
              <a:rPr lang="en-US" dirty="0"/>
              <a:t>Trending Sounds</a:t>
            </a:r>
          </a:p>
          <a:p>
            <a:r>
              <a:rPr lang="en-US" dirty="0"/>
              <a:t>Kudos</a:t>
            </a:r>
          </a:p>
          <a:p>
            <a:endParaRPr lang="en-US"/>
          </a:p>
        </p:txBody>
      </p:sp>
    </p:spTree>
    <p:extLst>
      <p:ext uri="{BB962C8B-B14F-4D97-AF65-F5344CB8AC3E}">
        <p14:creationId xmlns:p14="http://schemas.microsoft.com/office/powerpoint/2010/main" val="3922218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4F7AC15C-8F66-B1FD-9A0C-8C6A6E8DD25D}"/>
              </a:ext>
            </a:extLst>
          </p:cNvPr>
          <p:cNvGraphicFramePr>
            <a:graphicFrameLocks noGrp="1"/>
          </p:cNvGraphicFramePr>
          <p:nvPr>
            <p:extLst>
              <p:ext uri="{D42A27DB-BD31-4B8C-83A1-F6EECF244321}">
                <p14:modId xmlns:p14="http://schemas.microsoft.com/office/powerpoint/2010/main" val="3805425019"/>
              </p:ext>
            </p:extLst>
          </p:nvPr>
        </p:nvGraphicFramePr>
        <p:xfrm>
          <a:off x="294967" y="36870"/>
          <a:ext cx="11731637" cy="6713489"/>
        </p:xfrm>
        <a:graphic>
          <a:graphicData uri="http://schemas.openxmlformats.org/drawingml/2006/table">
            <a:tbl>
              <a:tblPr firstRow="1" bandRow="1">
                <a:tableStyleId>{5202B0CA-FC54-4496-8BCA-5EF66A818D29}</a:tableStyleId>
              </a:tblPr>
              <a:tblGrid>
                <a:gridCol w="1700823">
                  <a:extLst>
                    <a:ext uri="{9D8B030D-6E8A-4147-A177-3AD203B41FA5}">
                      <a16:colId xmlns:a16="http://schemas.microsoft.com/office/drawing/2014/main" val="2484229546"/>
                    </a:ext>
                  </a:extLst>
                </a:gridCol>
                <a:gridCol w="1642837">
                  <a:extLst>
                    <a:ext uri="{9D8B030D-6E8A-4147-A177-3AD203B41FA5}">
                      <a16:colId xmlns:a16="http://schemas.microsoft.com/office/drawing/2014/main" val="439348342"/>
                    </a:ext>
                  </a:extLst>
                </a:gridCol>
                <a:gridCol w="1672903">
                  <a:extLst>
                    <a:ext uri="{9D8B030D-6E8A-4147-A177-3AD203B41FA5}">
                      <a16:colId xmlns:a16="http://schemas.microsoft.com/office/drawing/2014/main" val="1072895275"/>
                    </a:ext>
                  </a:extLst>
                </a:gridCol>
                <a:gridCol w="1797892">
                  <a:extLst>
                    <a:ext uri="{9D8B030D-6E8A-4147-A177-3AD203B41FA5}">
                      <a16:colId xmlns:a16="http://schemas.microsoft.com/office/drawing/2014/main" val="2787662688"/>
                    </a:ext>
                  </a:extLst>
                </a:gridCol>
                <a:gridCol w="1573191">
                  <a:extLst>
                    <a:ext uri="{9D8B030D-6E8A-4147-A177-3AD203B41FA5}">
                      <a16:colId xmlns:a16="http://schemas.microsoft.com/office/drawing/2014/main" val="1952576077"/>
                    </a:ext>
                  </a:extLst>
                </a:gridCol>
                <a:gridCol w="1614339">
                  <a:extLst>
                    <a:ext uri="{9D8B030D-6E8A-4147-A177-3AD203B41FA5}">
                      <a16:colId xmlns:a16="http://schemas.microsoft.com/office/drawing/2014/main" val="1911801536"/>
                    </a:ext>
                  </a:extLst>
                </a:gridCol>
                <a:gridCol w="1729652">
                  <a:extLst>
                    <a:ext uri="{9D8B030D-6E8A-4147-A177-3AD203B41FA5}">
                      <a16:colId xmlns:a16="http://schemas.microsoft.com/office/drawing/2014/main" val="1683208684"/>
                    </a:ext>
                  </a:extLst>
                </a:gridCol>
              </a:tblGrid>
              <a:tr h="664791">
                <a:tc gridSpan="7">
                  <a:txBody>
                    <a:bodyPr/>
                    <a:lstStyle/>
                    <a:p>
                      <a:pPr marL="530225" rtl="0" fontAlgn="t" latinLnBrk="0">
                        <a:lnSpc>
                          <a:spcPts val="5175"/>
                        </a:lnSpc>
                        <a:spcBef>
                          <a:spcPts val="2255"/>
                        </a:spcBef>
                        <a:spcAft>
                          <a:spcPts val="0"/>
                        </a:spcAft>
                      </a:pPr>
                      <a:r>
                        <a:rPr lang="en-US" sz="3800" spc="0" dirty="0">
                          <a:effectLst/>
                        </a:rPr>
                        <a:t>May 2024</a:t>
                      </a:r>
                      <a:endParaRPr lang="en-US" dirty="0"/>
                    </a:p>
                  </a:txBody>
                  <a:tcPr marL="9525" marR="9525" marT="9525" marB="0">
                    <a:solidFill>
                      <a:schemeClr val="accent1"/>
                    </a:solidFill>
                  </a:tcPr>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extLst>
                  <a:ext uri="{0D108BD9-81ED-4DB2-BD59-A6C34878D82A}">
                    <a16:rowId xmlns:a16="http://schemas.microsoft.com/office/drawing/2014/main" val="431081062"/>
                  </a:ext>
                </a:extLst>
              </a:tr>
              <a:tr h="166198">
                <a:tc>
                  <a:txBody>
                    <a:bodyPr/>
                    <a:lstStyle/>
                    <a:p>
                      <a:pPr marL="0" marR="8890" algn="ctr" rtl="0" fontAlgn="t" latinLnBrk="0">
                        <a:spcBef>
                          <a:spcPts val="295"/>
                        </a:spcBef>
                        <a:spcAft>
                          <a:spcPts val="0"/>
                        </a:spcAft>
                      </a:pPr>
                      <a:r>
                        <a:rPr lang="en-US" sz="600" spc="0" dirty="0">
                          <a:effectLst/>
                        </a:rPr>
                        <a:t>SUNDAY</a:t>
                      </a:r>
                      <a:endParaRPr lang="en-US" sz="1800" dirty="0">
                        <a:effectLst/>
                      </a:endParaRPr>
                    </a:p>
                  </a:txBody>
                  <a:tcPr marL="9525" marR="9525" marT="33147" marB="0"/>
                </a:tc>
                <a:tc>
                  <a:txBody>
                    <a:bodyPr/>
                    <a:lstStyle/>
                    <a:p>
                      <a:pPr marL="54610" algn="ctr" rtl="0" fontAlgn="t" latinLnBrk="0">
                        <a:spcBef>
                          <a:spcPts val="295"/>
                        </a:spcBef>
                        <a:spcAft>
                          <a:spcPts val="0"/>
                        </a:spcAft>
                      </a:pPr>
                      <a:r>
                        <a:rPr lang="en-US" sz="600" spc="0" dirty="0">
                          <a:effectLst/>
                        </a:rPr>
                        <a:t>MONDAY</a:t>
                      </a:r>
                      <a:endParaRPr lang="en-US" sz="1800" dirty="0">
                        <a:effectLst/>
                      </a:endParaRPr>
                    </a:p>
                  </a:txBody>
                  <a:tcPr marL="9525" marR="9525" marT="33147" marB="0"/>
                </a:tc>
                <a:tc>
                  <a:txBody>
                    <a:bodyPr/>
                    <a:lstStyle/>
                    <a:p>
                      <a:pPr marL="27305" algn="ctr" rtl="0" fontAlgn="t" latinLnBrk="0">
                        <a:spcBef>
                          <a:spcPts val="295"/>
                        </a:spcBef>
                        <a:spcAft>
                          <a:spcPts val="0"/>
                        </a:spcAft>
                      </a:pPr>
                      <a:r>
                        <a:rPr lang="en-US" sz="600" spc="0" dirty="0">
                          <a:effectLst/>
                        </a:rPr>
                        <a:t>TUESDAY</a:t>
                      </a:r>
                      <a:endParaRPr lang="en-US" sz="1800" dirty="0">
                        <a:effectLst/>
                      </a:endParaRPr>
                    </a:p>
                  </a:txBody>
                  <a:tcPr marL="9525" marR="9525" marT="33147" marB="0"/>
                </a:tc>
                <a:tc>
                  <a:txBody>
                    <a:bodyPr/>
                    <a:lstStyle/>
                    <a:p>
                      <a:pPr marL="8890" algn="ctr" rtl="0" fontAlgn="t" latinLnBrk="0">
                        <a:spcBef>
                          <a:spcPts val="295"/>
                        </a:spcBef>
                        <a:spcAft>
                          <a:spcPts val="0"/>
                        </a:spcAft>
                      </a:pPr>
                      <a:r>
                        <a:rPr lang="en-US" sz="600" spc="0" dirty="0">
                          <a:effectLst/>
                        </a:rPr>
                        <a:t>WEDNESDAY</a:t>
                      </a:r>
                      <a:endParaRPr lang="en-US" sz="1800" dirty="0">
                        <a:effectLst/>
                      </a:endParaRPr>
                    </a:p>
                  </a:txBody>
                  <a:tcPr marL="9525" marR="9525" marT="33147" marB="0"/>
                </a:tc>
                <a:tc>
                  <a:txBody>
                    <a:bodyPr/>
                    <a:lstStyle/>
                    <a:p>
                      <a:pPr marL="0" algn="ctr" rtl="0" fontAlgn="t" latinLnBrk="0">
                        <a:spcBef>
                          <a:spcPts val="295"/>
                        </a:spcBef>
                        <a:spcAft>
                          <a:spcPts val="0"/>
                        </a:spcAft>
                      </a:pPr>
                      <a:r>
                        <a:rPr lang="en-US" sz="600" spc="0" dirty="0">
                          <a:effectLst/>
                        </a:rPr>
                        <a:t>THURSDAY</a:t>
                      </a:r>
                      <a:endParaRPr lang="en-US" sz="1800" dirty="0">
                        <a:effectLst/>
                      </a:endParaRPr>
                    </a:p>
                  </a:txBody>
                  <a:tcPr marL="9525" marR="9525" marT="33147" marB="0"/>
                </a:tc>
                <a:tc>
                  <a:txBody>
                    <a:bodyPr/>
                    <a:lstStyle/>
                    <a:p>
                      <a:pPr marL="17780" algn="ctr" rtl="0" fontAlgn="t" latinLnBrk="0">
                        <a:spcBef>
                          <a:spcPts val="295"/>
                        </a:spcBef>
                        <a:spcAft>
                          <a:spcPts val="0"/>
                        </a:spcAft>
                      </a:pPr>
                      <a:r>
                        <a:rPr lang="en-US" sz="600" spc="0" dirty="0">
                          <a:effectLst/>
                        </a:rPr>
                        <a:t>FRIDAY</a:t>
                      </a:r>
                      <a:endParaRPr lang="en-US" sz="1800" dirty="0">
                        <a:effectLst/>
                      </a:endParaRPr>
                    </a:p>
                  </a:txBody>
                  <a:tcPr marL="9525" marR="9525" marT="33147" marB="0"/>
                </a:tc>
                <a:tc>
                  <a:txBody>
                    <a:bodyPr/>
                    <a:lstStyle/>
                    <a:p>
                      <a:pPr marL="36195" algn="ctr" rtl="0" fontAlgn="t" latinLnBrk="0">
                        <a:spcBef>
                          <a:spcPts val="295"/>
                        </a:spcBef>
                        <a:spcAft>
                          <a:spcPts val="0"/>
                        </a:spcAft>
                      </a:pPr>
                      <a:r>
                        <a:rPr lang="en-US" sz="600" spc="0" dirty="0">
                          <a:effectLst/>
                        </a:rPr>
                        <a:t>SATURDAY</a:t>
                      </a:r>
                      <a:endParaRPr lang="en-US" sz="1800" dirty="0">
                        <a:effectLst/>
                      </a:endParaRPr>
                    </a:p>
                  </a:txBody>
                  <a:tcPr marL="9525" marR="9525" marT="33147" marB="0"/>
                </a:tc>
                <a:extLst>
                  <a:ext uri="{0D108BD9-81ED-4DB2-BD59-A6C34878D82A}">
                    <a16:rowId xmlns:a16="http://schemas.microsoft.com/office/drawing/2014/main" val="3509082617"/>
                  </a:ext>
                </a:extLst>
              </a:tr>
              <a:tr h="876317">
                <a:tc>
                  <a:txBody>
                    <a:bodyPr/>
                    <a:lstStyle/>
                    <a:p>
                      <a:pPr marL="63500" lvl="0" algn="ctr">
                        <a:spcBef>
                          <a:spcPts val="310"/>
                        </a:spcBef>
                        <a:spcAft>
                          <a:spcPts val="0"/>
                        </a:spcAft>
                        <a:buNone/>
                      </a:pPr>
                      <a:endParaRPr lang="en-US" sz="600" b="0" i="0" u="none" strike="noStrike" spc="0" noProof="0">
                        <a:solidFill>
                          <a:schemeClr val="bg1"/>
                        </a:solidFill>
                        <a:effectLst/>
                        <a:latin typeface="Century Gothic"/>
                      </a:endParaRPr>
                    </a:p>
                  </a:txBody>
                  <a:tcPr marL="9525" marR="9525" marT="80772" marB="0"/>
                </a:tc>
                <a:tc>
                  <a:txBody>
                    <a:bodyPr/>
                    <a:lstStyle/>
                    <a:p>
                      <a:pPr marL="63500" lvl="0" algn="ctr">
                        <a:spcBef>
                          <a:spcPts val="310"/>
                        </a:spcBef>
                        <a:spcAft>
                          <a:spcPts val="0"/>
                        </a:spcAft>
                        <a:buNone/>
                      </a:pPr>
                      <a:endParaRPr lang="en-US" sz="600" b="0" i="0" u="none" strike="noStrike" spc="0" noProof="0" dirty="0">
                        <a:solidFill>
                          <a:schemeClr val="bg1"/>
                        </a:solidFill>
                        <a:effectLst/>
                        <a:latin typeface="Century Gothic"/>
                      </a:endParaRPr>
                    </a:p>
                  </a:txBody>
                  <a:tcPr marL="9525" marR="9525" marT="80772" marB="0"/>
                </a:tc>
                <a:tc>
                  <a:txBody>
                    <a:bodyPr/>
                    <a:lstStyle/>
                    <a:p>
                      <a:pPr marL="63500" lvl="0" algn="ctr">
                        <a:spcBef>
                          <a:spcPts val="310"/>
                        </a:spcBef>
                        <a:spcAft>
                          <a:spcPts val="0"/>
                        </a:spcAft>
                        <a:buNone/>
                      </a:pPr>
                      <a:endParaRPr lang="en-US" sz="600" b="0" i="0" u="none" strike="noStrike" spc="0" noProof="0" dirty="0">
                        <a:solidFill>
                          <a:schemeClr val="bg1"/>
                        </a:solidFill>
                        <a:effectLst/>
                      </a:endParaRP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1</a:t>
                      </a:r>
                      <a:endParaRPr lang="en-US" sz="600" dirty="0"/>
                    </a:p>
                    <a:p>
                      <a:pPr marL="63500" lvl="0" algn="ctr">
                        <a:spcBef>
                          <a:spcPts val="310"/>
                        </a:spcBef>
                        <a:spcAft>
                          <a:spcPts val="0"/>
                        </a:spcAft>
                        <a:buNone/>
                      </a:pPr>
                      <a:r>
                        <a:rPr lang="en-US" sz="600" b="0" i="0" u="none" strike="noStrike" spc="0" noProof="0" dirty="0">
                          <a:solidFill>
                            <a:schemeClr val="bg1"/>
                          </a:solidFill>
                          <a:effectLst/>
                        </a:rPr>
                        <a:t>MENTAL HEALTH MONTH</a:t>
                      </a:r>
                    </a:p>
                    <a:p>
                      <a:pPr marL="63500" lvl="0" algn="ctr">
                        <a:spcBef>
                          <a:spcPts val="310"/>
                        </a:spcBef>
                        <a:spcAft>
                          <a:spcPts val="0"/>
                        </a:spcAft>
                        <a:buNone/>
                      </a:pPr>
                      <a:r>
                        <a:rPr lang="en-US" sz="600" b="0" i="0" u="none" strike="noStrike" spc="0" noProof="0" dirty="0">
                          <a:solidFill>
                            <a:schemeClr val="bg1"/>
                          </a:solidFill>
                          <a:effectLst/>
                        </a:rPr>
                        <a:t>Mental health and physical health are connected, and it's National Mental Health Month and National Fitness Month! Share a fact on how Mental Health can be supported by fitness.</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2</a:t>
                      </a:r>
                      <a:endParaRPr lang="en-US" sz="600">
                        <a:solidFill>
                          <a:schemeClr val="bg1"/>
                        </a:solidFill>
                      </a:endParaRPr>
                    </a:p>
                    <a:p>
                      <a:pPr lvl="0" algn="ctr">
                        <a:lnSpc>
                          <a:spcPct val="100000"/>
                        </a:lnSpc>
                        <a:spcBef>
                          <a:spcPts val="0"/>
                        </a:spcBef>
                        <a:spcAft>
                          <a:spcPts val="0"/>
                        </a:spcAft>
                        <a:buNone/>
                      </a:pPr>
                      <a:r>
                        <a:rPr lang="en-US" sz="600" b="0" i="0" u="none" strike="noStrike" noProof="0" dirty="0">
                          <a:solidFill>
                            <a:schemeClr val="bg1"/>
                          </a:solidFill>
                        </a:rPr>
                        <a:t>HABIT STACKING</a:t>
                      </a:r>
                      <a:br>
                        <a:rPr lang="en-US" sz="600" b="0" i="0" u="none" strike="noStrike" noProof="0" dirty="0">
                          <a:solidFill>
                            <a:srgbClr val="2D2926"/>
                          </a:solidFill>
                        </a:rPr>
                      </a:br>
                      <a:r>
                        <a:rPr lang="en-US" sz="600" b="0" i="0" u="none" strike="noStrike" noProof="0" dirty="0">
                          <a:solidFill>
                            <a:schemeClr val="bg1"/>
                          </a:solidFill>
                        </a:rPr>
                        <a:t>Habit stacking is a great way to help integrate new habits into our existing schedule. Share a habit hack you utilize in your daily life to help inspire others. </a:t>
                      </a:r>
                      <a:endParaRPr lang="en-US" sz="600" dirty="0"/>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3</a:t>
                      </a:r>
                      <a:endParaRPr lang="en-US" sz="600" b="0" i="0" u="none" strike="noStrike" spc="0" noProof="0" dirty="0">
                        <a:solidFill>
                          <a:srgbClr val="000000"/>
                        </a:solidFill>
                        <a:effectLst/>
                      </a:endParaRPr>
                    </a:p>
                    <a:p>
                      <a:pPr marL="63500" lvl="0" algn="ctr">
                        <a:spcBef>
                          <a:spcPts val="310"/>
                        </a:spcBef>
                        <a:spcAft>
                          <a:spcPts val="0"/>
                        </a:spcAft>
                        <a:buNone/>
                      </a:pPr>
                      <a:r>
                        <a:rPr lang="en-US" sz="600" b="0" i="0" u="none" strike="noStrike" spc="0" noProof="0" dirty="0">
                          <a:solidFill>
                            <a:schemeClr val="bg1"/>
                          </a:solidFill>
                          <a:effectLst/>
                        </a:rPr>
                        <a:t>FLASHBACK FRIDAY</a:t>
                      </a:r>
                    </a:p>
                    <a:p>
                      <a:pPr marL="63500" lvl="0" algn="ctr">
                        <a:spcBef>
                          <a:spcPts val="310"/>
                        </a:spcBef>
                        <a:spcAft>
                          <a:spcPts val="0"/>
                        </a:spcAft>
                        <a:buNone/>
                      </a:pPr>
                      <a:r>
                        <a:rPr lang="en-US" sz="600" b="0" i="0" u="none" strike="noStrike" spc="0" noProof="0" dirty="0">
                          <a:solidFill>
                            <a:schemeClr val="bg1"/>
                          </a:solidFill>
                          <a:effectLst/>
                        </a:rPr>
                        <a:t>This one's for the OGs! Share photos from your club opening whether that was 2 months ago or 10 years ago !</a:t>
                      </a:r>
                    </a:p>
                  </a:txBody>
                  <a:tcPr marL="9525" marR="9525" marT="80772" marB="0"/>
                </a:tc>
                <a:tc>
                  <a:txBody>
                    <a:bodyPr/>
                    <a:lstStyle/>
                    <a:p>
                      <a:pPr lvl="0" algn="ctr">
                        <a:lnSpc>
                          <a:spcPct val="100000"/>
                        </a:lnSpc>
                        <a:spcBef>
                          <a:spcPts val="0"/>
                        </a:spcBef>
                        <a:spcAft>
                          <a:spcPts val="0"/>
                        </a:spcAft>
                        <a:buNone/>
                      </a:pPr>
                      <a:r>
                        <a:rPr lang="en-US" sz="600" b="0" i="0" u="none" strike="noStrike" spc="0" noProof="0" dirty="0">
                          <a:solidFill>
                            <a:schemeClr val="bg1"/>
                          </a:solidFill>
                          <a:effectLst/>
                          <a:latin typeface="Century Gothic"/>
                        </a:rPr>
                        <a:t>4</a:t>
                      </a:r>
                      <a:endParaRPr lang="en-US" sz="600" dirty="0"/>
                    </a:p>
                    <a:p>
                      <a:pPr marL="63500" lvl="0" algn="ctr">
                        <a:spcBef>
                          <a:spcPts val="310"/>
                        </a:spcBef>
                        <a:spcAft>
                          <a:spcPts val="0"/>
                        </a:spcAft>
                        <a:buNone/>
                      </a:pPr>
                      <a:r>
                        <a:rPr lang="en-US" sz="600" b="0" i="0" u="none" strike="noStrike" spc="0" noProof="0" dirty="0">
                          <a:solidFill>
                            <a:schemeClr val="bg1"/>
                          </a:solidFill>
                          <a:effectLst/>
                        </a:rPr>
                        <a:t>NATIONAL FITNESS DAY</a:t>
                      </a:r>
                    </a:p>
                    <a:p>
                      <a:pPr marL="63500" lvl="0" algn="ctr">
                        <a:spcBef>
                          <a:spcPts val="310"/>
                        </a:spcBef>
                        <a:spcAft>
                          <a:spcPts val="0"/>
                        </a:spcAft>
                        <a:buNone/>
                      </a:pPr>
                      <a:r>
                        <a:rPr lang="en-US" sz="600" b="0" i="0" u="none" strike="noStrike" spc="0" noProof="0" dirty="0">
                          <a:solidFill>
                            <a:schemeClr val="bg1"/>
                          </a:solidFill>
                          <a:effectLst/>
                        </a:rPr>
                        <a:t>Celebrate National Fitness Day! Hosting an in-club workout? Snap some pics! Or try creating a HIIT circuit the whole family can get on! Just a few of the MANY ways you can celebrate #NationalFitnessDay.</a:t>
                      </a:r>
                    </a:p>
                  </a:txBody>
                  <a:tcPr marL="9525" marR="9525" marT="80772" marB="0"/>
                </a:tc>
                <a:extLst>
                  <a:ext uri="{0D108BD9-81ED-4DB2-BD59-A6C34878D82A}">
                    <a16:rowId xmlns:a16="http://schemas.microsoft.com/office/drawing/2014/main" val="4289451183"/>
                  </a:ext>
                </a:extLst>
              </a:tr>
              <a:tr h="1495782">
                <a:tc>
                  <a:txBody>
                    <a:bodyPr/>
                    <a:lstStyle/>
                    <a:p>
                      <a:pPr marL="63500" lvl="0" algn="ctr" rtl="0">
                        <a:spcBef>
                          <a:spcPts val="310"/>
                        </a:spcBef>
                        <a:spcAft>
                          <a:spcPts val="0"/>
                        </a:spcAft>
                        <a:buNone/>
                      </a:pPr>
                      <a:r>
                        <a:rPr lang="en-US" sz="600" b="0" spc="0" dirty="0">
                          <a:solidFill>
                            <a:schemeClr val="bg1"/>
                          </a:solidFill>
                          <a:effectLst/>
                        </a:rPr>
                        <a:t>5</a:t>
                      </a:r>
                      <a:endParaRPr lang="en-US" sz="600" dirty="0"/>
                    </a:p>
                    <a:p>
                      <a:pPr marL="63500" lvl="0" algn="ctr">
                        <a:spcBef>
                          <a:spcPts val="310"/>
                        </a:spcBef>
                        <a:spcAft>
                          <a:spcPts val="0"/>
                        </a:spcAft>
                        <a:buNone/>
                      </a:pPr>
                      <a:r>
                        <a:rPr lang="en-US" sz="600" b="0" spc="0" dirty="0">
                          <a:solidFill>
                            <a:schemeClr val="bg1"/>
                          </a:solidFill>
                          <a:effectLst/>
                        </a:rPr>
                        <a:t>#TRENDING</a:t>
                      </a:r>
                      <a:endParaRPr lang="en-US" sz="600" dirty="0"/>
                    </a:p>
                    <a:p>
                      <a:pPr marL="63500" lvl="0" algn="ctr">
                        <a:spcBef>
                          <a:spcPts val="310"/>
                        </a:spcBef>
                        <a:spcAft>
                          <a:spcPts val="0"/>
                        </a:spcAft>
                        <a:buNone/>
                      </a:pPr>
                      <a:r>
                        <a:rPr lang="en-US" sz="600" b="0" spc="0" dirty="0">
                          <a:solidFill>
                            <a:schemeClr val="bg1"/>
                          </a:solidFill>
                          <a:effectLst/>
                        </a:rPr>
                        <a:t>Use a sound from the Trending Sounds slide to give your algorithm a boost. Interacting and creating content using Instagram's Reels is a great way to show the algorithm you like to participate in what's popular on the app. </a:t>
                      </a:r>
                      <a:endParaRPr lang="en-US" sz="600" dirty="0"/>
                    </a:p>
                    <a:p>
                      <a:pPr marL="63500" lvl="0" algn="ctr" rtl="0">
                        <a:spcBef>
                          <a:spcPts val="310"/>
                        </a:spcBef>
                        <a:spcAft>
                          <a:spcPts val="0"/>
                        </a:spcAft>
                        <a:buNone/>
                      </a:pPr>
                      <a:endParaRPr lang="en-US" sz="600" dirty="0"/>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6</a:t>
                      </a:r>
                      <a:endParaRPr lang="en-US" sz="600" dirty="0"/>
                    </a:p>
                    <a:p>
                      <a:pPr lvl="0" algn="ctr">
                        <a:lnSpc>
                          <a:spcPct val="100000"/>
                        </a:lnSpc>
                        <a:spcBef>
                          <a:spcPts val="0"/>
                        </a:spcBef>
                        <a:spcAft>
                          <a:spcPts val="0"/>
                        </a:spcAft>
                        <a:buNone/>
                      </a:pPr>
                      <a:r>
                        <a:rPr lang="en-US" sz="600" b="0" i="0" u="none" strike="noStrike" spc="0" noProof="0" dirty="0">
                          <a:solidFill>
                            <a:schemeClr val="bg1"/>
                          </a:solidFill>
                          <a:effectLst/>
                          <a:latin typeface="Century Gothic"/>
                        </a:rPr>
                        <a:t>MEMBER SPOTLIGHT </a:t>
                      </a:r>
                      <a:endParaRPr lang="en-US" sz="600" b="0" i="0" u="none" strike="noStrike" spc="0" noProof="0" dirty="0">
                        <a:solidFill>
                          <a:srgbClr val="2D2926"/>
                        </a:solidFill>
                        <a:effectLst/>
                        <a:latin typeface="Century Gothic"/>
                      </a:endParaRPr>
                    </a:p>
                    <a:p>
                      <a:pPr lvl="0" algn="ctr">
                        <a:lnSpc>
                          <a:spcPct val="100000"/>
                        </a:lnSpc>
                        <a:spcBef>
                          <a:spcPts val="0"/>
                        </a:spcBef>
                        <a:spcAft>
                          <a:spcPts val="0"/>
                        </a:spcAft>
                        <a:buNone/>
                      </a:pPr>
                      <a:r>
                        <a:rPr lang="en-US" sz="600" b="0" i="0" u="none" strike="noStrike" spc="0" noProof="0" dirty="0">
                          <a:solidFill>
                            <a:schemeClr val="bg1"/>
                          </a:solidFill>
                          <a:effectLst/>
                          <a:latin typeface="Century Gothic"/>
                        </a:rPr>
                        <a:t>Use this </a:t>
                      </a:r>
                      <a:r>
                        <a:rPr lang="en-US" sz="600" b="0" i="0" u="none" strike="noStrike" spc="0" noProof="0" dirty="0">
                          <a:solidFill>
                            <a:srgbClr val="2D2926"/>
                          </a:solidFill>
                          <a:effectLst/>
                          <a:latin typeface="Century Gothic"/>
                          <a:hlinkClick r:id="rId2"/>
                        </a:rPr>
                        <a:t>Template</a:t>
                      </a:r>
                      <a:r>
                        <a:rPr lang="en-US" sz="600" b="0" i="0" u="none" strike="noStrike" spc="0" noProof="0" dirty="0">
                          <a:solidFill>
                            <a:schemeClr val="bg1"/>
                          </a:solidFill>
                          <a:effectLst/>
                          <a:latin typeface="Century Gothic"/>
                        </a:rPr>
                        <a:t> from the Brand Marketing Center to create a brand-aligned Member Spotlight for your Instagram! You can use the pin feature to pin this member for the month/week they are being celebrated!</a:t>
                      </a:r>
                      <a:endParaRPr lang="en-US" sz="600" b="0" i="0" u="none" strike="noStrike" spc="0" noProof="0" dirty="0">
                        <a:solidFill>
                          <a:srgbClr val="2D2926"/>
                        </a:solidFill>
                        <a:effectLst/>
                        <a:latin typeface="Century Gothic"/>
                      </a:endParaRPr>
                    </a:p>
                    <a:p>
                      <a:pPr lvl="0" algn="ctr">
                        <a:lnSpc>
                          <a:spcPct val="100000"/>
                        </a:lnSpc>
                        <a:spcBef>
                          <a:spcPts val="0"/>
                        </a:spcBef>
                        <a:spcAft>
                          <a:spcPts val="0"/>
                        </a:spcAft>
                        <a:buNone/>
                      </a:pPr>
                      <a:endParaRPr lang="en-US" sz="600" b="0" i="0" u="none" strike="noStrike" spc="0" noProof="0" dirty="0">
                        <a:solidFill>
                          <a:schemeClr val="bg1"/>
                        </a:solidFill>
                        <a:effectLst/>
                      </a:endParaRPr>
                    </a:p>
                  </a:txBody>
                  <a:tcPr marL="9525" marR="9525" marT="80772" marB="0"/>
                </a:tc>
                <a:tc>
                  <a:txBody>
                    <a:bodyPr/>
                    <a:lstStyle/>
                    <a:p>
                      <a:pPr marL="0" lvl="0" algn="ctr" rtl="0">
                        <a:lnSpc>
                          <a:spcPct val="100000"/>
                        </a:lnSpc>
                        <a:spcBef>
                          <a:spcPts val="0"/>
                        </a:spcBef>
                        <a:spcAft>
                          <a:spcPts val="0"/>
                        </a:spcAft>
                        <a:buNone/>
                      </a:pPr>
                      <a:r>
                        <a:rPr lang="en-US" sz="600" spc="0" dirty="0">
                          <a:solidFill>
                            <a:schemeClr val="bg1"/>
                          </a:solidFill>
                          <a:effectLst/>
                        </a:rPr>
                        <a:t>7</a:t>
                      </a:r>
                    </a:p>
                    <a:p>
                      <a:pPr marL="63500" lvl="0" algn="ctr">
                        <a:spcBef>
                          <a:spcPts val="310"/>
                        </a:spcBef>
                        <a:spcAft>
                          <a:spcPts val="0"/>
                        </a:spcAft>
                        <a:buNone/>
                      </a:pPr>
                      <a:r>
                        <a:rPr lang="en-US" sz="600" b="0" i="0" u="none" strike="noStrike" spc="0" noProof="0" dirty="0">
                          <a:solidFill>
                            <a:srgbClr val="2D2926"/>
                          </a:solidFill>
                          <a:effectLst/>
                          <a:latin typeface="Century Gothic"/>
                        </a:rPr>
                        <a:t>MACHINE MOVEMENT</a:t>
                      </a:r>
                    </a:p>
                    <a:p>
                      <a:pPr marL="63500" lvl="0" algn="ctr">
                        <a:spcBef>
                          <a:spcPts val="310"/>
                        </a:spcBef>
                        <a:spcAft>
                          <a:spcPts val="0"/>
                        </a:spcAft>
                        <a:buNone/>
                      </a:pPr>
                      <a:r>
                        <a:rPr lang="en-US" sz="600" b="0" i="0" u="none" strike="noStrike" spc="0" noProof="0" dirty="0">
                          <a:solidFill>
                            <a:srgbClr val="2D2926"/>
                          </a:solidFill>
                          <a:effectLst/>
                          <a:latin typeface="Century Gothic"/>
                        </a:rPr>
                        <a:t>Demo a machine in your gym and film a Reel to post. Share reasons to utilize the machine vs free weights or other alternatives. </a:t>
                      </a:r>
                    </a:p>
                    <a:p>
                      <a:pPr marL="63500" lvl="0" algn="ctr">
                        <a:spcBef>
                          <a:spcPts val="310"/>
                        </a:spcBef>
                        <a:spcAft>
                          <a:spcPts val="0"/>
                        </a:spcAft>
                        <a:buNone/>
                      </a:pPr>
                      <a:endParaRPr lang="en-US" sz="600" b="0" i="0" u="none" strike="noStrike" spc="0" noProof="0" dirty="0">
                        <a:solidFill>
                          <a:srgbClr val="2D2926"/>
                        </a:solidFill>
                        <a:effectLst/>
                        <a:latin typeface="Century Gothic"/>
                      </a:endParaRP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8</a:t>
                      </a:r>
                    </a:p>
                    <a:p>
                      <a:pPr marL="63500" lvl="0" algn="ctr">
                        <a:spcBef>
                          <a:spcPts val="310"/>
                        </a:spcBef>
                        <a:spcAft>
                          <a:spcPts val="0"/>
                        </a:spcAft>
                        <a:buNone/>
                      </a:pPr>
                      <a:r>
                        <a:rPr lang="en-US" sz="600" spc="0" dirty="0">
                          <a:solidFill>
                            <a:schemeClr val="bg1"/>
                          </a:solidFill>
                          <a:effectLst/>
                        </a:rPr>
                        <a:t>AMENITIES</a:t>
                      </a:r>
                    </a:p>
                    <a:p>
                      <a:pPr marL="63500" lvl="0" algn="ctr">
                        <a:spcBef>
                          <a:spcPts val="310"/>
                        </a:spcBef>
                        <a:spcAft>
                          <a:spcPts val="0"/>
                        </a:spcAft>
                        <a:buNone/>
                      </a:pPr>
                      <a:r>
                        <a:rPr lang="en-US" sz="600" spc="0" dirty="0">
                          <a:solidFill>
                            <a:schemeClr val="bg1"/>
                          </a:solidFill>
                          <a:effectLst/>
                        </a:rPr>
                        <a:t>Share amenities that are around the gym, how to use them/access them and what benefits they provide! This could be a great post to pin on your profile for prospective members during the spring campaign!</a:t>
                      </a: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9</a:t>
                      </a:r>
                      <a:endParaRPr lang="en-US" sz="600" dirty="0"/>
                    </a:p>
                    <a:p>
                      <a:pPr marL="63500" lvl="0" algn="ctr">
                        <a:spcBef>
                          <a:spcPts val="310"/>
                        </a:spcBef>
                        <a:spcAft>
                          <a:spcPts val="0"/>
                        </a:spcAft>
                        <a:buNone/>
                      </a:pPr>
                      <a:r>
                        <a:rPr lang="en-US" sz="600" b="0" i="0" u="none" strike="noStrike" spc="0" noProof="0" dirty="0">
                          <a:solidFill>
                            <a:schemeClr val="bg1"/>
                          </a:solidFill>
                          <a:effectLst/>
                        </a:rPr>
                        <a:t>MYTH BUSTERS</a:t>
                      </a:r>
                      <a:endParaRPr lang="en-US" sz="600" b="0" i="0" u="none" strike="noStrike" spc="0" noProof="0" dirty="0">
                        <a:solidFill>
                          <a:srgbClr val="2D2926"/>
                        </a:solidFill>
                        <a:effectLst/>
                      </a:endParaRPr>
                    </a:p>
                    <a:p>
                      <a:pPr marL="63500" lvl="0" algn="ctr">
                        <a:spcBef>
                          <a:spcPts val="310"/>
                        </a:spcBef>
                        <a:spcAft>
                          <a:spcPts val="0"/>
                        </a:spcAft>
                        <a:buNone/>
                      </a:pPr>
                      <a:r>
                        <a:rPr lang="en-US" sz="600" b="0" i="0" u="none" strike="noStrike" spc="0" noProof="0" dirty="0">
                          <a:solidFill>
                            <a:schemeClr val="bg1"/>
                          </a:solidFill>
                          <a:effectLst/>
                        </a:rPr>
                        <a:t>While the internet helps us connect with information, we may not have had access to in the past, it also means that people may be searching for answers in the wrong places. Help dispel a popular fitness-industry myth. Need ideas? Check out the Community tab in the AF App to see what questions are being asked.</a:t>
                      </a:r>
                      <a:endParaRPr lang="en-US" sz="600" b="0" i="0" u="none" strike="noStrike" spc="0" noProof="0" dirty="0">
                        <a:solidFill>
                          <a:srgbClr val="2D2926"/>
                        </a:solidFill>
                        <a:effectLst/>
                      </a:endParaRPr>
                    </a:p>
                    <a:p>
                      <a:pPr marL="63500" lvl="0" algn="ctr">
                        <a:spcBef>
                          <a:spcPts val="310"/>
                        </a:spcBef>
                        <a:spcAft>
                          <a:spcPts val="0"/>
                        </a:spcAft>
                        <a:buNone/>
                      </a:pPr>
                      <a:endParaRPr lang="en-US" sz="600" b="0" i="0" u="none" strike="noStrike" spc="0" noProof="0" dirty="0">
                        <a:solidFill>
                          <a:srgbClr val="2D2926"/>
                        </a:solidFill>
                        <a:effectLst/>
                      </a:endParaRPr>
                    </a:p>
                    <a:p>
                      <a:pPr marL="63500" lvl="0" algn="ctr">
                        <a:spcBef>
                          <a:spcPts val="310"/>
                        </a:spcBef>
                        <a:spcAft>
                          <a:spcPts val="0"/>
                        </a:spcAft>
                        <a:buNone/>
                      </a:pPr>
                      <a:endParaRPr lang="en-US" sz="600" spc="0" dirty="0">
                        <a:solidFill>
                          <a:schemeClr val="bg1"/>
                        </a:solidFill>
                        <a:effectLst/>
                      </a:endParaRP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10</a:t>
                      </a:r>
                      <a:endParaRPr lang="en-US" sz="600" b="0" i="0" u="none" strike="noStrike" spc="0" noProof="0" dirty="0">
                        <a:solidFill>
                          <a:srgbClr val="000000"/>
                        </a:solidFill>
                        <a:effectLst/>
                        <a:latin typeface="Century Gothic"/>
                      </a:endParaRPr>
                    </a:p>
                    <a:p>
                      <a:pPr marL="63500" lvl="0" algn="ctr">
                        <a:spcBef>
                          <a:spcPts val="310"/>
                        </a:spcBef>
                        <a:spcAft>
                          <a:spcPts val="0"/>
                        </a:spcAft>
                        <a:buNone/>
                      </a:pPr>
                      <a:r>
                        <a:rPr lang="en-US" sz="600" b="0" i="0" u="none" strike="noStrike" spc="0" noProof="0" dirty="0">
                          <a:solidFill>
                            <a:schemeClr val="bg1"/>
                          </a:solidFill>
                          <a:effectLst/>
                        </a:rPr>
                        <a:t>STRENGTH MOVEMENT</a:t>
                      </a:r>
                      <a:endParaRPr lang="en-US" sz="600" b="0" i="0" u="none" strike="noStrike" spc="0" noProof="0" dirty="0">
                        <a:solidFill>
                          <a:srgbClr val="2D2926"/>
                        </a:solidFill>
                        <a:effectLst/>
                      </a:endParaRPr>
                    </a:p>
                    <a:p>
                      <a:pPr marL="63500" lvl="0" algn="ctr">
                        <a:spcBef>
                          <a:spcPts val="310"/>
                        </a:spcBef>
                        <a:spcAft>
                          <a:spcPts val="0"/>
                        </a:spcAft>
                        <a:buNone/>
                      </a:pPr>
                      <a:r>
                        <a:rPr lang="en-US" sz="600" b="0" i="0" u="none" strike="noStrike" spc="0" noProof="0" dirty="0">
                          <a:solidFill>
                            <a:schemeClr val="bg1"/>
                          </a:solidFill>
                          <a:effectLst/>
                        </a:rPr>
                        <a:t>Show off a strength movement and how to advance the movement for those who are looking to up a certain aspect of their workout regimen. Pro Tip: poll your followers on Instagram Stories to find out what they want to know.</a:t>
                      </a:r>
                      <a:endParaRPr lang="en-US" sz="600" dirty="0"/>
                    </a:p>
                  </a:txBody>
                  <a:tcPr marL="9525" marR="9525" marT="80772" marB="0"/>
                </a:tc>
                <a:tc>
                  <a:txBody>
                    <a:bodyPr/>
                    <a:lstStyle/>
                    <a:p>
                      <a:pPr marL="63500" lvl="0" algn="ctr" rtl="0">
                        <a:spcBef>
                          <a:spcPts val="310"/>
                        </a:spcBef>
                        <a:spcAft>
                          <a:spcPts val="0"/>
                        </a:spcAft>
                        <a:buNone/>
                      </a:pPr>
                      <a:r>
                        <a:rPr lang="en-US" sz="600" u="none" spc="0" dirty="0">
                          <a:solidFill>
                            <a:schemeClr val="bg1"/>
                          </a:solidFill>
                          <a:effectLst/>
                        </a:rPr>
                        <a:t>11</a:t>
                      </a:r>
                      <a:endParaRPr lang="en-US" sz="600" u="none"/>
                    </a:p>
                    <a:p>
                      <a:pPr marL="63500" lvl="0" algn="ctr">
                        <a:spcBef>
                          <a:spcPts val="310"/>
                        </a:spcBef>
                        <a:spcAft>
                          <a:spcPts val="0"/>
                        </a:spcAft>
                        <a:buNone/>
                      </a:pPr>
                      <a:r>
                        <a:rPr lang="en-US" sz="600" b="0" i="0" u="none" strike="noStrike" spc="0" noProof="0" dirty="0">
                          <a:solidFill>
                            <a:schemeClr val="bg1"/>
                          </a:solidFill>
                          <a:effectLst/>
                        </a:rPr>
                        <a:t>NATIONAL FOAM ROLLING DAY</a:t>
                      </a:r>
                    </a:p>
                    <a:p>
                      <a:pPr marL="63500" lvl="0" algn="ctr">
                        <a:spcBef>
                          <a:spcPts val="310"/>
                        </a:spcBef>
                        <a:spcAft>
                          <a:spcPts val="0"/>
                        </a:spcAft>
                        <a:buNone/>
                      </a:pPr>
                      <a:r>
                        <a:rPr lang="en-US" sz="600" b="0" i="0" u="none" strike="noStrike" spc="0" noProof="0" dirty="0">
                          <a:solidFill>
                            <a:schemeClr val="bg1"/>
                          </a:solidFill>
                          <a:effectLst/>
                        </a:rPr>
                        <a:t>National Foam Rolling Day, whoop </a:t>
                      </a:r>
                      <a:r>
                        <a:rPr lang="en-US" sz="600" b="0" i="0" u="none" strike="noStrike" spc="0" noProof="0" err="1">
                          <a:solidFill>
                            <a:schemeClr val="bg1"/>
                          </a:solidFill>
                          <a:effectLst/>
                        </a:rPr>
                        <a:t>whoop</a:t>
                      </a:r>
                      <a:r>
                        <a:rPr lang="en-US" sz="600" b="0" i="0" u="none" strike="noStrike" spc="0" noProof="0" dirty="0">
                          <a:solidFill>
                            <a:schemeClr val="bg1"/>
                          </a:solidFill>
                          <a:effectLst/>
                        </a:rPr>
                        <a:t>! Create a Reel of some common foam rolling movements members can use for recovery! And don't forget to use #NationalFoamRollingDay</a:t>
                      </a:r>
                    </a:p>
                  </a:txBody>
                  <a:tcPr marL="9525" marR="9525" marT="80772" marB="0"/>
                </a:tc>
                <a:extLst>
                  <a:ext uri="{0D108BD9-81ED-4DB2-BD59-A6C34878D82A}">
                    <a16:rowId xmlns:a16="http://schemas.microsoft.com/office/drawing/2014/main" val="3005291295"/>
                  </a:ext>
                </a:extLst>
              </a:tr>
              <a:tr h="1148277">
                <a:tc>
                  <a:txBody>
                    <a:bodyPr/>
                    <a:lstStyle/>
                    <a:p>
                      <a:pPr marL="63500" marR="0" lvl="0" indent="0" algn="ctr" rtl="0">
                        <a:spcBef>
                          <a:spcPts val="310"/>
                        </a:spcBef>
                        <a:spcAft>
                          <a:spcPts val="0"/>
                        </a:spcAft>
                        <a:buNone/>
                      </a:pPr>
                      <a:r>
                        <a:rPr lang="en-US" sz="600" spc="0" dirty="0">
                          <a:solidFill>
                            <a:schemeClr val="bg1"/>
                          </a:solidFill>
                          <a:effectLst/>
                        </a:rPr>
                        <a:t>12</a:t>
                      </a:r>
                      <a:br>
                        <a:rPr lang="en-US" sz="600" spc="0" dirty="0">
                          <a:solidFill>
                            <a:srgbClr val="2D2926"/>
                          </a:solidFill>
                          <a:effectLst/>
                        </a:rPr>
                      </a:br>
                      <a:r>
                        <a:rPr lang="en-US" sz="600" b="0" i="0" u="none" strike="noStrike" spc="0" noProof="0" dirty="0">
                          <a:solidFill>
                            <a:srgbClr val="2D2926"/>
                          </a:solidFill>
                          <a:effectLst/>
                        </a:rPr>
                        <a:t>MOTHER'S DAY</a:t>
                      </a:r>
                    </a:p>
                    <a:p>
                      <a:pPr marL="63500" marR="0" lvl="0" indent="0" algn="ctr">
                        <a:spcBef>
                          <a:spcPts val="310"/>
                        </a:spcBef>
                        <a:spcAft>
                          <a:spcPts val="0"/>
                        </a:spcAft>
                        <a:buNone/>
                      </a:pPr>
                      <a:r>
                        <a:rPr lang="en-US" sz="600" b="0" i="0" u="none" strike="noStrike" spc="0" noProof="0" dirty="0">
                          <a:solidFill>
                            <a:srgbClr val="2D2926"/>
                          </a:solidFill>
                          <a:effectLst/>
                        </a:rPr>
                        <a:t>Celebrate the kick-a** mothers of your #AFfam! Snap some pictures of moms (bonus points for moms with their kiddos of any age!) and post in celebration of all their dedication to their families and the gym!</a:t>
                      </a: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13</a:t>
                      </a:r>
                      <a:endParaRPr lang="en-US" sz="600" dirty="0"/>
                    </a:p>
                    <a:p>
                      <a:pPr marL="63500" lvl="0" algn="ctr">
                        <a:spcBef>
                          <a:spcPts val="310"/>
                        </a:spcBef>
                        <a:spcAft>
                          <a:spcPts val="0"/>
                        </a:spcAft>
                        <a:buNone/>
                      </a:pPr>
                      <a:r>
                        <a:rPr lang="en-US" sz="600" spc="0" dirty="0">
                          <a:solidFill>
                            <a:schemeClr val="bg1"/>
                          </a:solidFill>
                          <a:effectLst/>
                        </a:rPr>
                        <a:t>LEVEL UP!</a:t>
                      </a:r>
                      <a:endParaRPr lang="en-US" sz="600"/>
                    </a:p>
                    <a:p>
                      <a:pPr marL="63500" lvl="0" algn="ctr">
                        <a:spcBef>
                          <a:spcPts val="310"/>
                        </a:spcBef>
                        <a:spcAft>
                          <a:spcPts val="0"/>
                        </a:spcAft>
                        <a:buNone/>
                      </a:pPr>
                      <a:r>
                        <a:rPr lang="en-US" sz="600" spc="0" dirty="0">
                          <a:solidFill>
                            <a:schemeClr val="bg1"/>
                          </a:solidFill>
                          <a:effectLst/>
                        </a:rPr>
                        <a:t>Share a progression of movements to help members level-up their fitness routine!</a:t>
                      </a:r>
                    </a:p>
                    <a:p>
                      <a:pPr marL="63500" lvl="0" algn="ctr">
                        <a:spcBef>
                          <a:spcPts val="310"/>
                        </a:spcBef>
                        <a:spcAft>
                          <a:spcPts val="0"/>
                        </a:spcAft>
                        <a:buNone/>
                      </a:pPr>
                      <a:endParaRPr lang="en-US" sz="600" dirty="0"/>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14</a:t>
                      </a:r>
                      <a:endParaRPr lang="en-US" sz="600">
                        <a:solidFill>
                          <a:schemeClr val="bg1"/>
                        </a:solidFill>
                      </a:endParaRPr>
                    </a:p>
                    <a:p>
                      <a:pPr lvl="0" algn="ctr">
                        <a:buNone/>
                      </a:pPr>
                      <a:r>
                        <a:rPr lang="en-US" sz="600" b="0" i="0" u="none" strike="noStrike" spc="0" noProof="0" dirty="0">
                          <a:solidFill>
                            <a:schemeClr val="bg1"/>
                          </a:solidFill>
                          <a:effectLst/>
                          <a:latin typeface="Century Gothic"/>
                        </a:rPr>
                        <a:t>SEASONAL MEALS</a:t>
                      </a:r>
                      <a:endParaRPr lang="en-US" dirty="0"/>
                    </a:p>
                    <a:p>
                      <a:pPr lvl="0" algn="ctr">
                        <a:buNone/>
                      </a:pPr>
                      <a:r>
                        <a:rPr lang="en-US" sz="600" b="0" i="0" u="none" strike="noStrike" spc="0" noProof="0" dirty="0">
                          <a:solidFill>
                            <a:schemeClr val="bg1"/>
                          </a:solidFill>
                          <a:effectLst/>
                          <a:latin typeface="Century Gothic"/>
                        </a:rPr>
                        <a:t>As the spring turns to summer, fresh produce becomes more available and those from up north can finally start grilling again! Share a fun campfire friendly recipe or how to incorporate local produce into a crowd-pleasing recipe!</a:t>
                      </a:r>
                    </a:p>
                    <a:p>
                      <a:pPr marL="63500" lvl="0" algn="ctr">
                        <a:spcBef>
                          <a:spcPts val="310"/>
                        </a:spcBef>
                        <a:spcAft>
                          <a:spcPts val="0"/>
                        </a:spcAft>
                        <a:buNone/>
                      </a:pPr>
                      <a:endParaRPr lang="en-US" sz="600" b="0" i="0" u="none" strike="noStrike" noProof="0" dirty="0">
                        <a:solidFill>
                          <a:schemeClr val="bg1"/>
                        </a:solidFill>
                        <a:latin typeface="Century Gothic"/>
                      </a:endParaRPr>
                    </a:p>
                    <a:p>
                      <a:pPr marL="63500" lvl="0" algn="ctr">
                        <a:spcBef>
                          <a:spcPts val="310"/>
                        </a:spcBef>
                        <a:spcAft>
                          <a:spcPts val="0"/>
                        </a:spcAft>
                        <a:buNone/>
                      </a:pPr>
                      <a:endParaRPr lang="en-US" sz="600" dirty="0"/>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15</a:t>
                      </a:r>
                      <a:endParaRPr lang="en-US" sz="600" dirty="0"/>
                    </a:p>
                    <a:p>
                      <a:pPr marL="63500" lvl="0" algn="ctr">
                        <a:spcBef>
                          <a:spcPts val="310"/>
                        </a:spcBef>
                        <a:spcAft>
                          <a:spcPts val="0"/>
                        </a:spcAft>
                        <a:buNone/>
                      </a:pPr>
                      <a:r>
                        <a:rPr lang="en-US" sz="600" spc="0" dirty="0">
                          <a:solidFill>
                            <a:schemeClr val="bg1"/>
                          </a:solidFill>
                          <a:effectLst/>
                        </a:rPr>
                        <a:t>BETTER SLEEP MONTH</a:t>
                      </a:r>
                      <a:endParaRPr lang="en-US" sz="600" dirty="0"/>
                    </a:p>
                    <a:p>
                      <a:pPr marL="63500" lvl="0" algn="ctr">
                        <a:spcBef>
                          <a:spcPts val="310"/>
                        </a:spcBef>
                        <a:spcAft>
                          <a:spcPts val="0"/>
                        </a:spcAft>
                        <a:buNone/>
                      </a:pPr>
                      <a:r>
                        <a:rPr lang="en-US" sz="600" spc="0" dirty="0">
                          <a:solidFill>
                            <a:schemeClr val="bg1"/>
                          </a:solidFill>
                          <a:effectLst/>
                        </a:rPr>
                        <a:t>Sleep and fitness are things that go hand-in-hand. Many people are not aware of the ways exercises can improve their sleep quality! Share some tips for those who struggle with getting a good night of rest.  </a:t>
                      </a:r>
                    </a:p>
                    <a:p>
                      <a:pPr marL="63500" lvl="0" algn="ctr">
                        <a:spcBef>
                          <a:spcPts val="310"/>
                        </a:spcBef>
                        <a:spcAft>
                          <a:spcPts val="0"/>
                        </a:spcAft>
                        <a:buNone/>
                      </a:pPr>
                      <a:endParaRPr lang="en-US" sz="600" dirty="0"/>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16</a:t>
                      </a:r>
                      <a:endParaRPr lang="en-US" sz="600">
                        <a:solidFill>
                          <a:schemeClr val="bg1"/>
                        </a:solidFill>
                      </a:endParaRPr>
                    </a:p>
                    <a:p>
                      <a:pPr marL="63500" lvl="0" algn="ctr">
                        <a:spcBef>
                          <a:spcPts val="310"/>
                        </a:spcBef>
                        <a:spcAft>
                          <a:spcPts val="0"/>
                        </a:spcAft>
                        <a:buNone/>
                      </a:pPr>
                      <a:r>
                        <a:rPr lang="en-US" sz="600" b="0" i="0" u="none" strike="noStrike" spc="0" noProof="0" dirty="0">
                          <a:solidFill>
                            <a:schemeClr val="bg1"/>
                          </a:solidFill>
                          <a:effectLst/>
                        </a:rPr>
                        <a:t>WORKOUT SPLIT</a:t>
                      </a:r>
                      <a:endParaRPr lang="en-US" sz="600" dirty="0"/>
                    </a:p>
                    <a:p>
                      <a:pPr marL="63500" lvl="0" algn="ctr">
                        <a:spcBef>
                          <a:spcPts val="310"/>
                        </a:spcBef>
                        <a:spcAft>
                          <a:spcPts val="0"/>
                        </a:spcAft>
                        <a:buNone/>
                      </a:pPr>
                      <a:r>
                        <a:rPr lang="en-US" sz="600" b="0" i="0" u="none" strike="noStrike" spc="0" noProof="0" dirty="0">
                          <a:solidFill>
                            <a:schemeClr val="bg1"/>
                          </a:solidFill>
                          <a:effectLst/>
                        </a:rPr>
                        <a:t>How many times a week should I work out? Is it okay to only do lower body? Share some common workout splits such as PPL and how members can incorporate this set-up into their routine!</a:t>
                      </a:r>
                      <a:endParaRPr lang="en-US" sz="600" dirty="0"/>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17</a:t>
                      </a:r>
                      <a:endParaRPr lang="en-US" sz="600" b="0" i="0" u="none" strike="noStrike" spc="0" noProof="0" dirty="0">
                        <a:solidFill>
                          <a:srgbClr val="000000"/>
                        </a:solidFill>
                        <a:effectLst/>
                        <a:latin typeface="Century Gothic"/>
                      </a:endParaRPr>
                    </a:p>
                    <a:p>
                      <a:pPr marL="63500" lvl="0" algn="ctr">
                        <a:spcBef>
                          <a:spcPts val="310"/>
                        </a:spcBef>
                        <a:spcAft>
                          <a:spcPts val="0"/>
                        </a:spcAft>
                        <a:buNone/>
                      </a:pPr>
                      <a:r>
                        <a:rPr lang="en-US" sz="600" b="0" i="0" u="none" strike="noStrike" spc="0" noProof="0" dirty="0">
                          <a:solidFill>
                            <a:schemeClr val="bg1"/>
                          </a:solidFill>
                          <a:effectLst/>
                          <a:latin typeface="Century Gothic"/>
                        </a:rPr>
                        <a:t>APP POWER</a:t>
                      </a:r>
                      <a:endParaRPr lang="en-US" sz="600" dirty="0"/>
                    </a:p>
                    <a:p>
                      <a:pPr marL="63500" lvl="0" algn="ctr">
                        <a:spcBef>
                          <a:spcPts val="310"/>
                        </a:spcBef>
                        <a:spcAft>
                          <a:spcPts val="0"/>
                        </a:spcAft>
                        <a:buNone/>
                      </a:pPr>
                      <a:r>
                        <a:rPr lang="en-US" sz="600" b="0" i="0" u="none" strike="noStrike" spc="0" noProof="0" dirty="0">
                          <a:solidFill>
                            <a:schemeClr val="bg1"/>
                          </a:solidFill>
                          <a:effectLst/>
                          <a:latin typeface="Century Gothic"/>
                        </a:rPr>
                        <a:t>Pairing the AF App with the in-club experience helps unlock an advantage that many members may not be aware of! Share ways members can utilize the app to take their fitness journey to the next level!</a:t>
                      </a:r>
                      <a:endParaRPr lang="en-US" sz="600" dirty="0"/>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18</a:t>
                      </a:r>
                      <a:endParaRPr lang="en-US" sz="600" dirty="0"/>
                    </a:p>
                    <a:p>
                      <a:pPr marL="63500" lvl="0" algn="ctr">
                        <a:spcBef>
                          <a:spcPts val="310"/>
                        </a:spcBef>
                        <a:spcAft>
                          <a:spcPts val="0"/>
                        </a:spcAft>
                        <a:buNone/>
                      </a:pPr>
                      <a:r>
                        <a:rPr lang="en-US" sz="600" b="0" i="0" u="none" strike="noStrike" spc="0" noProof="0" dirty="0">
                          <a:solidFill>
                            <a:schemeClr val="bg1"/>
                          </a:solidFill>
                          <a:effectLst/>
                        </a:rPr>
                        <a:t>COMMUNITY HAPPENINGS</a:t>
                      </a:r>
                      <a:br>
                        <a:rPr lang="en-US" sz="600" b="0" i="0" u="none" strike="noStrike" spc="0" noProof="0" dirty="0">
                          <a:solidFill>
                            <a:srgbClr val="2D2926"/>
                          </a:solidFill>
                          <a:effectLst/>
                        </a:rPr>
                      </a:br>
                      <a:r>
                        <a:rPr lang="en-US" sz="600" b="0" i="0" u="none" strike="noStrike" spc="0" noProof="0" dirty="0">
                          <a:solidFill>
                            <a:schemeClr val="bg1"/>
                          </a:solidFill>
                          <a:effectLst/>
                        </a:rPr>
                        <a:t>Are you having any events at the club? Are there any festivals or big events happening in your town or city? Share out things about the community for your followers to interact with!</a:t>
                      </a:r>
                    </a:p>
                    <a:p>
                      <a:pPr marL="63500" lvl="0" algn="ctr">
                        <a:spcBef>
                          <a:spcPts val="310"/>
                        </a:spcBef>
                        <a:spcAft>
                          <a:spcPts val="0"/>
                        </a:spcAft>
                        <a:buNone/>
                      </a:pPr>
                      <a:endParaRPr lang="en-US" sz="600" spc="0" dirty="0">
                        <a:solidFill>
                          <a:schemeClr val="bg1"/>
                        </a:solidFill>
                        <a:effectLst/>
                      </a:endParaRPr>
                    </a:p>
                  </a:txBody>
                  <a:tcPr marL="9525" marR="9525" marT="80772" marB="0"/>
                </a:tc>
                <a:extLst>
                  <a:ext uri="{0D108BD9-81ED-4DB2-BD59-A6C34878D82A}">
                    <a16:rowId xmlns:a16="http://schemas.microsoft.com/office/drawing/2014/main" val="2870796117"/>
                  </a:ext>
                </a:extLst>
              </a:tr>
              <a:tr h="1163386">
                <a:tc>
                  <a:txBody>
                    <a:bodyPr/>
                    <a:lstStyle/>
                    <a:p>
                      <a:pPr marL="63500" lvl="0" algn="ctr" rtl="0">
                        <a:spcBef>
                          <a:spcPts val="310"/>
                        </a:spcBef>
                        <a:spcAft>
                          <a:spcPts val="0"/>
                        </a:spcAft>
                        <a:buNone/>
                      </a:pPr>
                      <a:r>
                        <a:rPr lang="en-US" sz="600" spc="0" dirty="0">
                          <a:solidFill>
                            <a:schemeClr val="bg1"/>
                          </a:solidFill>
                          <a:effectLst/>
                        </a:rPr>
                        <a:t>19</a:t>
                      </a:r>
                      <a:endParaRPr lang="en-US" sz="600" dirty="0"/>
                    </a:p>
                    <a:p>
                      <a:pPr marL="63500" lvl="0" algn="ctr">
                        <a:spcBef>
                          <a:spcPts val="310"/>
                        </a:spcBef>
                        <a:spcAft>
                          <a:spcPts val="0"/>
                        </a:spcAft>
                        <a:buNone/>
                      </a:pPr>
                      <a:r>
                        <a:rPr lang="en-US" sz="600" spc="0" dirty="0">
                          <a:solidFill>
                            <a:schemeClr val="bg1"/>
                          </a:solidFill>
                          <a:effectLst/>
                        </a:rPr>
                        <a:t>GROUP TRAINING</a:t>
                      </a:r>
                      <a:endParaRPr lang="en-US" sz="600" dirty="0"/>
                    </a:p>
                    <a:p>
                      <a:pPr marL="63500" lvl="0" algn="ctr">
                        <a:spcBef>
                          <a:spcPts val="310"/>
                        </a:spcBef>
                        <a:spcAft>
                          <a:spcPts val="0"/>
                        </a:spcAft>
                        <a:buNone/>
                      </a:pPr>
                      <a:r>
                        <a:rPr lang="en-US" sz="600" spc="0" dirty="0">
                          <a:solidFill>
                            <a:schemeClr val="bg1"/>
                          </a:solidFill>
                          <a:effectLst/>
                        </a:rPr>
                        <a:t>Give your members a peak into a Group Training session! Interview your SGT regulars and create a Reel of their answers as to why they keep coming back!</a:t>
                      </a:r>
                      <a:endParaRPr lang="en-US" sz="600" dirty="0"/>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20</a:t>
                      </a:r>
                      <a:endParaRPr lang="en-US" sz="600" dirty="0"/>
                    </a:p>
                    <a:p>
                      <a:pPr marL="63500" lvl="0" algn="ctr">
                        <a:spcBef>
                          <a:spcPts val="310"/>
                        </a:spcBef>
                        <a:spcAft>
                          <a:spcPts val="0"/>
                        </a:spcAft>
                        <a:buNone/>
                      </a:pPr>
                      <a:r>
                        <a:rPr lang="en-US" sz="600" b="0" i="0" u="none" strike="noStrike" spc="0" noProof="0" dirty="0">
                          <a:solidFill>
                            <a:schemeClr val="bg1"/>
                          </a:solidFill>
                          <a:effectLst/>
                          <a:latin typeface="Century Gothic"/>
                        </a:rPr>
                        <a:t>ACTIVE RECOVERY</a:t>
                      </a:r>
                      <a:endParaRPr lang="en-US" sz="600" dirty="0"/>
                    </a:p>
                    <a:p>
                      <a:pPr marL="63500" lvl="0" algn="ctr">
                        <a:spcBef>
                          <a:spcPts val="310"/>
                        </a:spcBef>
                        <a:spcAft>
                          <a:spcPts val="0"/>
                        </a:spcAft>
                        <a:buNone/>
                      </a:pPr>
                      <a:r>
                        <a:rPr lang="en-US" sz="600" b="0" i="0" u="none" strike="noStrike" spc="0" noProof="0" dirty="0">
                          <a:solidFill>
                            <a:schemeClr val="bg1"/>
                          </a:solidFill>
                          <a:effectLst/>
                          <a:latin typeface="Century Gothic"/>
                        </a:rPr>
                        <a:t>How can I stay on track without feeling like I'm doing nothing? Many people feel that if they skip a day they'll fall off the wagon completely. Share some low-impact active recovery ideas! </a:t>
                      </a:r>
                      <a:endParaRPr lang="en-US" sz="600" dirty="0"/>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21</a:t>
                      </a:r>
                      <a:endParaRPr lang="en-US" sz="600" dirty="0"/>
                    </a:p>
                    <a:p>
                      <a:pPr lvl="0" algn="ctr">
                        <a:buNone/>
                      </a:pPr>
                      <a:r>
                        <a:rPr lang="en-US" sz="600" b="0" i="0" u="none" strike="noStrike" spc="0" noProof="0" dirty="0">
                          <a:solidFill>
                            <a:schemeClr val="bg1"/>
                          </a:solidFill>
                          <a:effectLst/>
                          <a:latin typeface="Century Gothic"/>
                        </a:rPr>
                        <a:t>WORLD MEDITATION DAY</a:t>
                      </a:r>
                    </a:p>
                    <a:p>
                      <a:pPr lvl="0" algn="ctr">
                        <a:buNone/>
                      </a:pPr>
                      <a:r>
                        <a:rPr lang="en-US" sz="600" b="0" i="0" u="none" strike="noStrike" spc="0" noProof="0" dirty="0">
                          <a:solidFill>
                            <a:schemeClr val="bg1"/>
                          </a:solidFill>
                          <a:effectLst/>
                          <a:latin typeface="Century Gothic"/>
                        </a:rPr>
                        <a:t>Channel your inner Zen and share out a post on World Meditation Day! Share out a statistic on how meditation can benefit a person or share </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22</a:t>
                      </a:r>
                      <a:endParaRPr lang="en-US" sz="600" dirty="0">
                        <a:solidFill>
                          <a:schemeClr val="bg1"/>
                        </a:solidFill>
                      </a:endParaRPr>
                    </a:p>
                    <a:p>
                      <a:pPr marL="63500" lvl="0" algn="ctr">
                        <a:spcBef>
                          <a:spcPts val="310"/>
                        </a:spcBef>
                        <a:spcAft>
                          <a:spcPts val="0"/>
                        </a:spcAft>
                        <a:buNone/>
                      </a:pPr>
                      <a:r>
                        <a:rPr lang="en-US" sz="600" b="0" i="0" u="none" strike="noStrike" spc="0" noProof="0" dirty="0">
                          <a:solidFill>
                            <a:schemeClr val="bg1"/>
                          </a:solidFill>
                          <a:effectLst/>
                          <a:latin typeface="Century Gothic"/>
                        </a:rPr>
                        <a:t>POP CULTURE MOMENT</a:t>
                      </a:r>
                    </a:p>
                    <a:p>
                      <a:pPr marL="63500" lvl="0" algn="ctr">
                        <a:spcBef>
                          <a:spcPts val="310"/>
                        </a:spcBef>
                        <a:spcAft>
                          <a:spcPts val="0"/>
                        </a:spcAft>
                        <a:buNone/>
                      </a:pPr>
                      <a:r>
                        <a:rPr lang="en-US" sz="600" b="0" i="0" u="none" strike="noStrike" spc="0" noProof="0" dirty="0">
                          <a:solidFill>
                            <a:schemeClr val="bg1"/>
                          </a:solidFill>
                          <a:effectLst/>
                          <a:latin typeface="Century Gothic"/>
                        </a:rPr>
                        <a:t>Share out a meme or create a Reel utilizing one of the recommended trending sounds to post. Tip: don't schedule this one more than a few days ahead</a:t>
                      </a:r>
                    </a:p>
                    <a:p>
                      <a:pPr marL="63500" lvl="0" algn="ctr">
                        <a:spcBef>
                          <a:spcPts val="310"/>
                        </a:spcBef>
                        <a:spcAft>
                          <a:spcPts val="0"/>
                        </a:spcAft>
                        <a:buNone/>
                      </a:pPr>
                      <a:endParaRPr lang="en-US" sz="600" b="0" i="0" u="none" strike="noStrike" spc="0" noProof="0" dirty="0">
                        <a:solidFill>
                          <a:schemeClr val="bg1"/>
                        </a:solidFill>
                        <a:effectLst/>
                      </a:endParaRPr>
                    </a:p>
                    <a:p>
                      <a:pPr marL="63500" lvl="0" algn="ctr">
                        <a:spcBef>
                          <a:spcPts val="310"/>
                        </a:spcBef>
                        <a:spcAft>
                          <a:spcPts val="0"/>
                        </a:spcAft>
                        <a:buNone/>
                      </a:pPr>
                      <a:endParaRPr lang="en-US" sz="600" b="0" i="0" u="none" strike="noStrike" spc="0" noProof="0" dirty="0">
                        <a:solidFill>
                          <a:schemeClr val="bg1"/>
                        </a:solidFill>
                        <a:effectLst/>
                        <a:latin typeface="Century Gothic"/>
                      </a:endParaRPr>
                    </a:p>
                    <a:p>
                      <a:pPr marL="63500" lvl="0" algn="ctr">
                        <a:spcBef>
                          <a:spcPts val="310"/>
                        </a:spcBef>
                        <a:spcAft>
                          <a:spcPts val="0"/>
                        </a:spcAft>
                        <a:buNone/>
                      </a:pPr>
                      <a:endParaRPr lang="en-US" sz="600" dirty="0"/>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23</a:t>
                      </a:r>
                      <a:endParaRPr lang="en-US" sz="600">
                        <a:solidFill>
                          <a:schemeClr val="bg1"/>
                        </a:solidFill>
                      </a:endParaRPr>
                    </a:p>
                    <a:p>
                      <a:pPr marL="63500" lvl="0" algn="ctr">
                        <a:spcBef>
                          <a:spcPts val="310"/>
                        </a:spcBef>
                        <a:spcAft>
                          <a:spcPts val="0"/>
                        </a:spcAft>
                        <a:buNone/>
                      </a:pPr>
                      <a:r>
                        <a:rPr lang="en-US" sz="600" b="0" i="0" u="none" strike="noStrike" spc="0" noProof="0" dirty="0">
                          <a:solidFill>
                            <a:srgbClr val="2D2926"/>
                          </a:solidFill>
                          <a:effectLst/>
                        </a:rPr>
                        <a:t>IS IT SUMMER YET?</a:t>
                      </a:r>
                    </a:p>
                    <a:p>
                      <a:pPr marL="63500" lvl="0" algn="ctr">
                        <a:spcBef>
                          <a:spcPts val="310"/>
                        </a:spcBef>
                        <a:spcAft>
                          <a:spcPts val="0"/>
                        </a:spcAft>
                        <a:buNone/>
                      </a:pPr>
                      <a:r>
                        <a:rPr lang="en-US" sz="600" b="0" i="0" u="none" strike="noStrike" spc="0" noProof="0" dirty="0">
                          <a:solidFill>
                            <a:srgbClr val="2D2926"/>
                          </a:solidFill>
                          <a:effectLst/>
                        </a:rPr>
                        <a:t>Your audience Is full of questions and ideas for what they want to see, so don't waste your opportunity. Utilize the Story stickers or post a  Feed post asking what members are looking to accomplish this summer. You can utilize these ideas to further enhance your content creation for the month of June!</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24</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600" b="0" i="0" u="none" strike="noStrike" spc="0" noProof="0" dirty="0">
                          <a:solidFill>
                            <a:srgbClr val="2D2926"/>
                          </a:solidFill>
                          <a:effectLst/>
                        </a:rPr>
                        <a:t>#RealAF TOUR</a:t>
                      </a:r>
                    </a:p>
                    <a:p>
                      <a:pPr marL="63500" lvl="0" algn="ctr">
                        <a:spcBef>
                          <a:spcPts val="310"/>
                        </a:spcBef>
                        <a:spcAft>
                          <a:spcPts val="0"/>
                        </a:spcAft>
                        <a:buNone/>
                      </a:pPr>
                      <a:r>
                        <a:rPr lang="en-US" sz="600" b="0" i="0" u="none" strike="noStrike" spc="0" noProof="0" dirty="0">
                          <a:solidFill>
                            <a:srgbClr val="2D2926"/>
                          </a:solidFill>
                          <a:effectLst/>
                        </a:rPr>
                        <a:t>Take a Reel of a quick tour of the gym! Showcase what makes your gym the place to be!</a:t>
                      </a:r>
                    </a:p>
                  </a:txBody>
                  <a:tcPr marL="9525" marR="9525" marT="80772" marB="0"/>
                </a:tc>
                <a:tc>
                  <a:txBody>
                    <a:bodyPr/>
                    <a:lstStyle/>
                    <a:p>
                      <a:pPr marL="63500" lvl="0" algn="ctr">
                        <a:spcBef>
                          <a:spcPts val="310"/>
                        </a:spcBef>
                        <a:spcAft>
                          <a:spcPts val="0"/>
                        </a:spcAft>
                        <a:buNone/>
                      </a:pPr>
                      <a:r>
                        <a:rPr lang="en-US" sz="600" b="0" i="0" u="none" strike="noStrike" noProof="0" dirty="0">
                          <a:solidFill>
                            <a:schemeClr val="bg1"/>
                          </a:solidFill>
                          <a:effectLst/>
                        </a:rPr>
                        <a:t>25</a:t>
                      </a:r>
                      <a:endParaRPr lang="en-US" sz="600" b="0" i="0" u="none" strike="noStrike" noProof="0" dirty="0">
                        <a:solidFill>
                          <a:srgbClr val="000000"/>
                        </a:solidFill>
                        <a:effectLst/>
                        <a:latin typeface="Century Gothic"/>
                      </a:endParaRPr>
                    </a:p>
                    <a:p>
                      <a:pPr marL="63500" lvl="0" algn="ctr">
                        <a:spcBef>
                          <a:spcPts val="310"/>
                        </a:spcBef>
                        <a:spcAft>
                          <a:spcPts val="0"/>
                        </a:spcAft>
                        <a:buNone/>
                      </a:pPr>
                      <a:r>
                        <a:rPr lang="en-US" sz="600" b="0" i="0" u="none" strike="noStrike" noProof="0" dirty="0">
                          <a:solidFill>
                            <a:srgbClr val="2D2926"/>
                          </a:solidFill>
                          <a:latin typeface="Century Gothic"/>
                        </a:rPr>
                        <a:t>REVIEWS</a:t>
                      </a:r>
                    </a:p>
                    <a:p>
                      <a:pPr marL="63500" lvl="0" algn="ctr">
                        <a:spcBef>
                          <a:spcPts val="310"/>
                        </a:spcBef>
                        <a:spcAft>
                          <a:spcPts val="0"/>
                        </a:spcAft>
                        <a:buNone/>
                      </a:pPr>
                      <a:r>
                        <a:rPr lang="en-US" sz="600" b="0" i="0" u="none" strike="noStrike" noProof="0" dirty="0">
                          <a:solidFill>
                            <a:srgbClr val="2D2926"/>
                          </a:solidFill>
                          <a:latin typeface="Century Gothic"/>
                        </a:rPr>
                        <a:t>Share a review someone has left on your Google profile, Facebook page or Yelp profile! This can help new prospects when gauging their options!</a:t>
                      </a:r>
                      <a:endParaRPr lang="en-US" dirty="0"/>
                    </a:p>
                  </a:txBody>
                  <a:tcPr marL="9524" marR="9524" marT="80772" marB="0"/>
                </a:tc>
                <a:extLst>
                  <a:ext uri="{0D108BD9-81ED-4DB2-BD59-A6C34878D82A}">
                    <a16:rowId xmlns:a16="http://schemas.microsoft.com/office/drawing/2014/main" val="3697406555"/>
                  </a:ext>
                </a:extLst>
              </a:tr>
              <a:tr h="1193604">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26</a:t>
                      </a:r>
                      <a:endParaRPr lang="en-US" sz="600" dirty="0"/>
                    </a:p>
                    <a:p>
                      <a:pPr marL="63500" lvl="0" algn="ctr">
                        <a:spcBef>
                          <a:spcPts val="310"/>
                        </a:spcBef>
                        <a:spcAft>
                          <a:spcPts val="0"/>
                        </a:spcAft>
                        <a:buNone/>
                      </a:pPr>
                      <a:r>
                        <a:rPr lang="en-US" sz="600" b="0" i="0" u="none" strike="noStrike" spc="0" noProof="0" dirty="0">
                          <a:solidFill>
                            <a:schemeClr val="bg1"/>
                          </a:solidFill>
                          <a:effectLst/>
                          <a:latin typeface="Century Gothic"/>
                        </a:rPr>
                        <a:t>SUNDAY RESET</a:t>
                      </a:r>
                    </a:p>
                    <a:p>
                      <a:pPr marL="63500" lvl="0" algn="ctr">
                        <a:spcBef>
                          <a:spcPts val="310"/>
                        </a:spcBef>
                        <a:spcAft>
                          <a:spcPts val="0"/>
                        </a:spcAft>
                        <a:buNone/>
                      </a:pPr>
                      <a:r>
                        <a:rPr lang="en-US" sz="600" b="0" i="0" u="none" strike="noStrike" spc="0" noProof="0" dirty="0">
                          <a:solidFill>
                            <a:schemeClr val="bg1"/>
                          </a:solidFill>
                          <a:effectLst/>
                          <a:latin typeface="Century Gothic"/>
                        </a:rPr>
                        <a:t>Share a habit or tip that can help members with their Sunday reset and ward off those #SundayScaries! This doesn't have to be a life changing tip, even the smallest tip can help elevate the experience!</a:t>
                      </a:r>
                    </a:p>
                  </a:txBody>
                  <a:tcPr marL="9524" marR="9524"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27</a:t>
                      </a:r>
                      <a:endParaRPr lang="en-US" sz="600">
                        <a:solidFill>
                          <a:schemeClr val="bg1"/>
                        </a:solidFill>
                      </a:endParaRPr>
                    </a:p>
                    <a:p>
                      <a:pPr lvl="0" algn="ctr">
                        <a:lnSpc>
                          <a:spcPct val="100000"/>
                        </a:lnSpc>
                        <a:spcBef>
                          <a:spcPts val="0"/>
                        </a:spcBef>
                        <a:spcAft>
                          <a:spcPts val="0"/>
                        </a:spcAft>
                        <a:buNone/>
                      </a:pPr>
                      <a:r>
                        <a:rPr lang="en-US" sz="600" b="0" i="0" u="none" strike="noStrike" spc="0" noProof="0" dirty="0">
                          <a:solidFill>
                            <a:schemeClr val="bg1"/>
                          </a:solidFill>
                          <a:effectLst/>
                          <a:latin typeface="Century Gothic"/>
                        </a:rPr>
                        <a:t>AF App-</a:t>
                      </a:r>
                      <a:r>
                        <a:rPr lang="en-US" sz="600" b="0" i="0" u="none" strike="noStrike" spc="0" noProof="0" dirty="0" err="1">
                          <a:solidFill>
                            <a:schemeClr val="bg1"/>
                          </a:solidFill>
                          <a:effectLst/>
                          <a:latin typeface="Century Gothic"/>
                        </a:rPr>
                        <a:t>titude</a:t>
                      </a:r>
                      <a:endParaRPr lang="en-US" sz="600" b="0" i="0" u="none" strike="noStrike" spc="0" noProof="0" dirty="0" err="1">
                        <a:solidFill>
                          <a:srgbClr val="2D2926"/>
                        </a:solidFill>
                        <a:effectLst/>
                        <a:latin typeface="Century Gothic"/>
                      </a:endParaRPr>
                    </a:p>
                    <a:p>
                      <a:pPr lvl="0" algn="ctr">
                        <a:lnSpc>
                          <a:spcPct val="100000"/>
                        </a:lnSpc>
                        <a:spcBef>
                          <a:spcPts val="0"/>
                        </a:spcBef>
                        <a:spcAft>
                          <a:spcPts val="0"/>
                        </a:spcAft>
                        <a:buNone/>
                      </a:pPr>
                      <a:r>
                        <a:rPr lang="en-US" sz="600" b="0" i="0" u="none" strike="noStrike" spc="0" noProof="0" dirty="0">
                          <a:solidFill>
                            <a:schemeClr val="bg1"/>
                          </a:solidFill>
                          <a:effectLst/>
                          <a:latin typeface="Century Gothic"/>
                        </a:rPr>
                        <a:t>The AF Access Pass is a great accessory helping make healthy happen anywhere, </a:t>
                      </a:r>
                      <a:r>
                        <a:rPr lang="en-US" sz="600" b="0" i="0" u="none" strike="noStrike" spc="0" noProof="0" dirty="0" err="1">
                          <a:solidFill>
                            <a:schemeClr val="bg1"/>
                          </a:solidFill>
                          <a:effectLst/>
                          <a:latin typeface="Century Gothic"/>
                        </a:rPr>
                        <a:t>anyTIME</a:t>
                      </a:r>
                      <a:r>
                        <a:rPr lang="en-US" sz="600" b="0" i="0" u="none" strike="noStrike" spc="0" noProof="0" dirty="0">
                          <a:solidFill>
                            <a:schemeClr val="bg1"/>
                          </a:solidFill>
                          <a:effectLst/>
                          <a:latin typeface="Century Gothic"/>
                        </a:rPr>
                        <a:t>! Share a post educating your following on Access Pass and how it can help make getting to the gym even easier. Reminder: Access Pass is only available in the USA and Australia at this time. </a:t>
                      </a:r>
                      <a:endParaRPr lang="en-US" sz="600" dirty="0"/>
                    </a:p>
                  </a:txBody>
                  <a:tcPr marL="9524" marR="9524"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28</a:t>
                      </a:r>
                      <a:endParaRPr lang="en-US" sz="600">
                        <a:solidFill>
                          <a:schemeClr val="bg1"/>
                        </a:solidFill>
                      </a:endParaRPr>
                    </a:p>
                    <a:p>
                      <a:pPr marL="63500" lvl="0" algn="ctr">
                        <a:spcBef>
                          <a:spcPts val="310"/>
                        </a:spcBef>
                        <a:spcAft>
                          <a:spcPts val="0"/>
                        </a:spcAft>
                        <a:buNone/>
                      </a:pPr>
                      <a:r>
                        <a:rPr lang="en-US" sz="600" b="0" i="0" u="none" strike="noStrike" spc="0" noProof="0" dirty="0">
                          <a:solidFill>
                            <a:srgbClr val="2D2926"/>
                          </a:solidFill>
                          <a:effectLst/>
                          <a:latin typeface="Century Gothic"/>
                        </a:rPr>
                        <a:t>WEEKLY RESET</a:t>
                      </a:r>
                      <a:endParaRPr lang="en-US" sz="600" dirty="0"/>
                    </a:p>
                    <a:p>
                      <a:pPr marL="63500" lvl="0" algn="ctr">
                        <a:spcBef>
                          <a:spcPts val="310"/>
                        </a:spcBef>
                        <a:spcAft>
                          <a:spcPts val="0"/>
                        </a:spcAft>
                        <a:buNone/>
                      </a:pPr>
                      <a:r>
                        <a:rPr lang="en-US" sz="600" b="0" i="0" u="none" strike="noStrike" spc="0" noProof="0" dirty="0">
                          <a:solidFill>
                            <a:srgbClr val="2D2926"/>
                          </a:solidFill>
                          <a:effectLst/>
                          <a:latin typeface="Century Gothic"/>
                        </a:rPr>
                        <a:t>Encourage followers to share how the prepare for the week. Pro-tip: create a story to collect followers' responses and use the </a:t>
                      </a:r>
                      <a:r>
                        <a:rPr lang="en-US" sz="600" b="0" i="0" u="none" strike="noStrike" spc="0" noProof="0" dirty="0">
                          <a:solidFill>
                            <a:srgbClr val="2D2926"/>
                          </a:solidFill>
                          <a:effectLst/>
                          <a:latin typeface="Century Gothic"/>
                          <a:hlinkClick r:id="rId3"/>
                        </a:rPr>
                        <a:t>customizable templates in the Brand Marketing Center</a:t>
                      </a:r>
                      <a:r>
                        <a:rPr lang="en-US" sz="600" b="0" i="0" u="none" strike="noStrike" spc="0" noProof="0" dirty="0">
                          <a:solidFill>
                            <a:srgbClr val="2D2926"/>
                          </a:solidFill>
                          <a:effectLst/>
                          <a:latin typeface="Century Gothic"/>
                        </a:rPr>
                        <a:t> to showcase these tips.</a:t>
                      </a:r>
                      <a:endParaRPr lang="en-US" sz="600" dirty="0"/>
                    </a:p>
                  </a:txBody>
                  <a:tcPr marL="9524" marR="9524" marT="80772" marB="0"/>
                </a:tc>
                <a:tc>
                  <a:txBody>
                    <a:bodyPr/>
                    <a:lstStyle/>
                    <a:p>
                      <a:pPr marL="63500" lvl="0" algn="ctr">
                        <a:spcBef>
                          <a:spcPts val="310"/>
                        </a:spcBef>
                        <a:spcAft>
                          <a:spcPts val="0"/>
                        </a:spcAft>
                        <a:buNone/>
                      </a:pPr>
                      <a:r>
                        <a:rPr lang="en-US" sz="600" b="0" i="0" u="none" strike="noStrike" noProof="0" dirty="0">
                          <a:solidFill>
                            <a:schemeClr val="bg1"/>
                          </a:solidFill>
                          <a:effectLst/>
                          <a:latin typeface="Century Gothic"/>
                        </a:rPr>
                        <a:t>29</a:t>
                      </a:r>
                    </a:p>
                    <a:p>
                      <a:pPr marL="63500" lvl="0" algn="ctr">
                        <a:spcBef>
                          <a:spcPts val="310"/>
                        </a:spcBef>
                        <a:spcAft>
                          <a:spcPts val="0"/>
                        </a:spcAft>
                        <a:buNone/>
                      </a:pPr>
                      <a:r>
                        <a:rPr lang="en-US" sz="600" b="0" i="0" u="none" strike="noStrike" noProof="0" dirty="0">
                          <a:solidFill>
                            <a:schemeClr val="bg1"/>
                          </a:solidFill>
                          <a:effectLst/>
                        </a:rPr>
                        <a:t>INVITE A FRIEND</a:t>
                      </a:r>
                      <a:endParaRPr lang="en-US" sz="600" b="0" i="0" u="none" strike="noStrike" noProof="0" dirty="0">
                        <a:solidFill>
                          <a:srgbClr val="2D2926"/>
                        </a:solidFill>
                        <a:effectLst/>
                      </a:endParaRPr>
                    </a:p>
                    <a:p>
                      <a:pPr marL="63500" lvl="0" algn="ctr">
                        <a:spcBef>
                          <a:spcPts val="310"/>
                        </a:spcBef>
                        <a:spcAft>
                          <a:spcPts val="0"/>
                        </a:spcAft>
                        <a:buNone/>
                      </a:pPr>
                      <a:r>
                        <a:rPr lang="en-US" sz="600" b="0" i="0" u="none" strike="noStrike" noProof="0" dirty="0">
                          <a:solidFill>
                            <a:schemeClr val="bg1"/>
                          </a:solidFill>
                          <a:effectLst/>
                        </a:rPr>
                        <a:t>Looking for free leads? Your members got you! Who doesn't love a workout buddy? Head to </a:t>
                      </a:r>
                      <a:r>
                        <a:rPr lang="en-US" sz="600" b="0" i="0" u="none" strike="noStrike" noProof="0" dirty="0">
                          <a:solidFill>
                            <a:srgbClr val="2D2926"/>
                          </a:solidFill>
                          <a:effectLst/>
                          <a:hlinkClick r:id="rId4"/>
                        </a:rPr>
                        <a:t>SOCi</a:t>
                      </a:r>
                      <a:r>
                        <a:rPr lang="en-US" sz="600" b="0" i="0" u="none" strike="noStrike" noProof="0" dirty="0">
                          <a:solidFill>
                            <a:schemeClr val="bg1"/>
                          </a:solidFill>
                          <a:effectLst/>
                        </a:rPr>
                        <a:t> and schedule a post utilizing the Invite A Friend posts in the Library! </a:t>
                      </a:r>
                      <a:endParaRPr lang="en-US" dirty="0"/>
                    </a:p>
                  </a:txBody>
                  <a:tcPr marL="9524" marR="9524"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30</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600" b="0" i="0" u="none" strike="noStrike" spc="0" noProof="0" dirty="0">
                          <a:solidFill>
                            <a:schemeClr val="bg1"/>
                          </a:solidFill>
                          <a:effectLst/>
                          <a:latin typeface="Century Gothic"/>
                        </a:rPr>
                        <a:t>MEET THE COACH</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600" b="0" i="0" u="none" strike="noStrike" spc="0" noProof="0" dirty="0">
                          <a:solidFill>
                            <a:schemeClr val="bg1"/>
                          </a:solidFill>
                          <a:effectLst/>
                          <a:latin typeface="Century Gothic"/>
                        </a:rPr>
                        <a:t>Showcase a Coach from your staff utilizing </a:t>
                      </a:r>
                      <a:r>
                        <a:rPr lang="en-US" sz="600" b="0" i="0" u="none" strike="noStrike" spc="0" noProof="0" dirty="0">
                          <a:solidFill>
                            <a:srgbClr val="2D2926"/>
                          </a:solidFill>
                          <a:effectLst/>
                          <a:latin typeface="Century Gothic"/>
                          <a:hlinkClick r:id="rId5"/>
                        </a:rPr>
                        <a:t>this template</a:t>
                      </a:r>
                      <a:r>
                        <a:rPr lang="en-US" sz="600" b="0" i="0" u="none" strike="noStrike" spc="0" noProof="0" dirty="0">
                          <a:solidFill>
                            <a:schemeClr val="bg1"/>
                          </a:solidFill>
                          <a:effectLst/>
                          <a:latin typeface="Century Gothic"/>
                        </a:rPr>
                        <a:t> from the Brand Marketing Center! Have them share some fun facts about themselves to connect with your audience. Bonus Points: Have them do an IG Story takeover for a "Day In the Life" preview!</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endParaRPr lang="en-US" sz="600" b="0" i="0" u="none" strike="noStrike" spc="0" noProof="0" dirty="0">
                        <a:solidFill>
                          <a:schemeClr val="bg1"/>
                        </a:solidFill>
                        <a:effectLst/>
                      </a:endParaRPr>
                    </a:p>
                  </a:txBody>
                  <a:tcPr marL="9524" marR="9524" marT="80772" marB="0"/>
                </a:tc>
                <a:tc>
                  <a:txBody>
                    <a:bodyPr/>
                    <a:lstStyle/>
                    <a:p>
                      <a:pPr marL="63500" lvl="0" algn="ctr">
                        <a:spcBef>
                          <a:spcPts val="310"/>
                        </a:spcBef>
                        <a:spcAft>
                          <a:spcPts val="0"/>
                        </a:spcAft>
                        <a:buNone/>
                      </a:pPr>
                      <a:r>
                        <a:rPr lang="en-US" sz="600" b="0" i="0" u="none" strike="noStrike" noProof="0" dirty="0">
                          <a:solidFill>
                            <a:schemeClr val="bg1"/>
                          </a:solidFill>
                          <a:effectLst/>
                          <a:latin typeface="Century Gothic"/>
                        </a:rPr>
                        <a:t>31</a:t>
                      </a:r>
                    </a:p>
                    <a:p>
                      <a:pPr marL="63500" lvl="0" algn="ctr">
                        <a:spcBef>
                          <a:spcPts val="310"/>
                        </a:spcBef>
                        <a:spcAft>
                          <a:spcPts val="0"/>
                        </a:spcAft>
                        <a:buNone/>
                      </a:pPr>
                      <a:r>
                        <a:rPr lang="en-US" sz="600" b="0" i="0" u="none" strike="noStrike" noProof="0" dirty="0">
                          <a:solidFill>
                            <a:schemeClr val="bg1"/>
                          </a:solidFill>
                          <a:effectLst/>
                          <a:latin typeface="Century Gothic"/>
                        </a:rPr>
                        <a:t>CORE</a:t>
                      </a:r>
                    </a:p>
                    <a:p>
                      <a:pPr marL="63500" lvl="0" algn="ctr">
                        <a:spcBef>
                          <a:spcPts val="310"/>
                        </a:spcBef>
                        <a:spcAft>
                          <a:spcPts val="0"/>
                        </a:spcAft>
                        <a:buNone/>
                      </a:pPr>
                      <a:r>
                        <a:rPr lang="en-US" sz="600" b="0" i="0" u="none" strike="noStrike" noProof="0" dirty="0">
                          <a:solidFill>
                            <a:schemeClr val="bg1"/>
                          </a:solidFill>
                          <a:effectLst/>
                          <a:latin typeface="Century Gothic"/>
                        </a:rPr>
                        <a:t>Let's work those abs! Share a functional core workout – think outside the box. Share out movements that aren't your normal crunches and can challenge those looking to turn it up a notch.</a:t>
                      </a:r>
                    </a:p>
                  </a:txBody>
                  <a:tcPr marL="9524" marR="9524" marT="80772" marB="0"/>
                </a:tc>
                <a:tc>
                  <a:txBody>
                    <a:bodyPr/>
                    <a:lstStyle/>
                    <a:p>
                      <a:pPr marL="63500" lvl="0" algn="ctr">
                        <a:spcBef>
                          <a:spcPts val="310"/>
                        </a:spcBef>
                        <a:spcAft>
                          <a:spcPts val="0"/>
                        </a:spcAft>
                        <a:buNone/>
                      </a:pPr>
                      <a:endParaRPr lang="en-US" sz="600" b="0" i="0" u="none" strike="noStrike" noProof="0">
                        <a:solidFill>
                          <a:schemeClr val="bg1"/>
                        </a:solidFill>
                        <a:effectLst/>
                        <a:latin typeface="Century Gothic"/>
                      </a:endParaRPr>
                    </a:p>
                  </a:txBody>
                  <a:tcPr marL="9524" marR="9524" marT="80772" marB="0"/>
                </a:tc>
                <a:extLst>
                  <a:ext uri="{0D108BD9-81ED-4DB2-BD59-A6C34878D82A}">
                    <a16:rowId xmlns:a16="http://schemas.microsoft.com/office/drawing/2014/main" val="4071831031"/>
                  </a:ext>
                </a:extLst>
              </a:tr>
            </a:tbl>
          </a:graphicData>
        </a:graphic>
      </p:graphicFrame>
    </p:spTree>
    <p:extLst>
      <p:ext uri="{BB962C8B-B14F-4D97-AF65-F5344CB8AC3E}">
        <p14:creationId xmlns:p14="http://schemas.microsoft.com/office/powerpoint/2010/main" val="2523096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735E5430-EEA6-436D-B9C1-A83A0D7B6012}"/>
              </a:ext>
            </a:extLst>
          </p:cNvPr>
          <p:cNvSpPr>
            <a:spLocks noGrp="1"/>
          </p:cNvSpPr>
          <p:nvPr>
            <p:ph type="title"/>
          </p:nvPr>
        </p:nvSpPr>
        <p:spPr/>
        <p:txBody>
          <a:bodyPr/>
          <a:lstStyle/>
          <a:p>
            <a:r>
              <a:rPr lang="en-US" dirty="0"/>
              <a:t>Social Media industry news and updates</a:t>
            </a:r>
            <a:endParaRPr lang="en-US" sz="1400" dirty="0">
              <a:solidFill>
                <a:schemeClr val="accent4"/>
              </a:solidFill>
            </a:endParaRPr>
          </a:p>
        </p:txBody>
      </p:sp>
      <p:sp>
        <p:nvSpPr>
          <p:cNvPr id="13" name="Text Placeholder 12">
            <a:extLst>
              <a:ext uri="{FF2B5EF4-FFF2-40B4-BE49-F238E27FC236}">
                <a16:creationId xmlns:a16="http://schemas.microsoft.com/office/drawing/2014/main" id="{8F7FC6A1-79EA-4CB3-B173-2A3F298A4EE8}"/>
              </a:ext>
            </a:extLst>
          </p:cNvPr>
          <p:cNvSpPr>
            <a:spLocks noGrp="1"/>
          </p:cNvSpPr>
          <p:nvPr>
            <p:ph type="body" sz="quarter" idx="13"/>
          </p:nvPr>
        </p:nvSpPr>
        <p:spPr/>
        <p:txBody>
          <a:bodyPr/>
          <a:lstStyle/>
          <a:p>
            <a:r>
              <a:rPr lang="en-US"/>
              <a:t>Need Marketing assistance?</a:t>
            </a:r>
            <a:endParaRPr lang="en-US" sz="1400">
              <a:solidFill>
                <a:schemeClr val="accent4"/>
              </a:solidFill>
            </a:endParaRPr>
          </a:p>
        </p:txBody>
      </p:sp>
      <p:sp>
        <p:nvSpPr>
          <p:cNvPr id="4" name="Content Placeholder 3">
            <a:extLst>
              <a:ext uri="{FF2B5EF4-FFF2-40B4-BE49-F238E27FC236}">
                <a16:creationId xmlns:a16="http://schemas.microsoft.com/office/drawing/2014/main" id="{0A3DAE59-DCB6-426A-A90E-AE5211F625E9}"/>
              </a:ext>
            </a:extLst>
          </p:cNvPr>
          <p:cNvSpPr>
            <a:spLocks noGrp="1"/>
          </p:cNvSpPr>
          <p:nvPr>
            <p:ph sz="quarter" idx="14"/>
          </p:nvPr>
        </p:nvSpPr>
        <p:spPr/>
        <p:txBody>
          <a:bodyPr vert="horz" lIns="0" tIns="0" rIns="0" bIns="0" rtlCol="0" anchor="t">
            <a:noAutofit/>
          </a:bodyPr>
          <a:lstStyle/>
          <a:p>
            <a:pPr marL="285750" indent="-285750">
              <a:buFont typeface="Arial"/>
              <a:buChar char="•"/>
            </a:pPr>
            <a:r>
              <a:rPr lang="en-US" dirty="0">
                <a:ea typeface="+mn-lt"/>
                <a:cs typeface="+mn-lt"/>
                <a:hlinkClick r:id="rId2"/>
              </a:rPr>
              <a:t>Instagram Tests Option To Comment on Specific Frames Within a Carousel Update</a:t>
            </a:r>
            <a:endParaRPr lang="en-US" dirty="0">
              <a:ea typeface="+mn-lt"/>
              <a:cs typeface="+mn-lt"/>
            </a:endParaRPr>
          </a:p>
          <a:p>
            <a:pPr marL="285750" indent="-285750">
              <a:buFont typeface="Arial"/>
              <a:buChar char="•"/>
            </a:pPr>
            <a:r>
              <a:rPr lang="en-US" dirty="0">
                <a:ea typeface="+mn-lt"/>
                <a:cs typeface="+mn-lt"/>
                <a:hlinkClick r:id="rId3"/>
              </a:rPr>
              <a:t>Instagram Updates Hashtag Search To Broaden Discovery</a:t>
            </a:r>
          </a:p>
          <a:p>
            <a:pPr marL="285750" indent="-285750">
              <a:buFont typeface="Arial"/>
              <a:buChar char="•"/>
            </a:pPr>
            <a:r>
              <a:rPr lang="en-US" dirty="0">
                <a:ea typeface="+mn-lt"/>
                <a:cs typeface="+mn-lt"/>
                <a:hlinkClick r:id="rId4"/>
              </a:rPr>
              <a:t>Instagram Is Experimenting With an Option To Add Files to DMs</a:t>
            </a:r>
            <a:endParaRPr lang="en-US" dirty="0"/>
          </a:p>
        </p:txBody>
      </p:sp>
      <p:sp>
        <p:nvSpPr>
          <p:cNvPr id="5" name="Content Placeholder 4">
            <a:extLst>
              <a:ext uri="{FF2B5EF4-FFF2-40B4-BE49-F238E27FC236}">
                <a16:creationId xmlns:a16="http://schemas.microsoft.com/office/drawing/2014/main" id="{257AED90-BC99-45AC-AC78-53FD365D0606}"/>
              </a:ext>
            </a:extLst>
          </p:cNvPr>
          <p:cNvSpPr>
            <a:spLocks noGrp="1"/>
          </p:cNvSpPr>
          <p:nvPr>
            <p:ph sz="quarter" idx="15"/>
          </p:nvPr>
        </p:nvSpPr>
        <p:spPr/>
        <p:txBody>
          <a:bodyPr vert="horz" lIns="0" tIns="0" rIns="0" bIns="0" rtlCol="0" anchor="t">
            <a:noAutofit/>
          </a:bodyPr>
          <a:lstStyle/>
          <a:p>
            <a:pPr marL="285750" indent="-285750">
              <a:spcBef>
                <a:spcPts val="1000"/>
              </a:spcBef>
              <a:buFont typeface="Arial"/>
              <a:buChar char="•"/>
            </a:pPr>
            <a:r>
              <a:rPr lang="en-US" sz="1600" dirty="0">
                <a:latin typeface="Arial"/>
                <a:cs typeface="Arial"/>
              </a:rPr>
              <a:t>Marketing Support Inbox:</a:t>
            </a:r>
          </a:p>
          <a:p>
            <a:pPr marL="285750" indent="-285750">
              <a:spcBef>
                <a:spcPts val="1000"/>
              </a:spcBef>
              <a:buFont typeface="Arial"/>
              <a:buChar char="•"/>
            </a:pPr>
            <a:r>
              <a:rPr lang="en-US" sz="1600" dirty="0">
                <a:latin typeface="Arial"/>
                <a:cs typeface="Arial"/>
                <a:hlinkClick r:id="rId5"/>
              </a:rPr>
              <a:t>https://jira.sebrands.com/plugins/servlet/desk/site/af/</a:t>
            </a:r>
            <a:endParaRPr lang="en-US" sz="1600" dirty="0">
              <a:latin typeface="Arial"/>
              <a:cs typeface="Arial"/>
            </a:endParaRPr>
          </a:p>
          <a:p>
            <a:pPr marL="285750" indent="-285750">
              <a:spcBef>
                <a:spcPts val="1000"/>
              </a:spcBef>
              <a:buFont typeface="Arial"/>
              <a:buChar char="•"/>
            </a:pPr>
            <a:endParaRPr lang="en-US" sz="1600" dirty="0">
              <a:latin typeface="Arial"/>
              <a:cs typeface="Arial"/>
            </a:endParaRPr>
          </a:p>
          <a:p>
            <a:pPr marL="285750" indent="-285750">
              <a:spcBef>
                <a:spcPts val="1000"/>
              </a:spcBef>
              <a:buFont typeface="Arial"/>
              <a:buChar char="•"/>
            </a:pPr>
            <a:r>
              <a:rPr lang="en-US" sz="1600" dirty="0">
                <a:latin typeface="Arial"/>
                <a:cs typeface="Arial"/>
              </a:rPr>
              <a:t>Brand Marketing Center:</a:t>
            </a:r>
          </a:p>
          <a:p>
            <a:pPr marL="285750" indent="-285750">
              <a:spcBef>
                <a:spcPts val="1000"/>
              </a:spcBef>
              <a:buFont typeface="Arial"/>
              <a:buChar char="•"/>
            </a:pPr>
            <a:r>
              <a:rPr lang="en-US" sz="1600" dirty="0">
                <a:latin typeface="Arial"/>
                <a:cs typeface="Arial"/>
                <a:hlinkClick r:id="rId6"/>
              </a:rPr>
              <a:t>https://app.sproutloud.com/member/home</a:t>
            </a:r>
            <a:endParaRPr lang="en-US" sz="1600" dirty="0">
              <a:latin typeface="Arial"/>
              <a:cs typeface="Arial"/>
            </a:endParaRPr>
          </a:p>
          <a:p>
            <a:pPr marL="285750" indent="-285750">
              <a:spcBef>
                <a:spcPts val="1000"/>
              </a:spcBef>
              <a:buFont typeface="Arial"/>
              <a:buChar char="•"/>
            </a:pPr>
            <a:endParaRPr lang="en-US" sz="1600">
              <a:latin typeface="Arial"/>
              <a:cs typeface="Arial"/>
            </a:endParaRPr>
          </a:p>
          <a:p>
            <a:endParaRPr lang="en-US"/>
          </a:p>
        </p:txBody>
      </p:sp>
      <p:sp>
        <p:nvSpPr>
          <p:cNvPr id="14" name="Footer Placeholder 13">
            <a:extLst>
              <a:ext uri="{FF2B5EF4-FFF2-40B4-BE49-F238E27FC236}">
                <a16:creationId xmlns:a16="http://schemas.microsoft.com/office/drawing/2014/main" id="{C4C30402-BC75-448F-94A3-6A02F16569CB}"/>
              </a:ext>
            </a:extLst>
          </p:cNvPr>
          <p:cNvSpPr>
            <a:spLocks noGrp="1"/>
          </p:cNvSpPr>
          <p:nvPr>
            <p:ph type="ftr" sz="quarter" idx="17"/>
          </p:nvPr>
        </p:nvSpPr>
        <p:spPr/>
        <p:txBody>
          <a:bodyPr/>
          <a:lstStyle/>
          <a:p>
            <a:endParaRPr lang="en-US"/>
          </a:p>
        </p:txBody>
      </p:sp>
      <p:sp>
        <p:nvSpPr>
          <p:cNvPr id="16" name="Slide Number Placeholder 15">
            <a:extLst>
              <a:ext uri="{FF2B5EF4-FFF2-40B4-BE49-F238E27FC236}">
                <a16:creationId xmlns:a16="http://schemas.microsoft.com/office/drawing/2014/main" id="{A71A9D13-DC5A-4626-9457-FA1FFC07987A}"/>
              </a:ext>
            </a:extLst>
          </p:cNvPr>
          <p:cNvSpPr>
            <a:spLocks noGrp="1"/>
          </p:cNvSpPr>
          <p:nvPr>
            <p:ph type="sldNum" sz="quarter" idx="18"/>
          </p:nvPr>
        </p:nvSpPr>
        <p:spPr/>
        <p:txBody>
          <a:bodyPr/>
          <a:lstStyle/>
          <a:p>
            <a:fld id="{545951DD-1C6A-495F-8185-4C73F8F8B75A}" type="slidenum">
              <a:rPr lang="en-US" smtClean="0"/>
              <a:pPr/>
              <a:t>4</a:t>
            </a:fld>
            <a:endParaRPr lang="en-US"/>
          </a:p>
        </p:txBody>
      </p:sp>
    </p:spTree>
    <p:extLst>
      <p:ext uri="{BB962C8B-B14F-4D97-AF65-F5344CB8AC3E}">
        <p14:creationId xmlns:p14="http://schemas.microsoft.com/office/powerpoint/2010/main" val="2760886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D1588-707B-42FE-97F3-763EC8E9CA5E}"/>
              </a:ext>
            </a:extLst>
          </p:cNvPr>
          <p:cNvSpPr>
            <a:spLocks noGrp="1"/>
          </p:cNvSpPr>
          <p:nvPr>
            <p:ph type="title"/>
          </p:nvPr>
        </p:nvSpPr>
        <p:spPr>
          <a:xfrm>
            <a:off x="404968" y="477713"/>
            <a:ext cx="11421762" cy="1667933"/>
          </a:xfrm>
        </p:spPr>
        <p:txBody>
          <a:bodyPr vert="horz" lIns="0" tIns="0" rIns="0" bIns="0" rtlCol="0" anchor="t">
            <a:noAutofit/>
          </a:bodyPr>
          <a:lstStyle/>
          <a:p>
            <a:r>
              <a:rPr lang="en-US" dirty="0">
                <a:solidFill>
                  <a:schemeClr val="accent4"/>
                </a:solidFill>
              </a:rPr>
              <a:t>#SocialHack</a:t>
            </a:r>
            <a:r>
              <a:rPr lang="en-US" dirty="0">
                <a:solidFill>
                  <a:schemeClr val="accent4">
                    <a:lumMod val="20000"/>
                    <a:lumOff val="80000"/>
                  </a:schemeClr>
                </a:solidFill>
              </a:rPr>
              <a:t> </a:t>
            </a:r>
            <a:r>
              <a:rPr lang="en-US" sz="4000" dirty="0">
                <a:solidFill>
                  <a:schemeClr val="accent4">
                    <a:lumMod val="20000"/>
                    <a:lumOff val="80000"/>
                  </a:schemeClr>
                </a:solidFill>
              </a:rPr>
              <a:t>User Generated Content (UGC)</a:t>
            </a:r>
          </a:p>
        </p:txBody>
      </p:sp>
      <p:sp>
        <p:nvSpPr>
          <p:cNvPr id="3" name="Content Placeholder 2">
            <a:extLst>
              <a:ext uri="{FF2B5EF4-FFF2-40B4-BE49-F238E27FC236}">
                <a16:creationId xmlns:a16="http://schemas.microsoft.com/office/drawing/2014/main" id="{E9B77E32-16BE-4751-8225-DDE57C4DD0E2}"/>
              </a:ext>
            </a:extLst>
          </p:cNvPr>
          <p:cNvSpPr>
            <a:spLocks noGrp="1"/>
          </p:cNvSpPr>
          <p:nvPr>
            <p:ph idx="1"/>
          </p:nvPr>
        </p:nvSpPr>
        <p:spPr>
          <a:xfrm>
            <a:off x="3798839" y="1442373"/>
            <a:ext cx="4627160" cy="1291922"/>
          </a:xfrm>
        </p:spPr>
        <p:txBody>
          <a:bodyPr vert="horz" lIns="0" tIns="0" rIns="0" bIns="0" rtlCol="0" anchor="t">
            <a:noAutofit/>
          </a:bodyPr>
          <a:lstStyle/>
          <a:p>
            <a:pPr marL="285750" indent="-285750">
              <a:lnSpc>
                <a:spcPct val="100000"/>
              </a:lnSpc>
              <a:spcBef>
                <a:spcPts val="0"/>
              </a:spcBef>
              <a:buFont typeface="Arial,Sans-Serif" panose="020B0604020202020204" pitchFamily="34" charset="0"/>
            </a:pPr>
            <a:r>
              <a:rPr lang="en-US" dirty="0">
                <a:solidFill>
                  <a:schemeClr val="accent6"/>
                </a:solidFill>
                <a:latin typeface="Century Gothic"/>
                <a:ea typeface="+mn-lt"/>
                <a:cs typeface="Arial"/>
              </a:rPr>
              <a:t>Why utilize UGC in your social plan?</a:t>
            </a:r>
          </a:p>
          <a:p>
            <a:pPr marL="742950" lvl="1" indent="-285750">
              <a:lnSpc>
                <a:spcPct val="100000"/>
              </a:lnSpc>
              <a:spcBef>
                <a:spcPts val="0"/>
              </a:spcBef>
              <a:buFont typeface="Arial,Sans-Serif" panose="020B0604020202020204" pitchFamily="34" charset="0"/>
            </a:pPr>
            <a:r>
              <a:rPr lang="en-US" sz="1500" dirty="0">
                <a:solidFill>
                  <a:srgbClr val="FFFFFF"/>
                </a:solidFill>
                <a:latin typeface="Century Gothic"/>
                <a:ea typeface="+mn-lt"/>
                <a:cs typeface="Arial"/>
              </a:rPr>
              <a:t>UGC is a high-performing and extremely authentic way to reach potential gym members. </a:t>
            </a:r>
            <a:endParaRPr lang="en-US" sz="1600" dirty="0">
              <a:solidFill>
                <a:srgbClr val="FFFFFF"/>
              </a:solidFill>
              <a:latin typeface="Century Gothic"/>
              <a:ea typeface="+mn-lt"/>
              <a:cs typeface="Arial"/>
            </a:endParaRPr>
          </a:p>
          <a:p>
            <a:pPr marL="742950" lvl="1" indent="-285750">
              <a:lnSpc>
                <a:spcPct val="100000"/>
              </a:lnSpc>
              <a:spcBef>
                <a:spcPts val="0"/>
              </a:spcBef>
              <a:buFont typeface="Arial,Sans-Serif" panose="020B0604020202020204" pitchFamily="34" charset="0"/>
            </a:pPr>
            <a:r>
              <a:rPr lang="en-US" sz="1600" dirty="0">
                <a:solidFill>
                  <a:schemeClr val="accent4"/>
                </a:solidFill>
                <a:latin typeface="Century Gothic"/>
                <a:ea typeface="+mn-lt"/>
                <a:cs typeface="Arial"/>
              </a:rPr>
              <a:t>90% of consumers say authenticity is important when deciding which brands they like and support</a:t>
            </a:r>
            <a:r>
              <a:rPr lang="en-US" sz="1600" dirty="0">
                <a:solidFill>
                  <a:srgbClr val="FFFFFF"/>
                </a:solidFill>
                <a:latin typeface="Century Gothic"/>
                <a:ea typeface="+mn-lt"/>
                <a:cs typeface="Arial"/>
              </a:rPr>
              <a:t> (up from 86% in 2017).</a:t>
            </a:r>
            <a:endParaRPr lang="en-US" sz="1600">
              <a:latin typeface="Century Gothic"/>
              <a:cs typeface="Arial"/>
            </a:endParaRPr>
          </a:p>
          <a:p>
            <a:pPr marL="742950" lvl="1" indent="-285750">
              <a:lnSpc>
                <a:spcPct val="100000"/>
              </a:lnSpc>
              <a:spcBef>
                <a:spcPts val="0"/>
              </a:spcBef>
              <a:buFont typeface="Arial,Sans-Serif" panose="020B0604020202020204" pitchFamily="34" charset="0"/>
            </a:pPr>
            <a:r>
              <a:rPr lang="en-US" sz="1500" dirty="0">
                <a:latin typeface="Century Gothic"/>
                <a:ea typeface="+mn-lt"/>
                <a:cs typeface="Arial"/>
              </a:rPr>
              <a:t>UGC helps create a balance of branded, polished social media assets and real experiences and help potential members "see themselves" in the content! People want to be able to connect and resonate with the brand they are choosing to put money and time into. UGC is also FREE, unlike sourcing content from influencer. </a:t>
            </a:r>
            <a:endParaRPr lang="en-US" sz="1500" dirty="0">
              <a:solidFill>
                <a:schemeClr val="accent4"/>
              </a:solidFill>
              <a:ea typeface="+mn-lt"/>
              <a:cs typeface="Arial"/>
            </a:endParaRPr>
          </a:p>
          <a:p>
            <a:pPr marL="742950" lvl="1" indent="-285750">
              <a:lnSpc>
                <a:spcPct val="100000"/>
              </a:lnSpc>
              <a:spcBef>
                <a:spcPts val="0"/>
              </a:spcBef>
              <a:buFont typeface="Arial,Sans-Serif" panose="020B0604020202020204" pitchFamily="34" charset="0"/>
            </a:pPr>
            <a:r>
              <a:rPr lang="en-US" sz="1500" dirty="0">
                <a:solidFill>
                  <a:schemeClr val="accent4"/>
                </a:solidFill>
                <a:ea typeface="+mn-lt"/>
                <a:cs typeface="+mn-lt"/>
              </a:rPr>
              <a:t>Consumers find UGC 9.8x more impactful than influencer content when making a purchasing decision.</a:t>
            </a:r>
            <a:endParaRPr lang="en-US" sz="1500">
              <a:solidFill>
                <a:schemeClr val="accent4"/>
              </a:solidFill>
              <a:latin typeface="Century Gothic"/>
              <a:ea typeface="+mn-lt"/>
              <a:cs typeface="Arial"/>
            </a:endParaRPr>
          </a:p>
          <a:p>
            <a:pPr marL="742950" lvl="1" indent="-285750">
              <a:lnSpc>
                <a:spcPct val="100000"/>
              </a:lnSpc>
              <a:spcBef>
                <a:spcPts val="0"/>
              </a:spcBef>
              <a:buFont typeface="Arial,Sans-Serif" panose="020B0604020202020204" pitchFamily="34" charset="0"/>
            </a:pPr>
            <a:endParaRPr lang="en-US" sz="1600" dirty="0">
              <a:latin typeface="Arial"/>
              <a:cs typeface="Arial"/>
            </a:endParaRPr>
          </a:p>
          <a:p>
            <a:pPr marL="285750" indent="-285750"/>
            <a:endParaRPr lang="en-US" sz="1500"/>
          </a:p>
          <a:p>
            <a:endParaRPr lang="en-US" sz="1500"/>
          </a:p>
          <a:p>
            <a:endParaRPr lang="en-US"/>
          </a:p>
        </p:txBody>
      </p:sp>
      <p:sp>
        <p:nvSpPr>
          <p:cNvPr id="18" name="Slide Number Placeholder 17">
            <a:extLst>
              <a:ext uri="{FF2B5EF4-FFF2-40B4-BE49-F238E27FC236}">
                <a16:creationId xmlns:a16="http://schemas.microsoft.com/office/drawing/2014/main" id="{07DFF60A-C73D-4E7B-8356-961B03B19C28}"/>
              </a:ext>
            </a:extLst>
          </p:cNvPr>
          <p:cNvSpPr>
            <a:spLocks noGrp="1"/>
          </p:cNvSpPr>
          <p:nvPr>
            <p:ph type="sldNum" sz="quarter" idx="12"/>
          </p:nvPr>
        </p:nvSpPr>
        <p:spPr/>
        <p:txBody>
          <a:bodyPr/>
          <a:lstStyle/>
          <a:p>
            <a:fld id="{545951DD-1C6A-495F-8185-4C73F8F8B75A}" type="slidenum">
              <a:rPr lang="en-US" smtClean="0"/>
              <a:pPr/>
              <a:t>5</a:t>
            </a:fld>
            <a:endParaRPr lang="en-US"/>
          </a:p>
        </p:txBody>
      </p:sp>
      <p:sp>
        <p:nvSpPr>
          <p:cNvPr id="5" name="TextBox 4">
            <a:extLst>
              <a:ext uri="{FF2B5EF4-FFF2-40B4-BE49-F238E27FC236}">
                <a16:creationId xmlns:a16="http://schemas.microsoft.com/office/drawing/2014/main" id="{56A16790-3052-2771-37EC-FB1EC1AA7DEC}"/>
              </a:ext>
            </a:extLst>
          </p:cNvPr>
          <p:cNvSpPr txBox="1"/>
          <p:nvPr/>
        </p:nvSpPr>
        <p:spPr>
          <a:xfrm>
            <a:off x="200656" y="1399780"/>
            <a:ext cx="3820510"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500" dirty="0">
                <a:solidFill>
                  <a:schemeClr val="accent6"/>
                </a:solidFill>
                <a:ea typeface="+mn-lt"/>
                <a:cs typeface="+mn-lt"/>
              </a:rPr>
              <a:t>What is User Generated Content (UGC)?</a:t>
            </a:r>
          </a:p>
          <a:p>
            <a:pPr marL="742950" lvl="1" indent="-285750">
              <a:buFont typeface="Arial"/>
              <a:buChar char="•"/>
            </a:pPr>
            <a:r>
              <a:rPr lang="en-US" sz="1500" dirty="0">
                <a:ea typeface="+mn-lt"/>
                <a:cs typeface="+mn-lt"/>
              </a:rPr>
              <a:t>User Generated Content is just what it sounds like – content (in this case social media content) created by follower/members of the gym! </a:t>
            </a:r>
          </a:p>
          <a:p>
            <a:pPr marL="285750" indent="-285750">
              <a:buFont typeface="Arial"/>
              <a:buChar char="•"/>
            </a:pPr>
            <a:r>
              <a:rPr lang="en-US" sz="1500" dirty="0">
                <a:solidFill>
                  <a:schemeClr val="accent6"/>
                </a:solidFill>
                <a:ea typeface="+mn-lt"/>
                <a:cs typeface="+mn-lt"/>
              </a:rPr>
              <a:t>How to Find UGC?</a:t>
            </a:r>
          </a:p>
          <a:p>
            <a:pPr marL="742950" lvl="1" indent="-285750">
              <a:buFont typeface="Arial"/>
              <a:buChar char="•"/>
            </a:pPr>
            <a:r>
              <a:rPr lang="en-US" sz="1200" dirty="0">
                <a:ea typeface="+mn-lt"/>
                <a:cs typeface="+mn-lt"/>
              </a:rPr>
              <a:t>UGC can be found more easily than you may think! Great places to check are in your tagged photos on Instagram or in your DMs where people may be tagging you in Instagram Stories. If you take 10-15 minutes per day to do proactive engagement, you can also utilize this engagement time to also save or find UGC content! </a:t>
            </a:r>
            <a:r>
              <a:rPr lang="en-US" sz="1200" dirty="0">
                <a:solidFill>
                  <a:schemeClr val="accent4"/>
                </a:solidFill>
                <a:ea typeface="+mn-lt"/>
                <a:cs typeface="+mn-lt"/>
              </a:rPr>
              <a:t>Once you've found a piece you would like to use, DM the account asking for permission and let them know you will tag them in the post to give them credit!</a:t>
            </a:r>
            <a:r>
              <a:rPr lang="en-US" sz="1200" dirty="0">
                <a:ea typeface="+mn-lt"/>
                <a:cs typeface="+mn-lt"/>
              </a:rPr>
              <a:t> (This part is crucial as sharing content without consent can create many issues, so always ask first!)</a:t>
            </a:r>
          </a:p>
        </p:txBody>
      </p:sp>
      <p:pic>
        <p:nvPicPr>
          <p:cNvPr id="4" name="Picture 3" descr="A screenshot of a cell phone&#10;&#10;Description automatically generated">
            <a:extLst>
              <a:ext uri="{FF2B5EF4-FFF2-40B4-BE49-F238E27FC236}">
                <a16:creationId xmlns:a16="http://schemas.microsoft.com/office/drawing/2014/main" id="{C790CAFE-05F1-64C1-0B5D-F1703D4B103E}"/>
              </a:ext>
            </a:extLst>
          </p:cNvPr>
          <p:cNvPicPr>
            <a:picLocks noChangeAspect="1"/>
          </p:cNvPicPr>
          <p:nvPr/>
        </p:nvPicPr>
        <p:blipFill>
          <a:blip r:embed="rId2"/>
          <a:stretch>
            <a:fillRect/>
          </a:stretch>
        </p:blipFill>
        <p:spPr>
          <a:xfrm>
            <a:off x="8855982" y="1211826"/>
            <a:ext cx="2481035" cy="5171767"/>
          </a:xfrm>
          <a:prstGeom prst="rect">
            <a:avLst/>
          </a:prstGeom>
        </p:spPr>
      </p:pic>
      <p:pic>
        <p:nvPicPr>
          <p:cNvPr id="6" name="Picture 5" descr="A screenshot of a phone&#10;&#10;Description automatically generated">
            <a:extLst>
              <a:ext uri="{FF2B5EF4-FFF2-40B4-BE49-F238E27FC236}">
                <a16:creationId xmlns:a16="http://schemas.microsoft.com/office/drawing/2014/main" id="{5E3D2FE1-8971-78A8-3244-F598CF48BE02}"/>
              </a:ext>
            </a:extLst>
          </p:cNvPr>
          <p:cNvPicPr>
            <a:picLocks noChangeAspect="1"/>
          </p:cNvPicPr>
          <p:nvPr/>
        </p:nvPicPr>
        <p:blipFill>
          <a:blip r:embed="rId3"/>
          <a:stretch>
            <a:fillRect/>
          </a:stretch>
        </p:blipFill>
        <p:spPr>
          <a:xfrm>
            <a:off x="8954438" y="1531375"/>
            <a:ext cx="2210382" cy="2037734"/>
          </a:xfrm>
          <a:prstGeom prst="rect">
            <a:avLst/>
          </a:prstGeom>
        </p:spPr>
      </p:pic>
      <p:pic>
        <p:nvPicPr>
          <p:cNvPr id="7" name="Picture 6" descr="A collage of people doing exercises&#10;&#10;Description automatically generated">
            <a:extLst>
              <a:ext uri="{FF2B5EF4-FFF2-40B4-BE49-F238E27FC236}">
                <a16:creationId xmlns:a16="http://schemas.microsoft.com/office/drawing/2014/main" id="{DC7251F6-5110-3B1F-761E-54100D801886}"/>
              </a:ext>
            </a:extLst>
          </p:cNvPr>
          <p:cNvPicPr>
            <a:picLocks noChangeAspect="1"/>
          </p:cNvPicPr>
          <p:nvPr/>
        </p:nvPicPr>
        <p:blipFill rotWithShape="1">
          <a:blip r:embed="rId4"/>
          <a:srcRect t="4620" r="-1111" b="36901"/>
          <a:stretch/>
        </p:blipFill>
        <p:spPr>
          <a:xfrm>
            <a:off x="8953103" y="3558048"/>
            <a:ext cx="2244350" cy="2556312"/>
          </a:xfrm>
          <a:prstGeom prst="rect">
            <a:avLst/>
          </a:prstGeom>
        </p:spPr>
      </p:pic>
      <p:sp>
        <p:nvSpPr>
          <p:cNvPr id="8" name="Arrow: Right 7">
            <a:extLst>
              <a:ext uri="{FF2B5EF4-FFF2-40B4-BE49-F238E27FC236}">
                <a16:creationId xmlns:a16="http://schemas.microsoft.com/office/drawing/2014/main" id="{ACA666DC-CB20-6436-B506-4FA24363B759}"/>
              </a:ext>
            </a:extLst>
          </p:cNvPr>
          <p:cNvSpPr/>
          <p:nvPr/>
        </p:nvSpPr>
        <p:spPr>
          <a:xfrm rot="960000">
            <a:off x="9032421" y="3578758"/>
            <a:ext cx="1322536" cy="718148"/>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Tagged Content</a:t>
            </a:r>
          </a:p>
        </p:txBody>
      </p:sp>
    </p:spTree>
    <p:extLst>
      <p:ext uri="{BB962C8B-B14F-4D97-AF65-F5344CB8AC3E}">
        <p14:creationId xmlns:p14="http://schemas.microsoft.com/office/powerpoint/2010/main" val="2581132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4EA0878-79BA-7CAF-E1F5-52FC1165DA6B}"/>
              </a:ext>
            </a:extLst>
          </p:cNvPr>
          <p:cNvSpPr>
            <a:spLocks noGrp="1"/>
          </p:cNvSpPr>
          <p:nvPr>
            <p:ph sz="half" idx="14"/>
          </p:nvPr>
        </p:nvSpPr>
        <p:spPr/>
        <p:txBody>
          <a:bodyPr vert="horz" lIns="0" tIns="91440" rIns="0" bIns="0" rtlCol="0" anchor="t">
            <a:noAutofit/>
          </a:bodyPr>
          <a:lstStyle/>
          <a:p>
            <a:r>
              <a:rPr lang="en-US" dirty="0">
                <a:hlinkClick r:id="rId2"/>
              </a:rPr>
              <a:t>L.A. Love by Fergie ft YG (Template)</a:t>
            </a:r>
          </a:p>
          <a:p>
            <a:r>
              <a:rPr lang="en-US" dirty="0">
                <a:hlinkClick r:id="rId3"/>
              </a:rPr>
              <a:t>Murder on the Dance Floor HEYYY</a:t>
            </a:r>
          </a:p>
          <a:p>
            <a:r>
              <a:rPr lang="en-US" dirty="0">
                <a:hlinkClick r:id="rId4"/>
              </a:rPr>
              <a:t>Discipline (Template)</a:t>
            </a:r>
          </a:p>
          <a:p>
            <a:r>
              <a:rPr lang="en-US" dirty="0">
                <a:hlinkClick r:id="rId5"/>
              </a:rPr>
              <a:t>Training Season x SNM Remix</a:t>
            </a:r>
          </a:p>
          <a:p>
            <a:r>
              <a:rPr lang="en-US" dirty="0">
                <a:hlinkClick r:id="rId5"/>
              </a:rPr>
              <a:t>Rule Number Everyday</a:t>
            </a:r>
            <a:endParaRPr lang="en-US" dirty="0"/>
          </a:p>
          <a:p>
            <a:endParaRPr lang="en-US" dirty="0"/>
          </a:p>
        </p:txBody>
      </p:sp>
      <p:sp>
        <p:nvSpPr>
          <p:cNvPr id="3" name="Content Placeholder 2">
            <a:extLst>
              <a:ext uri="{FF2B5EF4-FFF2-40B4-BE49-F238E27FC236}">
                <a16:creationId xmlns:a16="http://schemas.microsoft.com/office/drawing/2014/main" id="{449741D0-7E48-BBB7-5DCD-F999E3246C11}"/>
              </a:ext>
            </a:extLst>
          </p:cNvPr>
          <p:cNvSpPr>
            <a:spLocks noGrp="1"/>
          </p:cNvSpPr>
          <p:nvPr>
            <p:ph sz="half" idx="2"/>
          </p:nvPr>
        </p:nvSpPr>
        <p:spPr/>
        <p:txBody>
          <a:bodyPr vert="horz" lIns="0" tIns="91440" rIns="0" bIns="0" rtlCol="0" anchor="t">
            <a:noAutofit/>
          </a:bodyPr>
          <a:lstStyle/>
          <a:p>
            <a:r>
              <a:rPr lang="en-US" dirty="0">
                <a:hlinkClick r:id="rId6"/>
              </a:rPr>
              <a:t>Don't ask me how I did it, it was hard</a:t>
            </a:r>
          </a:p>
          <a:p>
            <a:r>
              <a:rPr lang="en-US" dirty="0">
                <a:hlinkClick r:id="rId7"/>
              </a:rPr>
              <a:t>Look at this one, look at that one</a:t>
            </a:r>
          </a:p>
          <a:p>
            <a:r>
              <a:rPr lang="en-US" dirty="0">
                <a:hlinkClick r:id="rId8"/>
              </a:rPr>
              <a:t>Hamilton – Mr. Madison</a:t>
            </a:r>
          </a:p>
          <a:p>
            <a:r>
              <a:rPr lang="en-US" dirty="0">
                <a:hlinkClick r:id="rId9"/>
              </a:rPr>
              <a:t>End of the Beginning by Djo</a:t>
            </a:r>
            <a:endParaRPr lang="en-US" dirty="0"/>
          </a:p>
          <a:p>
            <a:r>
              <a:rPr lang="en-US" dirty="0">
                <a:hlinkClick r:id="rId10"/>
              </a:rPr>
              <a:t>Oh no, I'm devastated</a:t>
            </a:r>
            <a:endParaRPr lang="en-US" dirty="0"/>
          </a:p>
        </p:txBody>
      </p:sp>
      <p:sp>
        <p:nvSpPr>
          <p:cNvPr id="4" name="Footer Placeholder 3">
            <a:extLst>
              <a:ext uri="{FF2B5EF4-FFF2-40B4-BE49-F238E27FC236}">
                <a16:creationId xmlns:a16="http://schemas.microsoft.com/office/drawing/2014/main" id="{C2826BF0-D705-A05F-8147-46C9FE2C365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BE43560-47A5-E233-FE72-29076C2CB172}"/>
              </a:ext>
            </a:extLst>
          </p:cNvPr>
          <p:cNvSpPr>
            <a:spLocks noGrp="1"/>
          </p:cNvSpPr>
          <p:nvPr>
            <p:ph type="sldNum" sz="quarter" idx="12"/>
          </p:nvPr>
        </p:nvSpPr>
        <p:spPr/>
        <p:txBody>
          <a:bodyPr/>
          <a:lstStyle/>
          <a:p>
            <a:fld id="{545951DD-1C6A-495F-8185-4C73F8F8B75A}" type="slidenum">
              <a:rPr lang="en-US" smtClean="0"/>
              <a:t>6</a:t>
            </a:fld>
            <a:endParaRPr lang="en-US"/>
          </a:p>
        </p:txBody>
      </p:sp>
      <p:sp>
        <p:nvSpPr>
          <p:cNvPr id="6" name="Title 5">
            <a:extLst>
              <a:ext uri="{FF2B5EF4-FFF2-40B4-BE49-F238E27FC236}">
                <a16:creationId xmlns:a16="http://schemas.microsoft.com/office/drawing/2014/main" id="{1F4B0FE5-2896-4E3F-F447-E19ED3BB6682}"/>
              </a:ext>
            </a:extLst>
          </p:cNvPr>
          <p:cNvSpPr>
            <a:spLocks noGrp="1"/>
          </p:cNvSpPr>
          <p:nvPr>
            <p:ph type="title"/>
          </p:nvPr>
        </p:nvSpPr>
        <p:spPr/>
        <p:txBody>
          <a:bodyPr/>
          <a:lstStyle/>
          <a:p>
            <a:r>
              <a:rPr lang="en-US"/>
              <a:t>Trends and Trending Sounds</a:t>
            </a:r>
          </a:p>
        </p:txBody>
      </p:sp>
      <p:sp>
        <p:nvSpPr>
          <p:cNvPr id="7" name="Text Placeholder 6">
            <a:extLst>
              <a:ext uri="{FF2B5EF4-FFF2-40B4-BE49-F238E27FC236}">
                <a16:creationId xmlns:a16="http://schemas.microsoft.com/office/drawing/2014/main" id="{D4E5E322-D91B-9C04-1958-376231353550}"/>
              </a:ext>
            </a:extLst>
          </p:cNvPr>
          <p:cNvSpPr>
            <a:spLocks noGrp="1"/>
          </p:cNvSpPr>
          <p:nvPr>
            <p:ph type="body" idx="16"/>
          </p:nvPr>
        </p:nvSpPr>
        <p:spPr/>
        <p:txBody>
          <a:bodyPr/>
          <a:lstStyle/>
          <a:p>
            <a:r>
              <a:rPr lang="en-US"/>
              <a:t>TikTok</a:t>
            </a:r>
          </a:p>
        </p:txBody>
      </p:sp>
      <p:sp>
        <p:nvSpPr>
          <p:cNvPr id="8" name="Text Placeholder 7">
            <a:extLst>
              <a:ext uri="{FF2B5EF4-FFF2-40B4-BE49-F238E27FC236}">
                <a16:creationId xmlns:a16="http://schemas.microsoft.com/office/drawing/2014/main" id="{DBA08473-EB5C-9637-EC4F-B981FA797E08}"/>
              </a:ext>
            </a:extLst>
          </p:cNvPr>
          <p:cNvSpPr>
            <a:spLocks noGrp="1"/>
          </p:cNvSpPr>
          <p:nvPr>
            <p:ph type="body" idx="17"/>
          </p:nvPr>
        </p:nvSpPr>
        <p:spPr/>
        <p:txBody>
          <a:bodyPr/>
          <a:lstStyle/>
          <a:p>
            <a:r>
              <a:rPr lang="en-US"/>
              <a:t>reels</a:t>
            </a:r>
          </a:p>
        </p:txBody>
      </p:sp>
    </p:spTree>
    <p:extLst>
      <p:ext uri="{BB962C8B-B14F-4D97-AF65-F5344CB8AC3E}">
        <p14:creationId xmlns:p14="http://schemas.microsoft.com/office/powerpoint/2010/main" val="4222533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C02A04-5199-4310-9007-9BE6A1F991D8}"/>
              </a:ext>
            </a:extLst>
          </p:cNvPr>
          <p:cNvSpPr>
            <a:spLocks noGrp="1"/>
          </p:cNvSpPr>
          <p:nvPr>
            <p:ph sz="half" idx="1"/>
          </p:nvPr>
        </p:nvSpPr>
        <p:spPr>
          <a:xfrm>
            <a:off x="977192" y="2084521"/>
            <a:ext cx="5265794" cy="2940113"/>
          </a:xfrm>
        </p:spPr>
        <p:txBody>
          <a:bodyPr vert="horz" lIns="0" tIns="0" rIns="0" bIns="0" rtlCol="0" anchor="t">
            <a:noAutofit/>
          </a:bodyPr>
          <a:lstStyle/>
          <a:p>
            <a:pPr marL="0" indent="0">
              <a:buNone/>
            </a:pPr>
            <a:r>
              <a:rPr lang="en-US" b="1" dirty="0">
                <a:solidFill>
                  <a:schemeClr val="tx2"/>
                </a:solidFill>
                <a:ea typeface="+mn-lt"/>
                <a:cs typeface="+mn-lt"/>
              </a:rPr>
              <a:t>Anytime Fitness Overland Park, KS</a:t>
            </a:r>
          </a:p>
          <a:p>
            <a:pPr>
              <a:buFont typeface="Arial,Sans-Serif"/>
              <a:buChar char="•"/>
            </a:pPr>
            <a:r>
              <a:rPr lang="en-US" dirty="0">
                <a:latin typeface="Arial"/>
                <a:cs typeface="Arial"/>
                <a:hlinkClick r:id="rId2"/>
              </a:rPr>
              <a:t>@overlandpark_af</a:t>
            </a:r>
            <a:endParaRPr lang="en-US" dirty="0">
              <a:latin typeface="Century Gothic"/>
              <a:cs typeface="Arial"/>
            </a:endParaRPr>
          </a:p>
          <a:p>
            <a:pPr>
              <a:buFont typeface="Arial,Sans-Serif"/>
              <a:buChar char="•"/>
            </a:pPr>
            <a:r>
              <a:rPr lang="en-US" dirty="0">
                <a:latin typeface="Arial"/>
                <a:cs typeface="Arial"/>
              </a:rPr>
              <a:t>Sneak peaks of SGT and showcasing members and staff – you are doing a great job! We love seeing that branded font in use! Keep up the great work!  </a:t>
            </a:r>
            <a:r>
              <a:rPr lang="en-US" sz="1600" dirty="0">
                <a:latin typeface="Arial"/>
                <a:cs typeface="Arial"/>
              </a:rPr>
              <a:t>💜</a:t>
            </a:r>
            <a:endParaRPr lang="en-US" dirty="0"/>
          </a:p>
          <a:p>
            <a:pPr marL="58420" lvl="1" indent="0">
              <a:buNone/>
            </a:pPr>
            <a:r>
              <a:rPr lang="en-US" sz="1600" b="1" dirty="0">
                <a:solidFill>
                  <a:schemeClr val="tx2"/>
                </a:solidFill>
                <a:ea typeface="+mn-lt"/>
                <a:cs typeface="+mn-lt"/>
              </a:rPr>
              <a:t>Anytime Fitness Lowell, IN</a:t>
            </a:r>
            <a:endParaRPr lang="en-US" b="1" dirty="0">
              <a:solidFill>
                <a:schemeClr val="tx2"/>
              </a:solidFill>
            </a:endParaRPr>
          </a:p>
          <a:p>
            <a:pPr marL="344170" lvl="1" indent="-285750">
              <a:buFont typeface="Arial"/>
              <a:buChar char="•"/>
            </a:pPr>
            <a:r>
              <a:rPr lang="en-US" sz="1600" dirty="0">
                <a:latin typeface="Arial"/>
                <a:cs typeface="Arial"/>
                <a:hlinkClick r:id="rId3"/>
              </a:rPr>
              <a:t>@anytimefitness_lowell</a:t>
            </a:r>
          </a:p>
          <a:p>
            <a:pPr marL="344170" lvl="1" indent="-285750">
              <a:buFont typeface="Arial"/>
              <a:buChar char="•"/>
            </a:pPr>
            <a:r>
              <a:rPr lang="en-US" sz="1600" dirty="0">
                <a:latin typeface="Arial"/>
                <a:cs typeface="Arial"/>
              </a:rPr>
              <a:t>You can truly see your community shine through in your content! Showcasing some awesome events and sharing interactions that happen in the gym – great job! ❤️💪</a:t>
            </a:r>
            <a:endParaRPr lang="en-US"/>
          </a:p>
        </p:txBody>
      </p:sp>
      <p:sp>
        <p:nvSpPr>
          <p:cNvPr id="4" name="Title 3">
            <a:extLst>
              <a:ext uri="{FF2B5EF4-FFF2-40B4-BE49-F238E27FC236}">
                <a16:creationId xmlns:a16="http://schemas.microsoft.com/office/drawing/2014/main" id="{E711F59A-8925-46A1-86D1-911986E31D29}"/>
              </a:ext>
            </a:extLst>
          </p:cNvPr>
          <p:cNvSpPr>
            <a:spLocks noGrp="1"/>
          </p:cNvSpPr>
          <p:nvPr>
            <p:ph type="title"/>
          </p:nvPr>
        </p:nvSpPr>
        <p:spPr>
          <a:xfrm>
            <a:off x="982515" y="492071"/>
            <a:ext cx="5265794" cy="1386298"/>
          </a:xfrm>
        </p:spPr>
        <p:txBody>
          <a:bodyPr/>
          <a:lstStyle/>
          <a:p>
            <a:r>
              <a:rPr lang="en-US">
                <a:solidFill>
                  <a:schemeClr val="tx2"/>
                </a:solidFill>
                <a:ea typeface="+mj-lt"/>
                <a:cs typeface="+mj-lt"/>
              </a:rPr>
              <a:t>AF Club</a:t>
            </a:r>
            <a:r>
              <a:rPr lang="en-US">
                <a:ea typeface="+mj-lt"/>
                <a:cs typeface="+mj-lt"/>
              </a:rPr>
              <a:t> </a:t>
            </a:r>
            <a:r>
              <a:rPr lang="en-US">
                <a:solidFill>
                  <a:schemeClr val="accent4"/>
                </a:solidFill>
                <a:ea typeface="+mj-lt"/>
                <a:cs typeface="+mj-lt"/>
              </a:rPr>
              <a:t>Content Shoutout</a:t>
            </a:r>
            <a:endParaRPr lang="en-US">
              <a:solidFill>
                <a:schemeClr val="accent4"/>
              </a:solidFill>
            </a:endParaRPr>
          </a:p>
        </p:txBody>
      </p:sp>
      <p:sp>
        <p:nvSpPr>
          <p:cNvPr id="5" name="Footer Placeholder 4">
            <a:extLst>
              <a:ext uri="{FF2B5EF4-FFF2-40B4-BE49-F238E27FC236}">
                <a16:creationId xmlns:a16="http://schemas.microsoft.com/office/drawing/2014/main" id="{80E21703-FE5F-4D22-B5C9-32CBCB6241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480EE4-EB0A-4E5C-964E-2483681C73DE}"/>
              </a:ext>
            </a:extLst>
          </p:cNvPr>
          <p:cNvSpPr>
            <a:spLocks noGrp="1"/>
          </p:cNvSpPr>
          <p:nvPr>
            <p:ph type="sldNum" sz="quarter" idx="12"/>
          </p:nvPr>
        </p:nvSpPr>
        <p:spPr/>
        <p:txBody>
          <a:bodyPr/>
          <a:lstStyle/>
          <a:p>
            <a:fld id="{A7FCC8F5-5E92-4E10-BDD3-D559588743B4}" type="slidenum">
              <a:rPr lang="en-US" smtClean="0"/>
              <a:t>7</a:t>
            </a:fld>
            <a:endParaRPr lang="en-US"/>
          </a:p>
        </p:txBody>
      </p:sp>
      <p:pic>
        <p:nvPicPr>
          <p:cNvPr id="2" name="Content Placeholder 1" descr="A screenshot of a cellphone&#10;&#10;Description automatically generated">
            <a:extLst>
              <a:ext uri="{FF2B5EF4-FFF2-40B4-BE49-F238E27FC236}">
                <a16:creationId xmlns:a16="http://schemas.microsoft.com/office/drawing/2014/main" id="{B64B54F3-EAF1-79C0-214B-4EE0BD5AE574}"/>
              </a:ext>
            </a:extLst>
          </p:cNvPr>
          <p:cNvPicPr>
            <a:picLocks noGrp="1" noChangeAspect="1"/>
          </p:cNvPicPr>
          <p:nvPr>
            <p:ph sz="quarter" idx="13"/>
          </p:nvPr>
        </p:nvPicPr>
        <p:blipFill rotWithShape="1">
          <a:blip r:embed="rId4"/>
          <a:srcRect t="4491" b="-300"/>
          <a:stretch/>
        </p:blipFill>
        <p:spPr>
          <a:xfrm>
            <a:off x="7390314" y="836821"/>
            <a:ext cx="2515905" cy="5220521"/>
          </a:xfrm>
        </p:spPr>
      </p:pic>
    </p:spTree>
    <p:extLst>
      <p:ext uri="{BB962C8B-B14F-4D97-AF65-F5344CB8AC3E}">
        <p14:creationId xmlns:p14="http://schemas.microsoft.com/office/powerpoint/2010/main" val="38354219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954634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S_SHAPE_LOCK" val="TRUE"/>
</p:tagLst>
</file>

<file path=ppt/theme/theme1.xml><?xml version="1.0" encoding="utf-8"?>
<a:theme xmlns:a="http://schemas.openxmlformats.org/drawingml/2006/main" name="Anytime Fitness Template">
  <a:themeElements>
    <a:clrScheme name="AF July 22 ">
      <a:dk1>
        <a:srgbClr val="2D2926"/>
      </a:dk1>
      <a:lt1>
        <a:srgbClr val="FFFFFF"/>
      </a:lt1>
      <a:dk2>
        <a:srgbClr val="221551"/>
      </a:dk2>
      <a:lt2>
        <a:srgbClr val="DACAED"/>
      </a:lt2>
      <a:accent1>
        <a:srgbClr val="440099"/>
      </a:accent1>
      <a:accent2>
        <a:srgbClr val="6E38D5"/>
      </a:accent2>
      <a:accent3>
        <a:srgbClr val="A32AF9"/>
      </a:accent3>
      <a:accent4>
        <a:srgbClr val="2ED7DE"/>
      </a:accent4>
      <a:accent5>
        <a:srgbClr val="EF3340"/>
      </a:accent5>
      <a:accent6>
        <a:srgbClr val="FF7500"/>
      </a:accent6>
      <a:hlink>
        <a:srgbClr val="FF7500"/>
      </a:hlink>
      <a:folHlink>
        <a:srgbClr val="EF3340"/>
      </a:folHlink>
    </a:clrScheme>
    <a:fontScheme name="Anytime Fitness">
      <a:majorFont>
        <a:latin typeface="Century Gothic"/>
        <a:ea typeface=""/>
        <a:cs typeface=""/>
      </a:majorFont>
      <a:minorFont>
        <a:latin typeface="Century Gothic"/>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400" dirty="0" err="1" smtClean="0">
            <a:solidFill>
              <a:schemeClr val="bg1"/>
            </a:solidFill>
          </a:defRPr>
        </a:defPPr>
      </a:lstStyle>
    </a:txDef>
  </a:objectDefaults>
  <a:extraClrSchemeLst/>
  <a:extLst>
    <a:ext uri="{05A4C25C-085E-4340-85A3-A5531E510DB2}">
      <thm15:themeFamily xmlns:thm15="http://schemas.microsoft.com/office/thememl/2012/main" name="Bar-Method_PPT-Template_V2 edit code final.potx" id="{EF5957C3-A1C1-4345-85B9-8F272847F476}" vid="{D92DD28F-51C3-4CBB-8DEE-BB33764BC1D9}"/>
    </a:ext>
  </a:extLst>
</a:theme>
</file>

<file path=ppt/theme/theme2.xml><?xml version="1.0" encoding="utf-8"?>
<a:theme xmlns:a="http://schemas.openxmlformats.org/drawingml/2006/main" name="Office Theme">
  <a:themeElements>
    <a:clrScheme name="Bar Method">
      <a:dk1>
        <a:srgbClr val="161614"/>
      </a:dk1>
      <a:lt1>
        <a:sysClr val="window" lastClr="FFFFFF"/>
      </a:lt1>
      <a:dk2>
        <a:srgbClr val="373733"/>
      </a:dk2>
      <a:lt2>
        <a:srgbClr val="D9D9D6"/>
      </a:lt2>
      <a:accent1>
        <a:srgbClr val="EACBBB"/>
      </a:accent1>
      <a:accent2>
        <a:srgbClr val="F18079"/>
      </a:accent2>
      <a:accent3>
        <a:srgbClr val="EE635C"/>
      </a:accent3>
      <a:accent4>
        <a:srgbClr val="DFDFE0"/>
      </a:accent4>
      <a:accent5>
        <a:srgbClr val="C0C0C2"/>
      </a:accent5>
      <a:accent6>
        <a:srgbClr val="A0A1A3"/>
      </a:accent6>
      <a:hlink>
        <a:srgbClr val="F18079"/>
      </a:hlink>
      <a:folHlink>
        <a:srgbClr val="EACBBB"/>
      </a:folHlink>
    </a:clrScheme>
    <a:fontScheme name="Bar Method">
      <a:majorFont>
        <a:latin typeface="Constantia"/>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ar Method">
      <a:dk1>
        <a:srgbClr val="161614"/>
      </a:dk1>
      <a:lt1>
        <a:sysClr val="window" lastClr="FFFFFF"/>
      </a:lt1>
      <a:dk2>
        <a:srgbClr val="373733"/>
      </a:dk2>
      <a:lt2>
        <a:srgbClr val="D9D9D6"/>
      </a:lt2>
      <a:accent1>
        <a:srgbClr val="EACBBB"/>
      </a:accent1>
      <a:accent2>
        <a:srgbClr val="F18079"/>
      </a:accent2>
      <a:accent3>
        <a:srgbClr val="EE635C"/>
      </a:accent3>
      <a:accent4>
        <a:srgbClr val="DFDFE0"/>
      </a:accent4>
      <a:accent5>
        <a:srgbClr val="C0C0C2"/>
      </a:accent5>
      <a:accent6>
        <a:srgbClr val="A0A1A3"/>
      </a:accent6>
      <a:hlink>
        <a:srgbClr val="F18079"/>
      </a:hlink>
      <a:folHlink>
        <a:srgbClr val="EACBBB"/>
      </a:folHlink>
    </a:clrScheme>
    <a:fontScheme name="Bar Method">
      <a:majorFont>
        <a:latin typeface="Constantia"/>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Date_x0020__x0026__x0020_Time xmlns="9464be75-fc0f-4c74-b7a9-67e6b6b30f78">2023-02-02T21:00:00+00:00</Date_x0020__x0026__x0020_Time>
    <_Flow_SignoffStatus xmlns="9464be75-fc0f-4c74-b7a9-67e6b6b30f78" xsi:nil="true"/>
    <TaxCatchAll xmlns="47019a7e-a60c-4a1f-b4fd-44452cf97621" xsi:nil="true"/>
    <lcf76f155ced4ddcb4097134ff3c332f xmlns="9464be75-fc0f-4c74-b7a9-67e6b6b30f78">
      <Terms xmlns="http://schemas.microsoft.com/office/infopath/2007/PartnerControls"/>
    </lcf76f155ced4ddcb4097134ff3c332f>
    <Dateandtime xmlns="9464be75-fc0f-4c74-b7a9-67e6b6b30f78">2023-02-02T21:00:00+00:00</Dateandtime>
    <Person xmlns="9464be75-fc0f-4c74-b7a9-67e6b6b30f78">
      <UserInfo>
        <DisplayName/>
        <AccountId xsi:nil="true"/>
        <AccountType/>
      </UserInfo>
    </Person>
    <SharedWithUsers xmlns="47019a7e-a60c-4a1f-b4fd-44452cf97621">
      <UserInfo>
        <DisplayName>Marcie DeLuca</DisplayName>
        <AccountId>9585</AccountId>
        <AccountType/>
      </UserInfo>
      <UserInfo>
        <DisplayName>Garrett Ebling</DisplayName>
        <AccountId>1938</AccountId>
        <AccountType/>
      </UserInfo>
      <UserInfo>
        <DisplayName>Deb Pias</DisplayName>
        <AccountId>51</AccountId>
        <AccountType/>
      </UserInfo>
      <UserInfo>
        <DisplayName>Morgan Edwards</DisplayName>
        <AccountId>25969</AccountId>
        <AccountType/>
      </UserInfo>
      <UserInfo>
        <DisplayName>Kenzi Boivin</DisplayName>
        <AccountId>10537</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C9F4D4AED8BDC44AAAD872D46454869" ma:contentTypeVersion="25" ma:contentTypeDescription="Create a new document." ma:contentTypeScope="" ma:versionID="9590af35345759196e931e991b350f44">
  <xsd:schema xmlns:xsd="http://www.w3.org/2001/XMLSchema" xmlns:xs="http://www.w3.org/2001/XMLSchema" xmlns:p="http://schemas.microsoft.com/office/2006/metadata/properties" xmlns:ns2="47019a7e-a60c-4a1f-b4fd-44452cf97621" xmlns:ns3="9464be75-fc0f-4c74-b7a9-67e6b6b30f78" targetNamespace="http://schemas.microsoft.com/office/2006/metadata/properties" ma:root="true" ma:fieldsID="f3aa4232e046b6ee01c1c8fc4359fad7" ns2:_="" ns3:_="">
    <xsd:import namespace="47019a7e-a60c-4a1f-b4fd-44452cf97621"/>
    <xsd:import namespace="9464be75-fc0f-4c74-b7a9-67e6b6b30f7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AutoKeyPoints" minOccurs="0"/>
                <xsd:element ref="ns3:MediaServiceKeyPoints" minOccurs="0"/>
                <xsd:element ref="ns3:MediaServiceLocation" minOccurs="0"/>
                <xsd:element ref="ns3:MediaServiceGenerationTime" minOccurs="0"/>
                <xsd:element ref="ns3:MediaServiceEventHashCode" minOccurs="0"/>
                <xsd:element ref="ns3:_Flow_SignoffStatus" minOccurs="0"/>
                <xsd:element ref="ns3:Dateandtime" minOccurs="0"/>
                <xsd:element ref="ns3:MediaLengthInSeconds" minOccurs="0"/>
                <xsd:element ref="ns3:Person" minOccurs="0"/>
                <xsd:element ref="ns3:Date_x0020__x0026__x0020_Time" minOccurs="0"/>
                <xsd:element ref="ns2:TaxCatchAll" minOccurs="0"/>
                <xsd:element ref="ns3:lcf76f155ced4ddcb4097134ff3c332f"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019a7e-a60c-4a1f-b4fd-44452cf97621"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0c40076c-e6fb-4d57-baf1-f991dbe98c27}" ma:internalName="TaxCatchAll" ma:showField="CatchAllData" ma:web="47019a7e-a60c-4a1f-b4fd-44452cf97621">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464be75-fc0f-4c74-b7a9-67e6b6b30f78"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_Flow_SignoffStatus" ma:index="20" nillable="true" ma:displayName="Sign-off status" ma:internalName="Sign_x002d_off_x0020_status">
      <xsd:simpleType>
        <xsd:restriction base="dms:Text"/>
      </xsd:simpleType>
    </xsd:element>
    <xsd:element name="Dateandtime" ma:index="21" nillable="true" ma:displayName="Date and time" ma:format="DateTime" ma:internalName="Dateandtime">
      <xsd:simpleType>
        <xsd:restriction base="dms:DateTime"/>
      </xsd:simpleType>
    </xsd:element>
    <xsd:element name="MediaLengthInSeconds" ma:index="22" nillable="true" ma:displayName="Length (seconds)" ma:internalName="MediaLengthInSeconds" ma:readOnly="true">
      <xsd:simpleType>
        <xsd:restriction base="dms:Unknown"/>
      </xsd:simpleType>
    </xsd:element>
    <xsd:element name="Person" ma:index="23" nillable="true" ma:displayName="Person" ma:format="Dropdown" ma:list="UserInfo" ma:SharePointGroup="0" ma:internalName="Person">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ate_x0020__x0026__x0020_Time" ma:index="24" nillable="true" ma:displayName="Date &amp; Time" ma:format="DateTime" ma:internalName="Date_x0020__x0026__x0020_Time">
      <xsd:simpleType>
        <xsd:restriction base="dms:DateTime"/>
      </xsd:simpleType>
    </xsd:element>
    <xsd:element name="lcf76f155ced4ddcb4097134ff3c332f" ma:index="27" nillable="true" ma:taxonomy="true" ma:internalName="lcf76f155ced4ddcb4097134ff3c332f" ma:taxonomyFieldName="MediaServiceImageTags" ma:displayName="Image Tags" ma:readOnly="false" ma:fieldId="{5cf76f15-5ced-4ddc-b409-7134ff3c332f}" ma:taxonomyMulti="true" ma:sspId="8a19ee54-46e1-4f28-9254-181b3d6e147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8"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AA2B1DA-A2C5-489C-A46E-FC3EAF2F3ADB}">
  <ds:schemaRefs>
    <ds:schemaRef ds:uri="47019a7e-a60c-4a1f-b4fd-44452cf97621"/>
    <ds:schemaRef ds:uri="9464be75-fc0f-4c74-b7a9-67e6b6b30f78"/>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528711C7-1C08-4355-9495-3EF5D8F085CE}">
  <ds:schemaRefs>
    <ds:schemaRef ds:uri="47019a7e-a60c-4a1f-b4fd-44452cf97621"/>
    <ds:schemaRef ds:uri="9464be75-fc0f-4c74-b7a9-67e6b6b30f7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F90C4E6-4A59-487E-81FF-2AAB6595831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Bar Method Template</Template>
  <Application>Microsoft Office PowerPoint</Application>
  <PresentationFormat>Widescreen</PresentationFormat>
  <Slides>8</Slides>
  <Notes>0</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Anytime Fitness Template</vt:lpstr>
      <vt:lpstr>Social media activation calendar</vt:lpstr>
      <vt:lpstr>AGENDA</vt:lpstr>
      <vt:lpstr>PowerPoint Presentation</vt:lpstr>
      <vt:lpstr>Social Media industry news and updates</vt:lpstr>
      <vt:lpstr>#SocialHack User Generated Content (UGC)</vt:lpstr>
      <vt:lpstr>Trends and Trending Sounds</vt:lpstr>
      <vt:lpstr>AF Club Content Shoutout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 METHOD PRESENTATION TEMPLATE</dc:title>
  <dc:creator>Meredith Berg</dc:creator>
  <cp:revision>484</cp:revision>
  <dcterms:created xsi:type="dcterms:W3CDTF">2021-11-18T14:52:15Z</dcterms:created>
  <dcterms:modified xsi:type="dcterms:W3CDTF">2024-04-15T19:52:42Z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0x010100BC9F4D4AED8BDC44AAAD872D46454869</vt:lpwstr>
  </property>
  <property fmtid="{D5CDD505-2E9C-101B-9397-08002B2CF9AE}" pid="3" name="MediaServiceImageTags">
    <vt:lpwstr/>
  </property>
</Properties>
</file>