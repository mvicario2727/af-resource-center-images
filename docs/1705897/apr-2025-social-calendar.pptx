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
  </p:notesMasterIdLst>
  <p:handoutMasterIdLst>
    <p:handoutMasterId r:id="rId7"/>
  </p:handoutMasterIdLst>
  <p:sldIdLst>
    <p:sldId id="33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4EC97052-CCA6-49B0-AA09-A65277281CBA}">
          <p14:sldIdLst/>
        </p14:section>
        <p14:section name="Content" id="{10C81FA4-AB20-4F8C-AA98-C00990760090}">
          <p14:sldIdLst>
            <p14:sldId id="339"/>
          </p14:sldIdLst>
        </p14:section>
      </p14:sectionLst>
    </p:ext>
    <p:ext uri="{EFAFB233-063F-42B5-8137-9DF3F51BA10A}">
      <p15:sldGuideLst xmlns:p15="http://schemas.microsoft.com/office/powerpoint/2012/main">
        <p15:guide id="1" pos="3816" userDrawn="1">
          <p15:clr>
            <a:srgbClr val="A4A3A4"/>
          </p15:clr>
        </p15:guide>
        <p15:guide id="2" orient="horz"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B288086-3F0E-FF1D-E9D1-078C4F90C6D8}" name="Kenzi Boivin" initials="KB" userId="S::mackenzie.boivin@sebrands.com::8534dba6-d4b5-4e68-ba01-c4976388d999"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90DED1"/>
    <a:srgbClr val="FFFFFF"/>
    <a:srgbClr val="6E38D5"/>
    <a:srgbClr val="440099"/>
    <a:srgbClr val="FF7500"/>
    <a:srgbClr val="DAF4F0"/>
    <a:srgbClr val="B5E9E1"/>
    <a:srgbClr val="46C8B3"/>
    <a:srgbClr val="00C7B1"/>
    <a:srgbClr val="EFF0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6FBE18-6217-5FCE-743D-B5772870F81F}" v="154" dt="2025-03-17T16:44:35.319"/>
  </p1510:revLst>
</p1510:revInfo>
</file>

<file path=ppt/tableStyles.xml><?xml version="1.0" encoding="utf-8"?>
<a:tblStyleLst xmlns:a="http://schemas.openxmlformats.org/drawingml/2006/main" def="{9D7B26C5-4107-4FEC-AEDC-1716B250A1E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5266"/>
    <p:restoredTop sz="94682"/>
  </p:normalViewPr>
  <p:slideViewPr>
    <p:cSldViewPr snapToGrid="0">
      <p:cViewPr>
        <p:scale>
          <a:sx n="174" d="100"/>
          <a:sy n="174" d="100"/>
        </p:scale>
        <p:origin x="1952" y="144"/>
      </p:cViewPr>
      <p:guideLst>
        <p:guide pos="3816"/>
        <p:guide orient="horz" pos="216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8/10/relationships/authors" Target="author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47A8E49-8B1D-4DF8-A071-B5FA5531447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sz="900"/>
          </a:p>
        </p:txBody>
      </p:sp>
      <p:sp>
        <p:nvSpPr>
          <p:cNvPr id="3" name="Date Placeholder 2">
            <a:extLst>
              <a:ext uri="{FF2B5EF4-FFF2-40B4-BE49-F238E27FC236}">
                <a16:creationId xmlns:a16="http://schemas.microsoft.com/office/drawing/2014/main" id="{34CC8329-2CA0-4127-8422-E0F8FDBB5A6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ADFCA5B-16E1-4D70-8291-219716099B83}" type="datetimeFigureOut">
              <a:rPr lang="en-US" sz="900" smtClean="0"/>
              <a:t>3/17/25</a:t>
            </a:fld>
            <a:endParaRPr lang="en-US" sz="900"/>
          </a:p>
        </p:txBody>
      </p:sp>
      <p:sp>
        <p:nvSpPr>
          <p:cNvPr id="4" name="Footer Placeholder 3">
            <a:extLst>
              <a:ext uri="{FF2B5EF4-FFF2-40B4-BE49-F238E27FC236}">
                <a16:creationId xmlns:a16="http://schemas.microsoft.com/office/drawing/2014/main" id="{7E69A4AF-E0C8-4B4B-8EEC-9B18D20AABA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sz="900"/>
          </a:p>
        </p:txBody>
      </p:sp>
      <p:sp>
        <p:nvSpPr>
          <p:cNvPr id="5" name="Slide Number Placeholder 4">
            <a:extLst>
              <a:ext uri="{FF2B5EF4-FFF2-40B4-BE49-F238E27FC236}">
                <a16:creationId xmlns:a16="http://schemas.microsoft.com/office/drawing/2014/main" id="{A225F37B-567F-4B68-9E7A-44718C7C276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93FDF21-CECB-4149-9559-85C1CAE991E1}" type="slidenum">
              <a:rPr lang="en-US" sz="900" smtClean="0"/>
              <a:t>‹#›</a:t>
            </a:fld>
            <a:endParaRPr lang="en-US" sz="900"/>
          </a:p>
        </p:txBody>
      </p:sp>
    </p:spTree>
    <p:extLst>
      <p:ext uri="{BB962C8B-B14F-4D97-AF65-F5344CB8AC3E}">
        <p14:creationId xmlns:p14="http://schemas.microsoft.com/office/powerpoint/2010/main" val="25023809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900">
                <a:latin typeface="Century Gothic" panose="020B0502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900">
                <a:latin typeface="Century Gothic" panose="020B0502020202020204" pitchFamily="34" charset="0"/>
              </a:defRPr>
            </a:lvl1pPr>
          </a:lstStyle>
          <a:p>
            <a:fld id="{AAF6F7E2-0BCC-415C-898E-B17019296F88}" type="datetimeFigureOut">
              <a:rPr lang="en-US" smtClean="0"/>
              <a:pPr/>
              <a:t>3/17/25</a:t>
            </a:fld>
            <a:endParaRPr lang="en-US"/>
          </a:p>
        </p:txBody>
      </p:sp>
      <p:sp>
        <p:nvSpPr>
          <p:cNvPr id="4" name="Slide Image Placeholder 3"/>
          <p:cNvSpPr>
            <a:spLocks noGrp="1" noRot="1" noChangeAspect="1"/>
          </p:cNvSpPr>
          <p:nvPr>
            <p:ph type="sldImg" idx="2"/>
          </p:nvPr>
        </p:nvSpPr>
        <p:spPr>
          <a:xfrm>
            <a:off x="685800" y="725905"/>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3983455"/>
            <a:ext cx="5486400" cy="443464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atin typeface="Century Gothic" panose="020B0502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900">
                <a:latin typeface="Century Gothic" panose="020B0502020202020204" pitchFamily="34" charset="0"/>
              </a:defRPr>
            </a:lvl1pPr>
          </a:lstStyle>
          <a:p>
            <a:fld id="{5470BA31-47BF-48E8-B9A3-29FECAA7F110}" type="slidenum">
              <a:rPr lang="en-US" smtClean="0"/>
              <a:pPr/>
              <a:t>‹#›</a:t>
            </a:fld>
            <a:endParaRPr lang="en-US"/>
          </a:p>
        </p:txBody>
      </p:sp>
    </p:spTree>
    <p:extLst>
      <p:ext uri="{BB962C8B-B14F-4D97-AF65-F5344CB8AC3E}">
        <p14:creationId xmlns:p14="http://schemas.microsoft.com/office/powerpoint/2010/main" val="3225591997"/>
      </p:ext>
    </p:extLst>
  </p:cSld>
  <p:clrMap bg1="lt1" tx1="dk1" bg2="lt2" tx2="dk2" accent1="accent1" accent2="accent2" accent3="accent3" accent4="accent4" accent5="accent5" accent6="accent6" hlink="hlink" folHlink="folHlink"/>
  <p:notesStyle>
    <a:lvl1pPr marL="115888" indent="-115888" algn="l" defTabSz="914400" rtl="0" eaLnBrk="1" latinLnBrk="0" hangingPunct="1">
      <a:spcAft>
        <a:spcPts val="300"/>
      </a:spcAft>
      <a:buFont typeface="Arial" panose="020B0604020202020204" pitchFamily="34" charset="0"/>
      <a:buChar char="•"/>
      <a:defRPr sz="1100" kern="1200">
        <a:solidFill>
          <a:schemeClr val="tx1"/>
        </a:solidFill>
        <a:latin typeface="Century Gothic" panose="020B0502020202020204" pitchFamily="34" charset="0"/>
        <a:ea typeface="+mn-ea"/>
        <a:cs typeface="+mn-cs"/>
      </a:defRPr>
    </a:lvl1pPr>
    <a:lvl2pPr marL="284163" indent="-114300" algn="l" defTabSz="914400" rtl="0" eaLnBrk="1" latinLnBrk="0" hangingPunct="1">
      <a:spcAft>
        <a:spcPts val="300"/>
      </a:spcAft>
      <a:buFont typeface="Arial" panose="020B0604020202020204" pitchFamily="34" charset="0"/>
      <a:buChar char="•"/>
      <a:defRPr sz="900" kern="1200">
        <a:solidFill>
          <a:schemeClr val="tx1"/>
        </a:solidFill>
        <a:latin typeface="+mn-lt"/>
        <a:ea typeface="+mn-ea"/>
        <a:cs typeface="+mn-cs"/>
      </a:defRPr>
    </a:lvl2pPr>
    <a:lvl3pPr marL="401638" indent="-57150" algn="l" defTabSz="914400" rtl="0" eaLnBrk="1" latinLnBrk="0" hangingPunct="1">
      <a:spcAft>
        <a:spcPts val="300"/>
      </a:spcAft>
      <a:buFont typeface="Arial" panose="020B0604020202020204" pitchFamily="34" charset="0"/>
      <a:buChar char="•"/>
      <a:defRPr sz="800" kern="1200">
        <a:solidFill>
          <a:schemeClr val="tx1"/>
        </a:solidFill>
        <a:latin typeface="+mn-lt"/>
        <a:ea typeface="+mn-ea"/>
        <a:cs typeface="+mn-cs"/>
      </a:defRPr>
    </a:lvl3pPr>
    <a:lvl4pPr marL="512763" indent="-60325" algn="l" defTabSz="914400" rtl="0" eaLnBrk="1" latinLnBrk="0" hangingPunct="1">
      <a:spcAft>
        <a:spcPts val="300"/>
      </a:spcAft>
      <a:buFont typeface="Arial" panose="020B0604020202020204" pitchFamily="34" charset="0"/>
      <a:buChar char="•"/>
      <a:defRPr sz="700" kern="1200">
        <a:solidFill>
          <a:schemeClr val="tx1"/>
        </a:solidFill>
        <a:latin typeface="+mn-lt"/>
        <a:ea typeface="+mn-ea"/>
        <a:cs typeface="+mn-cs"/>
      </a:defRPr>
    </a:lvl4pPr>
    <a:lvl5pPr marL="630238" indent="-55563" algn="l" defTabSz="914400" rtl="0" eaLnBrk="1" latinLnBrk="0" hangingPunct="1">
      <a:spcAft>
        <a:spcPts val="300"/>
      </a:spcAft>
      <a:buFont typeface="Arial" panose="020B0604020202020204" pitchFamily="34" charset="0"/>
      <a:buChar char="•"/>
      <a:defRPr sz="7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725488"/>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70BA31-47BF-48E8-B9A3-29FECAA7F110}" type="slidenum">
              <a:rPr lang="en-US" smtClean="0"/>
              <a:pPr/>
              <a:t>1</a:t>
            </a:fld>
            <a:endParaRPr lang="en-US"/>
          </a:p>
        </p:txBody>
      </p:sp>
    </p:spTree>
    <p:extLst>
      <p:ext uri="{BB962C8B-B14F-4D97-AF65-F5344CB8AC3E}">
        <p14:creationId xmlns:p14="http://schemas.microsoft.com/office/powerpoint/2010/main" val="126592672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1.xml"/><Relationship Id="rId5" Type="http://schemas.openxmlformats.org/officeDocument/2006/relationships/hyperlink" Target="https://bit.ly/BM-PPT" TargetMode="External"/><Relationship Id="rId4"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8.jpe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bit.ly/BM-PPT" TargetMode="External"/><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11.jpe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18.jpe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19.png"/></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jpeg"/><Relationship Id="rId1" Type="http://schemas.openxmlformats.org/officeDocument/2006/relationships/slideMaster" Target="../slideMasters/slideMaster1.xml"/><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sv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1.jpeg"/><Relationship Id="rId7" Type="http://schemas.openxmlformats.org/officeDocument/2006/relationships/image" Target="../media/image2.svg"/><Relationship Id="rId2" Type="http://schemas.openxmlformats.org/officeDocument/2006/relationships/slideMaster" Target="../slideMasters/slideMaster1.xml"/><Relationship Id="rId1" Type="http://schemas.openxmlformats.org/officeDocument/2006/relationships/tags" Target="../tags/tag1.xml"/><Relationship Id="rId6" Type="http://schemas.openxmlformats.org/officeDocument/2006/relationships/image" Target="../media/image1.png"/><Relationship Id="rId5" Type="http://schemas.openxmlformats.org/officeDocument/2006/relationships/image" Target="../media/image27.svg"/><Relationship Id="rId4" Type="http://schemas.openxmlformats.org/officeDocument/2006/relationships/image" Target="../media/image26.png"/></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9.png"/><Relationship Id="rId1" Type="http://schemas.openxmlformats.org/officeDocument/2006/relationships/slideMaster" Target="../slideMasters/slideMaster1.xml"/><Relationship Id="rId4" Type="http://schemas.openxmlformats.org/officeDocument/2006/relationships/image" Target="../media/image30.sv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bit.ly/AF-PPT" TargetMode="External"/><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bit.ly/AF-PPT" TargetMode="External"/><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hyperlink" Target="https://bit.ly/BM-PPT" TargetMode="External"/><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44.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32.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hyperlink" Target="https://bit.ly/AF-PPT" TargetMode="External"/><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bit.ly/BM-PPT" TargetMode="External"/><Relationship Id="rId1" Type="http://schemas.openxmlformats.org/officeDocument/2006/relationships/slideMaster" Target="../slideMasters/slideMaster1.xml"/><Relationship Id="rId5" Type="http://schemas.openxmlformats.org/officeDocument/2006/relationships/image" Target="../media/image34.svg"/><Relationship Id="rId4" Type="http://schemas.openxmlformats.org/officeDocument/2006/relationships/image" Target="../media/image1.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hyperlink" Target="https://bit.ly/BM-PPT" TargetMode="External"/><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bit.ly/AF-PPT" TargetMode="External"/><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36.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jpe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bwMode="blackGray">
      <p:bgPr>
        <a:solidFill>
          <a:schemeClr val="accent1"/>
        </a:solidFill>
        <a:effectLst/>
      </p:bgPr>
    </p:b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3BA1F167-56BD-4B77-8666-3D1AD71B61D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white">
          <a:xfrm>
            <a:off x="8834371" y="6143438"/>
            <a:ext cx="3020706" cy="459760"/>
          </a:xfrm>
          <a:prstGeom prst="rect">
            <a:avLst/>
          </a:prstGeom>
        </p:spPr>
      </p:pic>
      <p:sp>
        <p:nvSpPr>
          <p:cNvPr id="2" name="Title 1">
            <a:extLst>
              <a:ext uri="{FF2B5EF4-FFF2-40B4-BE49-F238E27FC236}">
                <a16:creationId xmlns:a16="http://schemas.microsoft.com/office/drawing/2014/main" id="{4D86A160-27B7-4B9E-9FF6-494B710B765B}"/>
              </a:ext>
            </a:extLst>
          </p:cNvPr>
          <p:cNvSpPr>
            <a:spLocks noGrp="1"/>
          </p:cNvSpPr>
          <p:nvPr userDrawn="1">
            <p:ph type="ctrTitle" hasCustomPrompt="1"/>
          </p:nvPr>
        </p:nvSpPr>
        <p:spPr bwMode="white">
          <a:xfrm>
            <a:off x="1892255" y="2379203"/>
            <a:ext cx="7968516" cy="1688636"/>
          </a:xfrm>
        </p:spPr>
        <p:txBody>
          <a:bodyPr anchor="b"/>
          <a:lstStyle>
            <a:lvl1pPr algn="l">
              <a:lnSpc>
                <a:spcPct val="80000"/>
              </a:lnSpc>
              <a:defRPr sz="6000" b="1" i="0" cap="all" spc="0" baseline="0">
                <a:solidFill>
                  <a:schemeClr val="tx1">
                    <a:lumMod val="95000"/>
                  </a:schemeClr>
                </a:solidFill>
                <a:latin typeface="+mj-lt"/>
              </a:defRPr>
            </a:lvl1pPr>
          </a:lstStyle>
          <a:p>
            <a:r>
              <a:rPr lang="en-US"/>
              <a:t>Title Slide OPTION 1</a:t>
            </a:r>
          </a:p>
        </p:txBody>
      </p:sp>
      <p:sp>
        <p:nvSpPr>
          <p:cNvPr id="3" name="Subtitle 2">
            <a:extLst>
              <a:ext uri="{FF2B5EF4-FFF2-40B4-BE49-F238E27FC236}">
                <a16:creationId xmlns:a16="http://schemas.microsoft.com/office/drawing/2014/main" id="{99610187-F1A6-49D9-B491-6AF972609DF0}"/>
              </a:ext>
            </a:extLst>
          </p:cNvPr>
          <p:cNvSpPr>
            <a:spLocks noGrp="1"/>
          </p:cNvSpPr>
          <p:nvPr userDrawn="1">
            <p:ph type="subTitle" idx="1" hasCustomPrompt="1"/>
          </p:nvPr>
        </p:nvSpPr>
        <p:spPr bwMode="white">
          <a:xfrm>
            <a:off x="1932840" y="4175887"/>
            <a:ext cx="2295940" cy="467139"/>
          </a:xfrm>
        </p:spPr>
        <p:txBody>
          <a:bodyPr/>
          <a:lstStyle>
            <a:lvl1pPr marL="0" indent="0" algn="l">
              <a:spcBef>
                <a:spcPts val="0"/>
              </a:spcBef>
              <a:buNone/>
              <a:defRPr sz="1200" b="1" cap="all" baseline="0">
                <a:solidFill>
                  <a:schemeClr val="tx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 and/or </a:t>
            </a:r>
            <a:br>
              <a:rPr lang="en-US"/>
            </a:br>
            <a:r>
              <a:rPr lang="en-US"/>
              <a:t>Presenter name</a:t>
            </a:r>
          </a:p>
        </p:txBody>
      </p:sp>
      <p:pic>
        <p:nvPicPr>
          <p:cNvPr id="6" name="Picture 5">
            <a:extLst>
              <a:ext uri="{FF2B5EF4-FFF2-40B4-BE49-F238E27FC236}">
                <a16:creationId xmlns:a16="http://schemas.microsoft.com/office/drawing/2014/main" id="{EFB9ECE2-5163-9D04-E983-0F2B0EE4E4BB}"/>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69692" r="-270"/>
          <a:stretch/>
        </p:blipFill>
        <p:spPr>
          <a:xfrm>
            <a:off x="0" y="0"/>
            <a:ext cx="1572768" cy="6858000"/>
          </a:xfrm>
          <a:prstGeom prst="rect">
            <a:avLst/>
          </a:prstGeom>
        </p:spPr>
      </p:pic>
    </p:spTree>
    <p:extLst>
      <p:ext uri="{BB962C8B-B14F-4D97-AF65-F5344CB8AC3E}">
        <p14:creationId xmlns:p14="http://schemas.microsoft.com/office/powerpoint/2010/main" val="2301734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Option 2">
    <p:bg bwMode="blackGray">
      <p:bgPr>
        <a:solidFill>
          <a:schemeClr val="accent1"/>
        </a:solidFill>
        <a:effectLst/>
      </p:bgPr>
    </p:b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3BA1F167-56BD-4B77-8666-3D1AD71B61D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white">
          <a:xfrm>
            <a:off x="8834371" y="6143438"/>
            <a:ext cx="3020706" cy="459760"/>
          </a:xfrm>
          <a:prstGeom prst="rect">
            <a:avLst/>
          </a:prstGeom>
        </p:spPr>
      </p:pic>
      <p:sp>
        <p:nvSpPr>
          <p:cNvPr id="2" name="Title 1">
            <a:extLst>
              <a:ext uri="{FF2B5EF4-FFF2-40B4-BE49-F238E27FC236}">
                <a16:creationId xmlns:a16="http://schemas.microsoft.com/office/drawing/2014/main" id="{4D86A160-27B7-4B9E-9FF6-494B710B765B}"/>
              </a:ext>
            </a:extLst>
          </p:cNvPr>
          <p:cNvSpPr>
            <a:spLocks noGrp="1"/>
          </p:cNvSpPr>
          <p:nvPr userDrawn="1">
            <p:ph type="ctrTitle" hasCustomPrompt="1"/>
          </p:nvPr>
        </p:nvSpPr>
        <p:spPr bwMode="white">
          <a:xfrm>
            <a:off x="1892255" y="2379203"/>
            <a:ext cx="7968516" cy="1688636"/>
          </a:xfrm>
        </p:spPr>
        <p:txBody>
          <a:bodyPr anchor="b"/>
          <a:lstStyle>
            <a:lvl1pPr algn="l">
              <a:lnSpc>
                <a:spcPct val="80000"/>
              </a:lnSpc>
              <a:defRPr sz="6000" b="1" i="0" cap="all" spc="0" baseline="0">
                <a:solidFill>
                  <a:schemeClr val="tx1">
                    <a:lumMod val="95000"/>
                  </a:schemeClr>
                </a:solidFill>
                <a:latin typeface="+mj-lt"/>
              </a:defRPr>
            </a:lvl1pPr>
          </a:lstStyle>
          <a:p>
            <a:r>
              <a:rPr lang="en-US"/>
              <a:t>Title Slide Option 2</a:t>
            </a:r>
          </a:p>
        </p:txBody>
      </p:sp>
      <p:sp>
        <p:nvSpPr>
          <p:cNvPr id="3" name="Subtitle 2">
            <a:extLst>
              <a:ext uri="{FF2B5EF4-FFF2-40B4-BE49-F238E27FC236}">
                <a16:creationId xmlns:a16="http://schemas.microsoft.com/office/drawing/2014/main" id="{99610187-F1A6-49D9-B491-6AF972609DF0}"/>
              </a:ext>
            </a:extLst>
          </p:cNvPr>
          <p:cNvSpPr>
            <a:spLocks noGrp="1"/>
          </p:cNvSpPr>
          <p:nvPr userDrawn="1">
            <p:ph type="subTitle" idx="1" hasCustomPrompt="1"/>
          </p:nvPr>
        </p:nvSpPr>
        <p:spPr bwMode="white">
          <a:xfrm>
            <a:off x="1932840" y="4175887"/>
            <a:ext cx="2295940" cy="467139"/>
          </a:xfrm>
        </p:spPr>
        <p:txBody>
          <a:bodyPr/>
          <a:lstStyle>
            <a:lvl1pPr marL="0" indent="0" algn="l">
              <a:spcBef>
                <a:spcPts val="0"/>
              </a:spcBef>
              <a:buNone/>
              <a:defRPr sz="1200" b="1" cap="all" baseline="0">
                <a:solidFill>
                  <a:schemeClr val="tx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 and/or </a:t>
            </a:r>
            <a:br>
              <a:rPr lang="en-US"/>
            </a:br>
            <a:r>
              <a:rPr lang="en-US"/>
              <a:t>Presenter name</a:t>
            </a:r>
          </a:p>
        </p:txBody>
      </p:sp>
      <p:pic>
        <p:nvPicPr>
          <p:cNvPr id="5" name="Picture 4">
            <a:extLst>
              <a:ext uri="{FF2B5EF4-FFF2-40B4-BE49-F238E27FC236}">
                <a16:creationId xmlns:a16="http://schemas.microsoft.com/office/drawing/2014/main" id="{D12329B9-DD17-CA63-4289-7F63494F647E}"/>
              </a:ext>
            </a:extLst>
          </p:cNvPr>
          <p:cNvPicPr>
            <a:picLocks noChangeAspect="1"/>
          </p:cNvPicPr>
          <p:nvPr userDrawn="1"/>
        </p:nvPicPr>
        <p:blipFill>
          <a:blip r:embed="rId4"/>
          <a:stretch>
            <a:fillRect/>
          </a:stretch>
        </p:blipFill>
        <p:spPr>
          <a:xfrm flipV="1">
            <a:off x="0" y="0"/>
            <a:ext cx="1572768" cy="6858000"/>
          </a:xfrm>
          <a:prstGeom prst="rect">
            <a:avLst/>
          </a:prstGeom>
        </p:spPr>
      </p:pic>
    </p:spTree>
    <p:extLst>
      <p:ext uri="{BB962C8B-B14F-4D97-AF65-F5344CB8AC3E}">
        <p14:creationId xmlns:p14="http://schemas.microsoft.com/office/powerpoint/2010/main" val="1749591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Option 3">
    <p:bg bwMode="blackGray">
      <p:bgPr>
        <a:solidFill>
          <a:schemeClr val="accent2"/>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BA1D67-94EA-C52D-5C55-E91F520335B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0"/>
            <a:ext cx="12191998" cy="6857999"/>
          </a:xfrm>
          <a:prstGeom prst="rect">
            <a:avLst/>
          </a:prstGeom>
        </p:spPr>
      </p:pic>
      <p:sp>
        <p:nvSpPr>
          <p:cNvPr id="16" name="Rectangle 15">
            <a:extLst>
              <a:ext uri="{FF2B5EF4-FFF2-40B4-BE49-F238E27FC236}">
                <a16:creationId xmlns:a16="http://schemas.microsoft.com/office/drawing/2014/main" id="{78902215-CAB0-FE3E-6DF6-4E886AE6C650}"/>
              </a:ext>
            </a:extLst>
          </p:cNvPr>
          <p:cNvSpPr/>
          <p:nvPr userDrawn="1"/>
        </p:nvSpPr>
        <p:spPr>
          <a:xfrm>
            <a:off x="0" y="626806"/>
            <a:ext cx="12192000" cy="5604387"/>
          </a:xfrm>
          <a:prstGeom prst="rect">
            <a:avLst/>
          </a:prstGeom>
          <a:solidFill>
            <a:srgbClr val="6E38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7" name="Title 1">
            <a:extLst>
              <a:ext uri="{FF2B5EF4-FFF2-40B4-BE49-F238E27FC236}">
                <a16:creationId xmlns:a16="http://schemas.microsoft.com/office/drawing/2014/main" id="{D0C7D952-3A0A-3DB9-9D96-7BBCA01A9217}"/>
              </a:ext>
            </a:extLst>
          </p:cNvPr>
          <p:cNvSpPr>
            <a:spLocks noGrp="1"/>
          </p:cNvSpPr>
          <p:nvPr>
            <p:ph type="ctrTitle" hasCustomPrompt="1"/>
          </p:nvPr>
        </p:nvSpPr>
        <p:spPr bwMode="white">
          <a:xfrm>
            <a:off x="5762309" y="1993261"/>
            <a:ext cx="5006913" cy="2387053"/>
          </a:xfrm>
        </p:spPr>
        <p:txBody>
          <a:bodyPr anchor="b"/>
          <a:lstStyle>
            <a:lvl1pPr algn="l">
              <a:lnSpc>
                <a:spcPct val="80000"/>
              </a:lnSpc>
              <a:defRPr sz="6000" b="1" i="0" cap="all" spc="0" baseline="0">
                <a:solidFill>
                  <a:schemeClr val="tx1">
                    <a:lumMod val="95000"/>
                  </a:schemeClr>
                </a:solidFill>
                <a:latin typeface="+mj-lt"/>
              </a:defRPr>
            </a:lvl1pPr>
          </a:lstStyle>
          <a:p>
            <a:r>
              <a:rPr lang="en-US"/>
              <a:t>TITLE SLIDE OPTION 3</a:t>
            </a:r>
          </a:p>
        </p:txBody>
      </p:sp>
      <p:sp>
        <p:nvSpPr>
          <p:cNvPr id="18" name="Subtitle 2">
            <a:extLst>
              <a:ext uri="{FF2B5EF4-FFF2-40B4-BE49-F238E27FC236}">
                <a16:creationId xmlns:a16="http://schemas.microsoft.com/office/drawing/2014/main" id="{8D221A62-5C6A-EA86-8CF3-17DDB982C4B0}"/>
              </a:ext>
            </a:extLst>
          </p:cNvPr>
          <p:cNvSpPr>
            <a:spLocks noGrp="1"/>
          </p:cNvSpPr>
          <p:nvPr>
            <p:ph type="subTitle" idx="1" hasCustomPrompt="1"/>
          </p:nvPr>
        </p:nvSpPr>
        <p:spPr bwMode="white">
          <a:xfrm>
            <a:off x="5802894" y="4488362"/>
            <a:ext cx="2295940" cy="467139"/>
          </a:xfrm>
        </p:spPr>
        <p:txBody>
          <a:bodyPr/>
          <a:lstStyle>
            <a:lvl1pPr marL="0" indent="0" algn="l">
              <a:spcBef>
                <a:spcPts val="0"/>
              </a:spcBef>
              <a:buNone/>
              <a:defRPr sz="1200" b="1" cap="all" baseline="0">
                <a:solidFill>
                  <a:schemeClr val="tx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 and/or </a:t>
            </a:r>
            <a:br>
              <a:rPr lang="en-US"/>
            </a:br>
            <a:r>
              <a:rPr lang="en-US"/>
              <a:t>Presenter name</a:t>
            </a:r>
          </a:p>
        </p:txBody>
      </p:sp>
      <p:pic>
        <p:nvPicPr>
          <p:cNvPr id="21" name="Graphic 20">
            <a:extLst>
              <a:ext uri="{FF2B5EF4-FFF2-40B4-BE49-F238E27FC236}">
                <a16:creationId xmlns:a16="http://schemas.microsoft.com/office/drawing/2014/main" id="{3835D876-733F-5EE7-319F-98FB81776389}"/>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bwMode="white">
          <a:xfrm>
            <a:off x="8720662" y="5536856"/>
            <a:ext cx="3020706" cy="459760"/>
          </a:xfrm>
          <a:prstGeom prst="rect">
            <a:avLst/>
          </a:prstGeom>
        </p:spPr>
      </p:pic>
      <p:sp>
        <p:nvSpPr>
          <p:cNvPr id="20" name="Picture Placeholder 4">
            <a:extLst>
              <a:ext uri="{FF2B5EF4-FFF2-40B4-BE49-F238E27FC236}">
                <a16:creationId xmlns:a16="http://schemas.microsoft.com/office/drawing/2014/main" id="{777FAC52-4B8C-8F34-652E-B166AB050DC7}"/>
              </a:ext>
            </a:extLst>
          </p:cNvPr>
          <p:cNvSpPr>
            <a:spLocks noGrp="1"/>
          </p:cNvSpPr>
          <p:nvPr>
            <p:ph type="pic" sz="quarter" idx="10" hasCustomPrompt="1"/>
          </p:nvPr>
        </p:nvSpPr>
        <p:spPr>
          <a:xfrm>
            <a:off x="-1" y="0"/>
            <a:ext cx="4927600" cy="6858000"/>
          </a:xfrm>
          <a:prstGeom prst="rect">
            <a:avLst/>
          </a:prstGeom>
          <a:ln>
            <a:noFill/>
          </a:ln>
        </p:spPr>
        <p:txBody>
          <a:bodyPr bIns="822960" anchor="ctr"/>
          <a:lstStyle>
            <a:lvl1pPr marL="0" indent="0" algn="ctr">
              <a:buNone/>
              <a:defRPr/>
            </a:lvl1pPr>
          </a:lstStyle>
          <a:p>
            <a:r>
              <a:rPr lang="en-US" dirty="0"/>
              <a:t>Click the Icon to Insert Image</a:t>
            </a:r>
          </a:p>
        </p:txBody>
      </p:sp>
      <p:sp>
        <p:nvSpPr>
          <p:cNvPr id="10" name="TextBox 9">
            <a:extLst>
              <a:ext uri="{FF2B5EF4-FFF2-40B4-BE49-F238E27FC236}">
                <a16:creationId xmlns:a16="http://schemas.microsoft.com/office/drawing/2014/main" id="{9F9D70AC-D8FF-462D-9825-7286BEBF1923}"/>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2D2926"/>
                </a:solidFill>
                <a:effectLst/>
                <a:uLnTx/>
                <a:uFillTx/>
              </a:rPr>
              <a:t>TEMPLATE NOTES </a:t>
            </a:r>
            <a:br>
              <a:rPr kumimoji="0" lang="en-US" sz="900" b="1" i="0" u="none" strike="noStrike" kern="0" cap="none" spc="0" normalizeH="0" baseline="0" noProof="0">
                <a:ln>
                  <a:noFill/>
                </a:ln>
                <a:solidFill>
                  <a:srgbClr val="2D2926"/>
                </a:solidFill>
                <a:effectLst/>
                <a:uLnTx/>
                <a:uFillTx/>
              </a:rPr>
            </a:br>
            <a:r>
              <a:rPr kumimoji="0" lang="en-US" sz="900" b="0" i="1" u="none" strike="noStrike" kern="0" cap="none" spc="0" normalizeH="0" baseline="0" noProof="0">
                <a:ln>
                  <a:noFill/>
                </a:ln>
                <a:solidFill>
                  <a:srgbClr val="2D2926"/>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2D2926"/>
                </a:solidFill>
                <a:effectLst/>
                <a:uLnTx/>
                <a:uFillTx/>
              </a:rPr>
              <a:t>For a library of presentation-ready images, visit the library on SharePoint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Marketing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Documents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Design Resources &gt;  PowerPoint Templates &gt; Anytime Fitness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PPT Image Library.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Or, simply type in this URL: </a:t>
            </a:r>
            <a:r>
              <a:rPr kumimoji="0" lang="en-US" sz="900" b="0" i="0" u="none" strike="noStrike" kern="0" cap="none" spc="0" normalizeH="0" baseline="0" noProof="0">
                <a:ln>
                  <a:noFill/>
                </a:ln>
                <a:solidFill>
                  <a:srgbClr val="FF9800"/>
                </a:solidFill>
                <a:effectLst/>
                <a:uLnTx/>
                <a:uFillTx/>
                <a:hlinkClick r:id="rId5">
                  <a:extLst>
                    <a:ext uri="{A12FA001-AC4F-418D-AE19-62706E023703}">
                      <ahyp:hlinkClr xmlns:ahyp="http://schemas.microsoft.com/office/drawing/2018/hyperlinkcolor" val="tx"/>
                    </a:ext>
                  </a:extLst>
                </a:hlinkClick>
              </a:rPr>
              <a:t>bit.ly/AF-PPT</a:t>
            </a:r>
            <a:r>
              <a:rPr kumimoji="0" lang="en-US" sz="900" b="0" i="0" u="none" strike="noStrike" kern="0" cap="none" spc="0" normalizeH="0" baseline="0" noProof="0">
                <a:ln>
                  <a:noFill/>
                </a:ln>
                <a:solidFill>
                  <a:srgbClr val="FF9800"/>
                </a:solidFill>
                <a:effectLst/>
                <a:uLnTx/>
                <a:uFillTx/>
              </a:rPr>
              <a:t> </a:t>
            </a:r>
            <a:endParaRPr kumimoji="0" lang="en-US" sz="900" b="0" i="1" u="none" strike="noStrike" kern="0" cap="none" spc="0" normalizeH="0" baseline="0" noProof="0">
              <a:ln>
                <a:noFill/>
              </a:ln>
              <a:solidFill>
                <a:srgbClr val="FF98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p:txBody>
      </p:sp>
      <p:sp>
        <p:nvSpPr>
          <p:cNvPr id="19" name="TextBox 18">
            <a:extLst>
              <a:ext uri="{FF2B5EF4-FFF2-40B4-BE49-F238E27FC236}">
                <a16:creationId xmlns:a16="http://schemas.microsoft.com/office/drawing/2014/main" id="{BDD7568E-CB3A-DCFC-9AB9-F9930F412855}"/>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2D2926"/>
                </a:solidFill>
                <a:effectLst/>
                <a:uLnTx/>
                <a:uFillTx/>
              </a:rPr>
              <a:t>TEMPLATE NOTES </a:t>
            </a:r>
            <a:br>
              <a:rPr kumimoji="0" lang="en-US" sz="900" b="1" i="0" u="none" strike="noStrike" kern="0" cap="none" spc="0" normalizeH="0" baseline="0" noProof="0">
                <a:ln>
                  <a:noFill/>
                </a:ln>
                <a:solidFill>
                  <a:srgbClr val="2D2926"/>
                </a:solidFill>
                <a:effectLst/>
                <a:uLnTx/>
                <a:uFillTx/>
              </a:rPr>
            </a:br>
            <a:r>
              <a:rPr kumimoji="0" lang="en-US" sz="900" b="0" i="1" u="none" strike="noStrike" kern="0" cap="none" spc="0" normalizeH="0" baseline="0" noProof="0">
                <a:ln>
                  <a:noFill/>
                </a:ln>
                <a:solidFill>
                  <a:srgbClr val="2D2926"/>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2D2926"/>
                </a:solidFill>
                <a:effectLst/>
                <a:uLnTx/>
                <a:uFillTx/>
              </a:rPr>
              <a:t>For a library of presentation-ready images, visit the library on SharePoint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Marketing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Documents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Design Resources &gt;  PowerPoint Templates &gt; Anytime Fitness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PPT Image Library.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Or, simply type in this URL: </a:t>
            </a:r>
            <a:r>
              <a:rPr kumimoji="0" lang="en-US" sz="900" b="0" i="0" u="none" strike="noStrike" kern="0" cap="none" spc="0" normalizeH="0" baseline="0" noProof="0">
                <a:ln>
                  <a:noFill/>
                </a:ln>
                <a:solidFill>
                  <a:srgbClr val="FF9800"/>
                </a:solidFill>
                <a:effectLst/>
                <a:uLnTx/>
                <a:uFillTx/>
                <a:hlinkClick r:id="rId5">
                  <a:extLst>
                    <a:ext uri="{A12FA001-AC4F-418D-AE19-62706E023703}">
                      <ahyp:hlinkClr xmlns:ahyp="http://schemas.microsoft.com/office/drawing/2018/hyperlinkcolor" val="tx"/>
                    </a:ext>
                  </a:extLst>
                </a:hlinkClick>
              </a:rPr>
              <a:t>bit.ly/AF-PPT</a:t>
            </a:r>
            <a:r>
              <a:rPr kumimoji="0" lang="en-US" sz="900" b="0" i="0" u="none" strike="noStrike" kern="0" cap="none" spc="0" normalizeH="0" baseline="0" noProof="0">
                <a:ln>
                  <a:noFill/>
                </a:ln>
                <a:solidFill>
                  <a:srgbClr val="FF9800"/>
                </a:solidFill>
                <a:effectLst/>
                <a:uLnTx/>
                <a:uFillTx/>
              </a:rPr>
              <a:t> </a:t>
            </a:r>
            <a:endParaRPr kumimoji="0" lang="en-US" sz="900" b="0" i="1" u="none" strike="noStrike" kern="0" cap="none" spc="0" normalizeH="0" baseline="0" noProof="0">
              <a:ln>
                <a:noFill/>
              </a:ln>
              <a:solidFill>
                <a:srgbClr val="FF98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p:txBody>
      </p:sp>
    </p:spTree>
    <p:extLst>
      <p:ext uri="{BB962C8B-B14F-4D97-AF65-F5344CB8AC3E}">
        <p14:creationId xmlns:p14="http://schemas.microsoft.com/office/powerpoint/2010/main" val="7185679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Option 4">
    <p:bg bwMode="blackGray">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DBE3CDF-161F-4F63-B869-C988AD61EC40}"/>
              </a:ext>
            </a:extLst>
          </p:cNvPr>
          <p:cNvSpPr/>
          <p:nvPr userDrawn="1"/>
        </p:nvSpPr>
        <p:spPr bwMode="white">
          <a:xfrm>
            <a:off x="-1" y="0"/>
            <a:ext cx="12192001" cy="6857999"/>
          </a:xfrm>
          <a:prstGeom prst="rect">
            <a:avLst/>
          </a:prstGeom>
          <a:gradFill flip="none" rotWithShape="1">
            <a:gsLst>
              <a:gs pos="45000">
                <a:schemeClr val="bg2">
                  <a:alpha val="0"/>
                </a:schemeClr>
              </a:gs>
              <a:gs pos="99000">
                <a:schemeClr val="bg2">
                  <a:alpha val="71792"/>
                </a:scheme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86A160-27B7-4B9E-9FF6-494B710B765B}"/>
              </a:ext>
            </a:extLst>
          </p:cNvPr>
          <p:cNvSpPr>
            <a:spLocks noGrp="1"/>
          </p:cNvSpPr>
          <p:nvPr userDrawn="1">
            <p:ph type="ctrTitle" hasCustomPrompt="1"/>
          </p:nvPr>
        </p:nvSpPr>
        <p:spPr bwMode="white">
          <a:xfrm>
            <a:off x="992604" y="1993261"/>
            <a:ext cx="5006913" cy="2387053"/>
          </a:xfrm>
        </p:spPr>
        <p:txBody>
          <a:bodyPr anchor="b"/>
          <a:lstStyle>
            <a:lvl1pPr algn="l">
              <a:lnSpc>
                <a:spcPct val="80000"/>
              </a:lnSpc>
              <a:defRPr sz="6000" b="1" i="0" cap="all" spc="0" baseline="0">
                <a:solidFill>
                  <a:schemeClr val="tx1"/>
                </a:solidFill>
                <a:latin typeface="+mj-lt"/>
              </a:defRPr>
            </a:lvl1pPr>
          </a:lstStyle>
          <a:p>
            <a:r>
              <a:rPr lang="en-US"/>
              <a:t>TITLE SLIDE OPTION 4</a:t>
            </a:r>
          </a:p>
        </p:txBody>
      </p:sp>
      <p:sp>
        <p:nvSpPr>
          <p:cNvPr id="3" name="Subtitle 2">
            <a:extLst>
              <a:ext uri="{FF2B5EF4-FFF2-40B4-BE49-F238E27FC236}">
                <a16:creationId xmlns:a16="http://schemas.microsoft.com/office/drawing/2014/main" id="{99610187-F1A6-49D9-B491-6AF972609DF0}"/>
              </a:ext>
            </a:extLst>
          </p:cNvPr>
          <p:cNvSpPr>
            <a:spLocks noGrp="1"/>
          </p:cNvSpPr>
          <p:nvPr userDrawn="1">
            <p:ph type="subTitle" idx="1" hasCustomPrompt="1"/>
          </p:nvPr>
        </p:nvSpPr>
        <p:spPr bwMode="white">
          <a:xfrm>
            <a:off x="1033189" y="4488362"/>
            <a:ext cx="2295940" cy="467139"/>
          </a:xfrm>
        </p:spPr>
        <p:txBody>
          <a:bodyPr/>
          <a:lstStyle>
            <a:lvl1pPr marL="0" indent="0" algn="l">
              <a:spcBef>
                <a:spcPts val="0"/>
              </a:spcBef>
              <a:buNone/>
              <a:defRPr sz="1200" b="1" cap="all"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 and/or </a:t>
            </a:r>
            <a:br>
              <a:rPr lang="en-US"/>
            </a:br>
            <a:r>
              <a:rPr lang="en-US"/>
              <a:t>Presenter name</a:t>
            </a:r>
          </a:p>
        </p:txBody>
      </p:sp>
      <p:sp>
        <p:nvSpPr>
          <p:cNvPr id="9" name="TextBox 8">
            <a:extLst>
              <a:ext uri="{FF2B5EF4-FFF2-40B4-BE49-F238E27FC236}">
                <a16:creationId xmlns:a16="http://schemas.microsoft.com/office/drawing/2014/main" id="{AB44BF94-F536-426E-A3E5-B1F662975588}"/>
              </a:ext>
            </a:extLst>
          </p:cNvPr>
          <p:cNvSpPr txBox="1"/>
          <p:nvPr userDrawn="1"/>
        </p:nvSpPr>
        <p:spPr>
          <a:xfrm>
            <a:off x="-1377387" y="5251"/>
            <a:ext cx="1319384" cy="2908489"/>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To change the image, right-click on the image and choose “Format Background.” Select Picture or Texture Fill. Select a Full-Image-Slide approved image from the library on SharePoint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Marketing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Documents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Design Resources &gt;  PowerPoint Templates &gt; </a:t>
            </a:r>
            <a:r>
              <a:rPr lang="en-US" sz="900">
                <a:solidFill>
                  <a:schemeClr val="bg1"/>
                </a:solidFill>
              </a:rPr>
              <a:t>Anytime Fitness </a:t>
            </a:r>
            <a:r>
              <a:rPr kumimoji="0" lang="en-US" sz="900" b="0" i="0" u="none" strike="noStrike" kern="0" cap="none" spc="0" normalizeH="0" baseline="0" noProof="0">
                <a:ln>
                  <a:noFill/>
                </a:ln>
                <a:solidFill>
                  <a:srgbClr val="161614"/>
                </a:solidFill>
                <a:effectLst/>
                <a:uLnTx/>
                <a:uFillTx/>
              </a:rPr>
              <a:t>&gt;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PPT Image Library.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Or, simply type in this URL: </a:t>
            </a:r>
            <a:r>
              <a:rPr lang="en-US" sz="900">
                <a:hlinkClick r:id="rId3"/>
              </a:rPr>
              <a:t>bit.ly/AF-PPT</a:t>
            </a:r>
            <a:r>
              <a:rPr lang="en-US" sz="900"/>
              <a:t> </a:t>
            </a:r>
            <a:endParaRPr lang="en-US" sz="900" i="1"/>
          </a:p>
        </p:txBody>
      </p:sp>
      <p:pic>
        <p:nvPicPr>
          <p:cNvPr id="4" name="Graphic 3">
            <a:extLst>
              <a:ext uri="{FF2B5EF4-FFF2-40B4-BE49-F238E27FC236}">
                <a16:creationId xmlns:a16="http://schemas.microsoft.com/office/drawing/2014/main" id="{BCD01388-6E36-28FA-E617-B1D9179283BE}"/>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bwMode="white">
          <a:xfrm>
            <a:off x="7848253" y="6143438"/>
            <a:ext cx="3020706" cy="459760"/>
          </a:xfrm>
          <a:prstGeom prst="rect">
            <a:avLst/>
          </a:prstGeom>
        </p:spPr>
      </p:pic>
      <p:pic>
        <p:nvPicPr>
          <p:cNvPr id="6" name="Picture 5">
            <a:extLst>
              <a:ext uri="{FF2B5EF4-FFF2-40B4-BE49-F238E27FC236}">
                <a16:creationId xmlns:a16="http://schemas.microsoft.com/office/drawing/2014/main" id="{E31BDC9C-971B-5308-1AB6-187EEC2E2D2B}"/>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36305" t="19203" b="66164"/>
          <a:stretch/>
        </p:blipFill>
        <p:spPr>
          <a:xfrm rot="5400000">
            <a:off x="8281594" y="2947593"/>
            <a:ext cx="6857999" cy="962812"/>
          </a:xfrm>
          <a:prstGeom prst="rect">
            <a:avLst/>
          </a:prstGeom>
        </p:spPr>
      </p:pic>
    </p:spTree>
    <p:extLst>
      <p:ext uri="{BB962C8B-B14F-4D97-AF65-F5344CB8AC3E}">
        <p14:creationId xmlns:p14="http://schemas.microsoft.com/office/powerpoint/2010/main" val="41483163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Option 5">
    <p:bg bwMode="blackGray">
      <p:bgPr>
        <a:gradFill flip="none" rotWithShape="1">
          <a:gsLst>
            <a:gs pos="0">
              <a:schemeClr val="tx2"/>
            </a:gs>
            <a:gs pos="100000">
              <a:schemeClr val="accent2">
                <a:alpha val="77000"/>
              </a:schemeClr>
            </a:gs>
          </a:gsLst>
          <a:lin ang="8100000" scaled="1"/>
          <a:tileRect/>
        </a:gra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73975AB-C39D-F113-67A8-53AE25E554FE}"/>
              </a:ext>
            </a:extLst>
          </p:cNvPr>
          <p:cNvPicPr>
            <a:picLocks noChangeAspect="1"/>
          </p:cNvPicPr>
          <p:nvPr userDrawn="1"/>
        </p:nvPicPr>
        <p:blipFill>
          <a:blip r:embed="rId2">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8" name="Rectangle 7">
            <a:extLst>
              <a:ext uri="{FF2B5EF4-FFF2-40B4-BE49-F238E27FC236}">
                <a16:creationId xmlns:a16="http://schemas.microsoft.com/office/drawing/2014/main" id="{A01D818B-3B83-4D74-85EC-C99BA16330A0}"/>
              </a:ext>
            </a:extLst>
          </p:cNvPr>
          <p:cNvSpPr/>
          <p:nvPr userDrawn="1"/>
        </p:nvSpPr>
        <p:spPr>
          <a:xfrm>
            <a:off x="663146" y="626806"/>
            <a:ext cx="11528854" cy="5604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1" name="Title 1">
            <a:extLst>
              <a:ext uri="{FF2B5EF4-FFF2-40B4-BE49-F238E27FC236}">
                <a16:creationId xmlns:a16="http://schemas.microsoft.com/office/drawing/2014/main" id="{FC7F0163-9D9F-91BB-815C-830A872A05A9}"/>
              </a:ext>
            </a:extLst>
          </p:cNvPr>
          <p:cNvSpPr>
            <a:spLocks noGrp="1"/>
          </p:cNvSpPr>
          <p:nvPr>
            <p:ph type="ctrTitle" hasCustomPrompt="1"/>
          </p:nvPr>
        </p:nvSpPr>
        <p:spPr bwMode="white">
          <a:xfrm>
            <a:off x="1035564" y="1465723"/>
            <a:ext cx="5006913" cy="2387053"/>
          </a:xfrm>
        </p:spPr>
        <p:txBody>
          <a:bodyPr anchor="b"/>
          <a:lstStyle>
            <a:lvl1pPr algn="l">
              <a:lnSpc>
                <a:spcPct val="80000"/>
              </a:lnSpc>
              <a:defRPr sz="6000" b="1" i="0" cap="all" spc="0" baseline="0">
                <a:solidFill>
                  <a:schemeClr val="tx1">
                    <a:lumMod val="95000"/>
                  </a:schemeClr>
                </a:solidFill>
                <a:latin typeface="+mj-lt"/>
              </a:defRPr>
            </a:lvl1pPr>
          </a:lstStyle>
          <a:p>
            <a:r>
              <a:rPr lang="en-US"/>
              <a:t>TITLE SLIDE OPTION 5</a:t>
            </a:r>
          </a:p>
        </p:txBody>
      </p:sp>
      <p:sp>
        <p:nvSpPr>
          <p:cNvPr id="12" name="Subtitle 2">
            <a:extLst>
              <a:ext uri="{FF2B5EF4-FFF2-40B4-BE49-F238E27FC236}">
                <a16:creationId xmlns:a16="http://schemas.microsoft.com/office/drawing/2014/main" id="{C8218589-BB24-711A-CE8D-82F347A48447}"/>
              </a:ext>
            </a:extLst>
          </p:cNvPr>
          <p:cNvSpPr>
            <a:spLocks noGrp="1"/>
          </p:cNvSpPr>
          <p:nvPr>
            <p:ph type="subTitle" idx="1" hasCustomPrompt="1"/>
          </p:nvPr>
        </p:nvSpPr>
        <p:spPr bwMode="white">
          <a:xfrm>
            <a:off x="1058564" y="3960824"/>
            <a:ext cx="2295940" cy="467139"/>
          </a:xfrm>
        </p:spPr>
        <p:txBody>
          <a:bodyPr/>
          <a:lstStyle>
            <a:lvl1pPr marL="0" indent="0" algn="l">
              <a:spcBef>
                <a:spcPts val="0"/>
              </a:spcBef>
              <a:buNone/>
              <a:defRPr sz="1200" b="1" cap="all" baseline="0">
                <a:solidFill>
                  <a:schemeClr val="tx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 and/or </a:t>
            </a:r>
            <a:br>
              <a:rPr lang="en-US"/>
            </a:br>
            <a:r>
              <a:rPr lang="en-US"/>
              <a:t>Presenter name</a:t>
            </a:r>
          </a:p>
        </p:txBody>
      </p:sp>
      <p:sp>
        <p:nvSpPr>
          <p:cNvPr id="14" name="TextBox 13">
            <a:extLst>
              <a:ext uri="{FF2B5EF4-FFF2-40B4-BE49-F238E27FC236}">
                <a16:creationId xmlns:a16="http://schemas.microsoft.com/office/drawing/2014/main" id="{9218F55F-1F8C-DB81-4A38-95C5D49121AF}"/>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2D2926"/>
                </a:solidFill>
                <a:effectLst/>
                <a:uLnTx/>
                <a:uFillTx/>
              </a:rPr>
              <a:t>TEMPLATE NOTES </a:t>
            </a:r>
            <a:br>
              <a:rPr kumimoji="0" lang="en-US" sz="900" b="1" i="0" u="none" strike="noStrike" kern="0" cap="none" spc="0" normalizeH="0" baseline="0" noProof="0">
                <a:ln>
                  <a:noFill/>
                </a:ln>
                <a:solidFill>
                  <a:srgbClr val="2D2926"/>
                </a:solidFill>
                <a:effectLst/>
                <a:uLnTx/>
                <a:uFillTx/>
              </a:rPr>
            </a:br>
            <a:r>
              <a:rPr kumimoji="0" lang="en-US" sz="900" b="0" i="1" u="none" strike="noStrike" kern="0" cap="none" spc="0" normalizeH="0" baseline="0" noProof="0">
                <a:ln>
                  <a:noFill/>
                </a:ln>
                <a:solidFill>
                  <a:srgbClr val="2D2926"/>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2D2926"/>
                </a:solidFill>
                <a:effectLst/>
                <a:uLnTx/>
                <a:uFillTx/>
              </a:rPr>
              <a:t>For a library of presentation-ready images, visit the library on SharePoint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Marketing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Documents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Design Resources &gt;  PowerPoint Templates &gt; Anytime Fitness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PPT Image Library.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Or, simply type in this URL: </a:t>
            </a:r>
            <a:r>
              <a:rPr kumimoji="0" lang="en-US" sz="900" b="0" i="0" u="none" strike="noStrike" kern="0" cap="none" spc="0" normalizeH="0" baseline="0" noProof="0">
                <a:ln>
                  <a:noFill/>
                </a:ln>
                <a:solidFill>
                  <a:srgbClr val="FF9800"/>
                </a:solidFill>
                <a:effectLst/>
                <a:uLnTx/>
                <a:uFillTx/>
                <a:hlinkClick r:id="rId3">
                  <a:extLst>
                    <a:ext uri="{A12FA001-AC4F-418D-AE19-62706E023703}">
                      <ahyp:hlinkClr xmlns:ahyp="http://schemas.microsoft.com/office/drawing/2018/hyperlinkcolor" val="tx"/>
                    </a:ext>
                  </a:extLst>
                </a:hlinkClick>
              </a:rPr>
              <a:t>bit.ly/AF-PPT</a:t>
            </a:r>
            <a:r>
              <a:rPr kumimoji="0" lang="en-US" sz="900" b="0" i="0" u="none" strike="noStrike" kern="0" cap="none" spc="0" normalizeH="0" baseline="0" noProof="0">
                <a:ln>
                  <a:noFill/>
                </a:ln>
                <a:solidFill>
                  <a:srgbClr val="FF9800"/>
                </a:solidFill>
                <a:effectLst/>
                <a:uLnTx/>
                <a:uFillTx/>
              </a:rPr>
              <a:t> </a:t>
            </a:r>
            <a:endParaRPr kumimoji="0" lang="en-US" sz="900" b="0" i="1" u="none" strike="noStrike" kern="0" cap="none" spc="0" normalizeH="0" baseline="0" noProof="0">
              <a:ln>
                <a:noFill/>
              </a:ln>
              <a:solidFill>
                <a:srgbClr val="FF98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p:txBody>
      </p:sp>
      <p:sp>
        <p:nvSpPr>
          <p:cNvPr id="15" name="Picture Placeholder 4">
            <a:extLst>
              <a:ext uri="{FF2B5EF4-FFF2-40B4-BE49-F238E27FC236}">
                <a16:creationId xmlns:a16="http://schemas.microsoft.com/office/drawing/2014/main" id="{666920F6-5D0A-F6A0-448F-7166C446B2F4}"/>
              </a:ext>
            </a:extLst>
          </p:cNvPr>
          <p:cNvSpPr>
            <a:spLocks noGrp="1"/>
          </p:cNvSpPr>
          <p:nvPr>
            <p:ph type="pic" sz="quarter" idx="10" hasCustomPrompt="1"/>
          </p:nvPr>
        </p:nvSpPr>
        <p:spPr>
          <a:xfrm>
            <a:off x="6952129" y="0"/>
            <a:ext cx="5239872" cy="6858000"/>
          </a:xfrm>
          <a:prstGeom prst="rect">
            <a:avLst/>
          </a:prstGeom>
          <a:ln>
            <a:noFill/>
          </a:ln>
        </p:spPr>
        <p:txBody>
          <a:bodyPr bIns="822960" anchor="ctr"/>
          <a:lstStyle>
            <a:lvl1pPr marL="0" indent="0" algn="ctr">
              <a:buNone/>
              <a:defRPr/>
            </a:lvl1pPr>
          </a:lstStyle>
          <a:p>
            <a:r>
              <a:rPr lang="en-US"/>
              <a:t>Click the Icon to Insert Image</a:t>
            </a:r>
          </a:p>
        </p:txBody>
      </p:sp>
      <p:pic>
        <p:nvPicPr>
          <p:cNvPr id="16" name="Graphic 15">
            <a:extLst>
              <a:ext uri="{FF2B5EF4-FFF2-40B4-BE49-F238E27FC236}">
                <a16:creationId xmlns:a16="http://schemas.microsoft.com/office/drawing/2014/main" id="{6B284493-5F25-232F-9826-3A294FE3820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bwMode="white">
          <a:xfrm>
            <a:off x="1035564" y="5536856"/>
            <a:ext cx="3020706" cy="459760"/>
          </a:xfrm>
          <a:prstGeom prst="rect">
            <a:avLst/>
          </a:prstGeom>
        </p:spPr>
      </p:pic>
    </p:spTree>
    <p:extLst>
      <p:ext uri="{BB962C8B-B14F-4D97-AF65-F5344CB8AC3E}">
        <p14:creationId xmlns:p14="http://schemas.microsoft.com/office/powerpoint/2010/main" val="7341758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Agenda">
    <p:bg bwMode="ltGray">
      <p:bgPr>
        <a:solidFill>
          <a:schemeClr val="accent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39D5E3D1-2FD4-80BD-8140-7FEAB9D9E745}"/>
              </a:ext>
            </a:extLst>
          </p:cNvPr>
          <p:cNvPicPr>
            <a:picLocks noChangeAspect="1"/>
          </p:cNvPicPr>
          <p:nvPr userDrawn="1"/>
        </p:nvPicPr>
        <p:blipFill rotWithShape="1">
          <a:blip r:embed="rId2">
            <a:alphaModFix amt="89000"/>
            <a:extLst>
              <a:ext uri="{28A0092B-C50C-407E-A947-70E740481C1C}">
                <a14:useLocalDpi xmlns:a14="http://schemas.microsoft.com/office/drawing/2010/main" val="0"/>
              </a:ext>
            </a:extLst>
          </a:blip>
          <a:srcRect l="21453" t="11243" r="14852" b="17954"/>
          <a:stretch/>
        </p:blipFill>
        <p:spPr>
          <a:xfrm rot="5400000">
            <a:off x="-1099664" y="1099665"/>
            <a:ext cx="6857999" cy="4658671"/>
          </a:xfrm>
          <a:prstGeom prst="rect">
            <a:avLst/>
          </a:prstGeom>
        </p:spPr>
      </p:pic>
      <p:sp>
        <p:nvSpPr>
          <p:cNvPr id="15" name="Rectangle 14">
            <a:extLst>
              <a:ext uri="{FF2B5EF4-FFF2-40B4-BE49-F238E27FC236}">
                <a16:creationId xmlns:a16="http://schemas.microsoft.com/office/drawing/2014/main" id="{62A55604-9396-9507-2C0F-D5E3E243CB24}"/>
              </a:ext>
            </a:extLst>
          </p:cNvPr>
          <p:cNvSpPr/>
          <p:nvPr userDrawn="1"/>
        </p:nvSpPr>
        <p:spPr>
          <a:xfrm>
            <a:off x="498370" y="507036"/>
            <a:ext cx="4160301" cy="550373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Picture Placeholder 7">
            <a:extLst>
              <a:ext uri="{FF2B5EF4-FFF2-40B4-BE49-F238E27FC236}">
                <a16:creationId xmlns:a16="http://schemas.microsoft.com/office/drawing/2014/main" id="{9D2F8598-1E03-415E-9D61-D613757CD122}"/>
              </a:ext>
            </a:extLst>
          </p:cNvPr>
          <p:cNvSpPr>
            <a:spLocks noGrp="1"/>
          </p:cNvSpPr>
          <p:nvPr>
            <p:ph type="pic" sz="quarter" idx="15" hasCustomPrompt="1"/>
          </p:nvPr>
        </p:nvSpPr>
        <p:spPr>
          <a:xfrm>
            <a:off x="4658672" y="0"/>
            <a:ext cx="7532687" cy="6858000"/>
          </a:xfrm>
        </p:spPr>
        <p:txBody>
          <a:bodyPr anchor="ctr"/>
          <a:lstStyle>
            <a:lvl1pPr marL="0" indent="0" algn="ctr">
              <a:buNone/>
              <a:defRPr/>
            </a:lvl1pPr>
          </a:lstStyle>
          <a:p>
            <a:r>
              <a:rPr lang="en-US"/>
              <a:t>Click the Icon to Insert Image</a:t>
            </a:r>
          </a:p>
        </p:txBody>
      </p:sp>
      <p:sp>
        <p:nvSpPr>
          <p:cNvPr id="2" name="Title 1">
            <a:extLst>
              <a:ext uri="{FF2B5EF4-FFF2-40B4-BE49-F238E27FC236}">
                <a16:creationId xmlns:a16="http://schemas.microsoft.com/office/drawing/2014/main" id="{61C1462B-341F-4C88-96E1-04550B68AD04}"/>
              </a:ext>
            </a:extLst>
          </p:cNvPr>
          <p:cNvSpPr>
            <a:spLocks noGrp="1"/>
          </p:cNvSpPr>
          <p:nvPr>
            <p:ph type="title" hasCustomPrompt="1"/>
          </p:nvPr>
        </p:nvSpPr>
        <p:spPr bwMode="white">
          <a:xfrm>
            <a:off x="842411" y="1095644"/>
            <a:ext cx="2562483" cy="275799"/>
          </a:xfrm>
        </p:spPr>
        <p:txBody>
          <a:bodyPr/>
          <a:lstStyle>
            <a:lvl1pPr algn="l">
              <a:defRPr sz="3200" i="0" cap="all" spc="0" baseline="0">
                <a:solidFill>
                  <a:schemeClr val="accent5"/>
                </a:solidFill>
                <a:latin typeface="+mn-lt"/>
              </a:defRPr>
            </a:lvl1pPr>
          </a:lstStyle>
          <a:p>
            <a:r>
              <a:rPr lang="en-US"/>
              <a:t>Agenda</a:t>
            </a:r>
          </a:p>
        </p:txBody>
      </p:sp>
      <p:sp>
        <p:nvSpPr>
          <p:cNvPr id="12" name="TextBox 11">
            <a:extLst>
              <a:ext uri="{FF2B5EF4-FFF2-40B4-BE49-F238E27FC236}">
                <a16:creationId xmlns:a16="http://schemas.microsoft.com/office/drawing/2014/main" id="{7BB83F2C-B1B4-47BE-9DC6-E29DDF1909A8}"/>
              </a:ext>
            </a:extLst>
          </p:cNvPr>
          <p:cNvSpPr txBox="1"/>
          <p:nvPr userDrawn="1"/>
        </p:nvSpPr>
        <p:spPr>
          <a:xfrm>
            <a:off x="-1581150" y="5251"/>
            <a:ext cx="1523147" cy="26314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To change the image, right-click on the image and choose “Format Background.” Select Picture or Texture Fill. Select an Agenda-Slide approved image from the library on SharePoint &gt; Marketing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Documents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Design Resources &gt;  PowerPoint Templates &gt; </a:t>
            </a:r>
            <a:r>
              <a:rPr lang="en-US" sz="900">
                <a:solidFill>
                  <a:schemeClr val="bg1"/>
                </a:solidFill>
              </a:rPr>
              <a:t>Anytime Fitness </a:t>
            </a:r>
            <a:r>
              <a:rPr kumimoji="0" lang="en-US" sz="900" b="0" i="0" u="none" strike="noStrike" kern="0" cap="none" spc="0" normalizeH="0" baseline="0" noProof="0">
                <a:ln>
                  <a:noFill/>
                </a:ln>
                <a:solidFill>
                  <a:srgbClr val="161614"/>
                </a:solidFill>
                <a:effectLst/>
                <a:uLnTx/>
                <a:uFillTx/>
              </a:rPr>
              <a:t>&gt;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PPT Image Library.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Or, simply type in this URL: </a:t>
            </a:r>
            <a:r>
              <a:rPr lang="en-US" sz="900">
                <a:hlinkClick r:id="rId3"/>
              </a:rPr>
              <a:t>bit.ly/AF-PPT</a:t>
            </a:r>
            <a:r>
              <a:rPr lang="en-US" sz="900"/>
              <a:t> </a:t>
            </a:r>
            <a:endParaRPr lang="en-US" sz="900" i="1"/>
          </a:p>
        </p:txBody>
      </p:sp>
      <p:sp>
        <p:nvSpPr>
          <p:cNvPr id="4" name="Text Placeholder 3">
            <a:extLst>
              <a:ext uri="{FF2B5EF4-FFF2-40B4-BE49-F238E27FC236}">
                <a16:creationId xmlns:a16="http://schemas.microsoft.com/office/drawing/2014/main" id="{DBB2C4BE-C215-4D10-A970-131F4339B163}"/>
              </a:ext>
            </a:extLst>
          </p:cNvPr>
          <p:cNvSpPr>
            <a:spLocks noGrp="1"/>
          </p:cNvSpPr>
          <p:nvPr>
            <p:ph type="body" sz="quarter" idx="14"/>
          </p:nvPr>
        </p:nvSpPr>
        <p:spPr>
          <a:xfrm>
            <a:off x="842411" y="1644493"/>
            <a:ext cx="3447902" cy="2386012"/>
          </a:xfrm>
        </p:spPr>
        <p:txBody>
          <a:bodyPr/>
          <a:lstStyle>
            <a:lvl1pPr>
              <a:buClr>
                <a:schemeClr val="accent3"/>
              </a:buCl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Graphic 2">
            <a:extLst>
              <a:ext uri="{FF2B5EF4-FFF2-40B4-BE49-F238E27FC236}">
                <a16:creationId xmlns:a16="http://schemas.microsoft.com/office/drawing/2014/main" id="{9CCB56D1-E48E-0341-3CF2-A70DA77B00A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55976"/>
            <a:ext cx="911645" cy="241661"/>
          </a:xfrm>
          <a:prstGeom prst="rect">
            <a:avLst/>
          </a:prstGeom>
        </p:spPr>
      </p:pic>
    </p:spTree>
    <p:extLst>
      <p:ext uri="{BB962C8B-B14F-4D97-AF65-F5344CB8AC3E}">
        <p14:creationId xmlns:p14="http://schemas.microsoft.com/office/powerpoint/2010/main" val="2974488151"/>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Agenda Option 2">
    <p:bg bwMode="ltGray">
      <p:bgPr>
        <a:solidFill>
          <a:schemeClr val="accent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950B7F6-A3B2-BFC1-5597-CD31D2E1A2D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688"/>
            <a:ext cx="12192000" cy="6856622"/>
          </a:xfrm>
          <a:prstGeom prst="rect">
            <a:avLst/>
          </a:prstGeom>
        </p:spPr>
      </p:pic>
      <p:sp>
        <p:nvSpPr>
          <p:cNvPr id="15" name="Rectangle 14">
            <a:extLst>
              <a:ext uri="{FF2B5EF4-FFF2-40B4-BE49-F238E27FC236}">
                <a16:creationId xmlns:a16="http://schemas.microsoft.com/office/drawing/2014/main" id="{62A55604-9396-9507-2C0F-D5E3E243CB24}"/>
              </a:ext>
            </a:extLst>
          </p:cNvPr>
          <p:cNvSpPr/>
          <p:nvPr userDrawn="1"/>
        </p:nvSpPr>
        <p:spPr>
          <a:xfrm>
            <a:off x="5384269" y="848230"/>
            <a:ext cx="5492997" cy="53002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C1462B-341F-4C88-96E1-04550B68AD04}"/>
              </a:ext>
            </a:extLst>
          </p:cNvPr>
          <p:cNvSpPr>
            <a:spLocks noGrp="1"/>
          </p:cNvSpPr>
          <p:nvPr>
            <p:ph type="title" hasCustomPrompt="1"/>
          </p:nvPr>
        </p:nvSpPr>
        <p:spPr bwMode="white">
          <a:xfrm>
            <a:off x="5762429" y="1423190"/>
            <a:ext cx="2562483" cy="275799"/>
          </a:xfrm>
        </p:spPr>
        <p:txBody>
          <a:bodyPr/>
          <a:lstStyle>
            <a:lvl1pPr algn="l">
              <a:defRPr sz="3200" i="0" cap="all" spc="0" baseline="0">
                <a:solidFill>
                  <a:schemeClr val="accent4"/>
                </a:solidFill>
                <a:latin typeface="+mn-lt"/>
              </a:defRPr>
            </a:lvl1pPr>
          </a:lstStyle>
          <a:p>
            <a:r>
              <a:rPr lang="en-US"/>
              <a:t>Agenda</a:t>
            </a:r>
          </a:p>
        </p:txBody>
      </p:sp>
      <p:sp>
        <p:nvSpPr>
          <p:cNvPr id="12" name="TextBox 11">
            <a:extLst>
              <a:ext uri="{FF2B5EF4-FFF2-40B4-BE49-F238E27FC236}">
                <a16:creationId xmlns:a16="http://schemas.microsoft.com/office/drawing/2014/main" id="{7BB83F2C-B1B4-47BE-9DC6-E29DDF1909A8}"/>
              </a:ext>
            </a:extLst>
          </p:cNvPr>
          <p:cNvSpPr txBox="1"/>
          <p:nvPr userDrawn="1"/>
        </p:nvSpPr>
        <p:spPr>
          <a:xfrm>
            <a:off x="-1581150" y="5251"/>
            <a:ext cx="1523147" cy="26314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To change the image, right-click on the image and choose “Format Background.” Select Picture or Texture Fill. Select an Agenda-Slide approved image from the library on SharePoint &gt; Marketing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Documents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Design Resources &gt;  PowerPoint Templates &gt; </a:t>
            </a:r>
            <a:r>
              <a:rPr lang="en-US" sz="900">
                <a:solidFill>
                  <a:schemeClr val="bg1"/>
                </a:solidFill>
              </a:rPr>
              <a:t>Anytime Fitness </a:t>
            </a:r>
            <a:r>
              <a:rPr kumimoji="0" lang="en-US" sz="900" b="0" i="0" u="none" strike="noStrike" kern="0" cap="none" spc="0" normalizeH="0" baseline="0" noProof="0">
                <a:ln>
                  <a:noFill/>
                </a:ln>
                <a:solidFill>
                  <a:srgbClr val="161614"/>
                </a:solidFill>
                <a:effectLst/>
                <a:uLnTx/>
                <a:uFillTx/>
              </a:rPr>
              <a:t>&gt;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PPT Image Library.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Or, simply type in this URL: </a:t>
            </a:r>
            <a:r>
              <a:rPr lang="en-US" sz="900">
                <a:hlinkClick r:id="rId3"/>
              </a:rPr>
              <a:t>bit.ly/AF-PPT</a:t>
            </a:r>
            <a:r>
              <a:rPr lang="en-US" sz="900"/>
              <a:t> </a:t>
            </a:r>
            <a:endParaRPr lang="en-US" sz="900" i="1"/>
          </a:p>
        </p:txBody>
      </p:sp>
      <p:sp>
        <p:nvSpPr>
          <p:cNvPr id="4" name="Text Placeholder 3">
            <a:extLst>
              <a:ext uri="{FF2B5EF4-FFF2-40B4-BE49-F238E27FC236}">
                <a16:creationId xmlns:a16="http://schemas.microsoft.com/office/drawing/2014/main" id="{DBB2C4BE-C215-4D10-A970-131F4339B163}"/>
              </a:ext>
            </a:extLst>
          </p:cNvPr>
          <p:cNvSpPr>
            <a:spLocks noGrp="1"/>
          </p:cNvSpPr>
          <p:nvPr>
            <p:ph type="body" sz="quarter" idx="14"/>
          </p:nvPr>
        </p:nvSpPr>
        <p:spPr>
          <a:xfrm>
            <a:off x="5762429" y="1972039"/>
            <a:ext cx="3447902" cy="2386012"/>
          </a:xfrm>
        </p:spPr>
        <p:txBody>
          <a:bodyPr/>
          <a:lstStyle>
            <a:lvl1pPr>
              <a:buClr>
                <a:schemeClr val="accent4"/>
              </a:buCl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Graphic 2">
            <a:extLst>
              <a:ext uri="{FF2B5EF4-FFF2-40B4-BE49-F238E27FC236}">
                <a16:creationId xmlns:a16="http://schemas.microsoft.com/office/drawing/2014/main" id="{9CCB56D1-E48E-0341-3CF2-A70DA77B00A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55976"/>
            <a:ext cx="911645" cy="241661"/>
          </a:xfrm>
          <a:prstGeom prst="rect">
            <a:avLst/>
          </a:prstGeom>
        </p:spPr>
      </p:pic>
    </p:spTree>
    <p:extLst>
      <p:ext uri="{BB962C8B-B14F-4D97-AF65-F5344CB8AC3E}">
        <p14:creationId xmlns:p14="http://schemas.microsoft.com/office/powerpoint/2010/main" val="30958746"/>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Slide Option 1">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A5C2800-71F8-2D7B-8D97-59784CCA3D69}"/>
              </a:ext>
            </a:extLst>
          </p:cNvPr>
          <p:cNvSpPr>
            <a:spLocks noGrp="1"/>
          </p:cNvSpPr>
          <p:nvPr>
            <p:ph type="title" hasCustomPrompt="1"/>
          </p:nvPr>
        </p:nvSpPr>
        <p:spPr>
          <a:xfrm>
            <a:off x="1890640" y="2682037"/>
            <a:ext cx="6119906" cy="1607670"/>
          </a:xfrm>
        </p:spPr>
        <p:txBody>
          <a:bodyPr anchor="t"/>
          <a:lstStyle>
            <a:lvl1pPr algn="l">
              <a:defRPr sz="5400" cap="all" baseline="0">
                <a:solidFill>
                  <a:schemeClr val="tx1">
                    <a:lumMod val="95000"/>
                  </a:schemeClr>
                </a:solidFill>
              </a:defRPr>
            </a:lvl1pPr>
          </a:lstStyle>
          <a:p>
            <a:r>
              <a:rPr lang="en-US"/>
              <a:t>SECTION Slide </a:t>
            </a:r>
            <a:br>
              <a:rPr lang="en-US"/>
            </a:br>
            <a:r>
              <a:rPr lang="en-US"/>
              <a:t>Option 1</a:t>
            </a:r>
          </a:p>
        </p:txBody>
      </p:sp>
      <p:sp>
        <p:nvSpPr>
          <p:cNvPr id="9" name="Text Placeholder 2">
            <a:extLst>
              <a:ext uri="{FF2B5EF4-FFF2-40B4-BE49-F238E27FC236}">
                <a16:creationId xmlns:a16="http://schemas.microsoft.com/office/drawing/2014/main" id="{D6F85335-6D94-80AE-39D2-17663B527129}"/>
              </a:ext>
            </a:extLst>
          </p:cNvPr>
          <p:cNvSpPr>
            <a:spLocks noGrp="1"/>
          </p:cNvSpPr>
          <p:nvPr>
            <p:ph type="body" idx="1" hasCustomPrompt="1"/>
          </p:nvPr>
        </p:nvSpPr>
        <p:spPr>
          <a:xfrm>
            <a:off x="1895403" y="4403039"/>
            <a:ext cx="6115950" cy="430028"/>
          </a:xfrm>
        </p:spPr>
        <p:txBody>
          <a:bodyPr/>
          <a:lstStyle>
            <a:lvl1pPr marL="0" indent="0" algn="l">
              <a:buNone/>
              <a:defRPr sz="12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sp>
        <p:nvSpPr>
          <p:cNvPr id="10" name="Text Placeholder 6">
            <a:extLst>
              <a:ext uri="{FF2B5EF4-FFF2-40B4-BE49-F238E27FC236}">
                <a16:creationId xmlns:a16="http://schemas.microsoft.com/office/drawing/2014/main" id="{6CB00ADA-09D0-4DE1-BBD1-B013B58A5C11}"/>
              </a:ext>
            </a:extLst>
          </p:cNvPr>
          <p:cNvSpPr>
            <a:spLocks noGrp="1"/>
          </p:cNvSpPr>
          <p:nvPr>
            <p:ph type="body" sz="quarter" idx="10" hasCustomPrompt="1"/>
          </p:nvPr>
        </p:nvSpPr>
        <p:spPr>
          <a:xfrm>
            <a:off x="1894502" y="1023176"/>
            <a:ext cx="2790825" cy="1607670"/>
          </a:xfrm>
        </p:spPr>
        <p:txBody>
          <a:bodyPr/>
          <a:lstStyle>
            <a:lvl1pPr marL="0" indent="0">
              <a:buNone/>
              <a:defRPr sz="11500" b="1">
                <a:solidFill>
                  <a:schemeClr val="accent4"/>
                </a:solidFill>
              </a:defRPr>
            </a:lvl1pPr>
          </a:lstStyle>
          <a:p>
            <a:pPr lvl="0"/>
            <a:r>
              <a:rPr lang="en-US"/>
              <a:t>01</a:t>
            </a:r>
          </a:p>
        </p:txBody>
      </p:sp>
      <p:sp>
        <p:nvSpPr>
          <p:cNvPr id="2" name="Slide Number Placeholder 5">
            <a:extLst>
              <a:ext uri="{FF2B5EF4-FFF2-40B4-BE49-F238E27FC236}">
                <a16:creationId xmlns:a16="http://schemas.microsoft.com/office/drawing/2014/main" id="{39EECF60-7EA3-2450-4C62-A228C6A5221D}"/>
              </a:ext>
            </a:extLst>
          </p:cNvPr>
          <p:cNvSpPr>
            <a:spLocks noGrp="1"/>
          </p:cNvSpPr>
          <p:nvPr>
            <p:ph type="sldNum" sz="quarter" idx="4"/>
          </p:nvPr>
        </p:nvSpPr>
        <p:spPr>
          <a:xfrm>
            <a:off x="11674225" y="5477347"/>
            <a:ext cx="305503" cy="306298"/>
          </a:xfrm>
          <a:prstGeom prst="ellipse">
            <a:avLst/>
          </a:prstGeom>
          <a:noFill/>
          <a:ln w="6350">
            <a:solidFill>
              <a:schemeClr val="tx2"/>
            </a:solidFill>
          </a:ln>
        </p:spPr>
        <p:txBody>
          <a:bodyPr vert="horz" lIns="0" tIns="45720" rIns="0" bIns="45720" rtlCol="0" anchor="ctr"/>
          <a:lstStyle>
            <a:lvl1pPr algn="ctr">
              <a:defRPr sz="700" b="1">
                <a:solidFill>
                  <a:schemeClr val="tx2"/>
                </a:solidFill>
              </a:defRPr>
            </a:lvl1pPr>
          </a:lstStyle>
          <a:p>
            <a:fld id="{545951DD-1C6A-495F-8185-4C73F8F8B75A}" type="slidenum">
              <a:rPr lang="en-US" smtClean="0"/>
              <a:pPr/>
              <a:t>‹#›</a:t>
            </a:fld>
            <a:endParaRPr lang="en-US"/>
          </a:p>
        </p:txBody>
      </p:sp>
      <p:pic>
        <p:nvPicPr>
          <p:cNvPr id="4" name="Picture 3">
            <a:extLst>
              <a:ext uri="{FF2B5EF4-FFF2-40B4-BE49-F238E27FC236}">
                <a16:creationId xmlns:a16="http://schemas.microsoft.com/office/drawing/2014/main" id="{3FEF126B-DFC7-4E06-5BA7-E445C1224955}"/>
              </a:ext>
            </a:extLst>
          </p:cNvPr>
          <p:cNvPicPr>
            <a:picLocks noChangeAspect="1"/>
          </p:cNvPicPr>
          <p:nvPr userDrawn="1"/>
        </p:nvPicPr>
        <p:blipFill>
          <a:blip r:embed="rId2"/>
          <a:stretch>
            <a:fillRect/>
          </a:stretch>
        </p:blipFill>
        <p:spPr>
          <a:xfrm>
            <a:off x="0" y="0"/>
            <a:ext cx="1572768" cy="6858000"/>
          </a:xfrm>
          <a:prstGeom prst="rect">
            <a:avLst/>
          </a:prstGeom>
        </p:spPr>
      </p:pic>
    </p:spTree>
    <p:extLst>
      <p:ext uri="{BB962C8B-B14F-4D97-AF65-F5344CB8AC3E}">
        <p14:creationId xmlns:p14="http://schemas.microsoft.com/office/powerpoint/2010/main" val="3650638198"/>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Slide Option 2">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A5C2800-71F8-2D7B-8D97-59784CCA3D69}"/>
              </a:ext>
            </a:extLst>
          </p:cNvPr>
          <p:cNvSpPr>
            <a:spLocks noGrp="1"/>
          </p:cNvSpPr>
          <p:nvPr>
            <p:ph type="title" hasCustomPrompt="1"/>
          </p:nvPr>
        </p:nvSpPr>
        <p:spPr>
          <a:xfrm>
            <a:off x="1890640" y="2682037"/>
            <a:ext cx="6119906" cy="1607670"/>
          </a:xfrm>
        </p:spPr>
        <p:txBody>
          <a:bodyPr anchor="t"/>
          <a:lstStyle>
            <a:lvl1pPr algn="l">
              <a:defRPr sz="5400" cap="all" baseline="0">
                <a:solidFill>
                  <a:schemeClr val="tx1">
                    <a:lumMod val="95000"/>
                  </a:schemeClr>
                </a:solidFill>
              </a:defRPr>
            </a:lvl1pPr>
          </a:lstStyle>
          <a:p>
            <a:r>
              <a:rPr lang="en-US"/>
              <a:t>SECTION Slide </a:t>
            </a:r>
            <a:br>
              <a:rPr lang="en-US"/>
            </a:br>
            <a:r>
              <a:rPr lang="en-US"/>
              <a:t>Option 2</a:t>
            </a:r>
          </a:p>
        </p:txBody>
      </p:sp>
      <p:sp>
        <p:nvSpPr>
          <p:cNvPr id="9" name="Text Placeholder 2">
            <a:extLst>
              <a:ext uri="{FF2B5EF4-FFF2-40B4-BE49-F238E27FC236}">
                <a16:creationId xmlns:a16="http://schemas.microsoft.com/office/drawing/2014/main" id="{D6F85335-6D94-80AE-39D2-17663B527129}"/>
              </a:ext>
            </a:extLst>
          </p:cNvPr>
          <p:cNvSpPr>
            <a:spLocks noGrp="1"/>
          </p:cNvSpPr>
          <p:nvPr>
            <p:ph type="body" idx="1" hasCustomPrompt="1"/>
          </p:nvPr>
        </p:nvSpPr>
        <p:spPr>
          <a:xfrm>
            <a:off x="1895403" y="4403039"/>
            <a:ext cx="6115950" cy="430028"/>
          </a:xfrm>
        </p:spPr>
        <p:txBody>
          <a:bodyPr/>
          <a:lstStyle>
            <a:lvl1pPr marL="0" indent="0" algn="l">
              <a:buNone/>
              <a:defRPr sz="12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sp>
        <p:nvSpPr>
          <p:cNvPr id="10" name="Text Placeholder 6">
            <a:extLst>
              <a:ext uri="{FF2B5EF4-FFF2-40B4-BE49-F238E27FC236}">
                <a16:creationId xmlns:a16="http://schemas.microsoft.com/office/drawing/2014/main" id="{6CB00ADA-09D0-4DE1-BBD1-B013B58A5C11}"/>
              </a:ext>
            </a:extLst>
          </p:cNvPr>
          <p:cNvSpPr>
            <a:spLocks noGrp="1"/>
          </p:cNvSpPr>
          <p:nvPr>
            <p:ph type="body" sz="quarter" idx="10" hasCustomPrompt="1"/>
          </p:nvPr>
        </p:nvSpPr>
        <p:spPr>
          <a:xfrm>
            <a:off x="1894502" y="1023176"/>
            <a:ext cx="2790825" cy="1607670"/>
          </a:xfrm>
        </p:spPr>
        <p:txBody>
          <a:bodyPr/>
          <a:lstStyle>
            <a:lvl1pPr marL="0" indent="0">
              <a:buNone/>
              <a:defRPr sz="11500" b="1">
                <a:solidFill>
                  <a:schemeClr val="accent5"/>
                </a:solidFill>
              </a:defRPr>
            </a:lvl1pPr>
          </a:lstStyle>
          <a:p>
            <a:pPr lvl="0"/>
            <a:r>
              <a:rPr lang="en-US"/>
              <a:t>02</a:t>
            </a:r>
          </a:p>
        </p:txBody>
      </p:sp>
      <p:sp>
        <p:nvSpPr>
          <p:cNvPr id="2" name="Slide Number Placeholder 5">
            <a:extLst>
              <a:ext uri="{FF2B5EF4-FFF2-40B4-BE49-F238E27FC236}">
                <a16:creationId xmlns:a16="http://schemas.microsoft.com/office/drawing/2014/main" id="{39EECF60-7EA3-2450-4C62-A228C6A5221D}"/>
              </a:ext>
            </a:extLst>
          </p:cNvPr>
          <p:cNvSpPr>
            <a:spLocks noGrp="1"/>
          </p:cNvSpPr>
          <p:nvPr>
            <p:ph type="sldNum" sz="quarter" idx="4"/>
          </p:nvPr>
        </p:nvSpPr>
        <p:spPr>
          <a:xfrm>
            <a:off x="11674225" y="5477347"/>
            <a:ext cx="305503" cy="306298"/>
          </a:xfrm>
          <a:prstGeom prst="ellipse">
            <a:avLst/>
          </a:prstGeom>
          <a:noFill/>
          <a:ln w="6350">
            <a:solidFill>
              <a:schemeClr val="tx2"/>
            </a:solidFill>
          </a:ln>
        </p:spPr>
        <p:txBody>
          <a:bodyPr vert="horz" lIns="0" tIns="45720" rIns="0" bIns="45720" rtlCol="0" anchor="ctr"/>
          <a:lstStyle>
            <a:lvl1pPr algn="ctr">
              <a:defRPr sz="700" b="1">
                <a:solidFill>
                  <a:schemeClr val="tx2"/>
                </a:solidFill>
              </a:defRPr>
            </a:lvl1pPr>
          </a:lstStyle>
          <a:p>
            <a:fld id="{545951DD-1C6A-495F-8185-4C73F8F8B75A}" type="slidenum">
              <a:rPr lang="en-US" smtClean="0"/>
              <a:pPr/>
              <a:t>‹#›</a:t>
            </a:fld>
            <a:endParaRPr lang="en-US"/>
          </a:p>
        </p:txBody>
      </p:sp>
      <p:pic>
        <p:nvPicPr>
          <p:cNvPr id="4" name="Picture 3">
            <a:extLst>
              <a:ext uri="{FF2B5EF4-FFF2-40B4-BE49-F238E27FC236}">
                <a16:creationId xmlns:a16="http://schemas.microsoft.com/office/drawing/2014/main" id="{D6DDC4EB-97F9-0482-B983-CF6FB9EEFA0C}"/>
              </a:ext>
            </a:extLst>
          </p:cNvPr>
          <p:cNvPicPr>
            <a:picLocks noChangeAspect="1"/>
          </p:cNvPicPr>
          <p:nvPr userDrawn="1"/>
        </p:nvPicPr>
        <p:blipFill>
          <a:blip r:embed="rId2"/>
          <a:stretch>
            <a:fillRect/>
          </a:stretch>
        </p:blipFill>
        <p:spPr>
          <a:xfrm>
            <a:off x="0" y="0"/>
            <a:ext cx="1572768" cy="6858000"/>
          </a:xfrm>
          <a:prstGeom prst="rect">
            <a:avLst/>
          </a:prstGeom>
        </p:spPr>
      </p:pic>
    </p:spTree>
    <p:extLst>
      <p:ext uri="{BB962C8B-B14F-4D97-AF65-F5344CB8AC3E}">
        <p14:creationId xmlns:p14="http://schemas.microsoft.com/office/powerpoint/2010/main" val="780359133"/>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tx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160E842-C6B2-89C1-1A18-36088AF18338}"/>
              </a:ext>
            </a:extLst>
          </p:cNvPr>
          <p:cNvPicPr>
            <a:picLocks noChangeAspect="1"/>
          </p:cNvPicPr>
          <p:nvPr userDrawn="1"/>
        </p:nvPicPr>
        <p:blipFill>
          <a:blip r:embed="rId2">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5" name="Rectangle 4">
            <a:extLst>
              <a:ext uri="{FF2B5EF4-FFF2-40B4-BE49-F238E27FC236}">
                <a16:creationId xmlns:a16="http://schemas.microsoft.com/office/drawing/2014/main" id="{95E3FF0D-E586-41E0-E375-9DBDDDC7A5F6}"/>
              </a:ext>
            </a:extLst>
          </p:cNvPr>
          <p:cNvSpPr/>
          <p:nvPr userDrawn="1"/>
        </p:nvSpPr>
        <p:spPr>
          <a:xfrm>
            <a:off x="624348" y="626806"/>
            <a:ext cx="10943303" cy="5604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01353D-19F0-4884-9AB2-E050176C2C1A}"/>
              </a:ext>
            </a:extLst>
          </p:cNvPr>
          <p:cNvSpPr>
            <a:spLocks noGrp="1"/>
          </p:cNvSpPr>
          <p:nvPr>
            <p:ph type="title" hasCustomPrompt="1"/>
          </p:nvPr>
        </p:nvSpPr>
        <p:spPr>
          <a:xfrm>
            <a:off x="1681662" y="1679388"/>
            <a:ext cx="8828675" cy="2584733"/>
          </a:xfrm>
        </p:spPr>
        <p:txBody>
          <a:bodyPr anchor="b"/>
          <a:lstStyle>
            <a:lvl1pPr algn="ctr">
              <a:defRPr sz="6600" cap="all" baseline="0">
                <a:solidFill>
                  <a:schemeClr val="tx1">
                    <a:lumMod val="95000"/>
                  </a:schemeClr>
                </a:solidFill>
              </a:defRPr>
            </a:lvl1pPr>
          </a:lstStyle>
          <a:p>
            <a:r>
              <a:rPr lang="en-US"/>
              <a:t>DIVIDER Header or Callout</a:t>
            </a:r>
          </a:p>
        </p:txBody>
      </p:sp>
      <p:sp>
        <p:nvSpPr>
          <p:cNvPr id="3" name="Text Placeholder 2">
            <a:extLst>
              <a:ext uri="{FF2B5EF4-FFF2-40B4-BE49-F238E27FC236}">
                <a16:creationId xmlns:a16="http://schemas.microsoft.com/office/drawing/2014/main" id="{C10E0E0F-643C-4EE2-B4B4-39684E2614E3}"/>
              </a:ext>
            </a:extLst>
          </p:cNvPr>
          <p:cNvSpPr>
            <a:spLocks noGrp="1"/>
          </p:cNvSpPr>
          <p:nvPr>
            <p:ph type="body" idx="1" hasCustomPrompt="1"/>
          </p:nvPr>
        </p:nvSpPr>
        <p:spPr>
          <a:xfrm>
            <a:off x="2981285" y="4434541"/>
            <a:ext cx="6229430" cy="430028"/>
          </a:xfrm>
        </p:spPr>
        <p:txBody>
          <a:bodyPr/>
          <a:lstStyle>
            <a:lvl1pPr marL="0" indent="0" algn="ctr">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pic>
        <p:nvPicPr>
          <p:cNvPr id="6" name="Graphic 5">
            <a:extLst>
              <a:ext uri="{FF2B5EF4-FFF2-40B4-BE49-F238E27FC236}">
                <a16:creationId xmlns:a16="http://schemas.microsoft.com/office/drawing/2014/main" id="{7E1B80EA-6840-CFF5-DE5A-ABBDE7B6B68F}"/>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136610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secHead" preserve="1">
  <p:cSld name="Section Header Option 2">
    <p:bg bwMode="black">
      <p:bgPr>
        <a:solidFill>
          <a:schemeClr val="accent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E015EE9-DD8F-12B4-9CC7-49E23DBB8BA2}"/>
              </a:ext>
            </a:extLst>
          </p:cNvPr>
          <p:cNvPicPr>
            <a:picLocks noChangeAspect="1"/>
          </p:cNvPicPr>
          <p:nvPr userDrawn="1"/>
        </p:nvPicPr>
        <p:blipFill>
          <a:blip r:embed="rId2">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6" name="Rectangle 5">
            <a:extLst>
              <a:ext uri="{FF2B5EF4-FFF2-40B4-BE49-F238E27FC236}">
                <a16:creationId xmlns:a16="http://schemas.microsoft.com/office/drawing/2014/main" id="{6E2C2123-91CB-B558-A5C5-641B7F35C583}"/>
              </a:ext>
            </a:extLst>
          </p:cNvPr>
          <p:cNvSpPr/>
          <p:nvPr userDrawn="1"/>
        </p:nvSpPr>
        <p:spPr>
          <a:xfrm>
            <a:off x="624348" y="1"/>
            <a:ext cx="10943303" cy="584474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01353D-19F0-4884-9AB2-E050176C2C1A}"/>
              </a:ext>
            </a:extLst>
          </p:cNvPr>
          <p:cNvSpPr>
            <a:spLocks noGrp="1"/>
          </p:cNvSpPr>
          <p:nvPr>
            <p:ph type="title" hasCustomPrompt="1"/>
          </p:nvPr>
        </p:nvSpPr>
        <p:spPr bwMode="white">
          <a:xfrm>
            <a:off x="1681662" y="1679388"/>
            <a:ext cx="8828675" cy="2584733"/>
          </a:xfrm>
        </p:spPr>
        <p:txBody>
          <a:bodyPr anchor="b"/>
          <a:lstStyle>
            <a:lvl1pPr algn="ctr">
              <a:defRPr sz="6600" cap="all" baseline="0">
                <a:solidFill>
                  <a:schemeClr val="tx1">
                    <a:lumMod val="95000"/>
                  </a:schemeClr>
                </a:solidFill>
              </a:defRPr>
            </a:lvl1pPr>
          </a:lstStyle>
          <a:p>
            <a:r>
              <a:rPr lang="en-US"/>
              <a:t>DIVIDER Header or Callout</a:t>
            </a:r>
          </a:p>
        </p:txBody>
      </p:sp>
      <p:sp>
        <p:nvSpPr>
          <p:cNvPr id="3" name="Text Placeholder 2">
            <a:extLst>
              <a:ext uri="{FF2B5EF4-FFF2-40B4-BE49-F238E27FC236}">
                <a16:creationId xmlns:a16="http://schemas.microsoft.com/office/drawing/2014/main" id="{C10E0E0F-643C-4EE2-B4B4-39684E2614E3}"/>
              </a:ext>
            </a:extLst>
          </p:cNvPr>
          <p:cNvSpPr>
            <a:spLocks noGrp="1"/>
          </p:cNvSpPr>
          <p:nvPr>
            <p:ph type="body" idx="1" hasCustomPrompt="1"/>
          </p:nvPr>
        </p:nvSpPr>
        <p:spPr bwMode="white">
          <a:xfrm>
            <a:off x="2981285" y="4434541"/>
            <a:ext cx="6229430" cy="430028"/>
          </a:xfrm>
        </p:spPr>
        <p:txBody>
          <a:bodyPr/>
          <a:lstStyle>
            <a:lvl1pPr marL="0" indent="0" algn="ctr">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pic>
        <p:nvPicPr>
          <p:cNvPr id="4" name="Graphic 3">
            <a:extLst>
              <a:ext uri="{FF2B5EF4-FFF2-40B4-BE49-F238E27FC236}">
                <a16:creationId xmlns:a16="http://schemas.microsoft.com/office/drawing/2014/main" id="{12A2695C-16E9-5A21-16A9-AC75BC26DB88}"/>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27172298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Option 3">
    <p:bg>
      <p:bgPr>
        <a:solidFill>
          <a:schemeClr val="accent1"/>
        </a:solidFill>
        <a:effectLst/>
      </p:bgPr>
    </p:bg>
    <p:spTree>
      <p:nvGrpSpPr>
        <p:cNvPr id="1" name=""/>
        <p:cNvGrpSpPr/>
        <p:nvPr/>
      </p:nvGrpSpPr>
      <p:grpSpPr>
        <a:xfrm>
          <a:off x="0" y="0"/>
          <a:ext cx="0" cy="0"/>
          <a:chOff x="0" y="0"/>
          <a:chExt cx="0" cy="0"/>
        </a:xfrm>
      </p:grpSpPr>
      <p:pic>
        <p:nvPicPr>
          <p:cNvPr id="20" name="Graphic 19">
            <a:extLst>
              <a:ext uri="{FF2B5EF4-FFF2-40B4-BE49-F238E27FC236}">
                <a16:creationId xmlns:a16="http://schemas.microsoft.com/office/drawing/2014/main" id="{3C69910E-ECE6-4B49-BCBB-BAFD33A9926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7509" y="841244"/>
            <a:ext cx="12460717" cy="5242523"/>
          </a:xfrm>
          <a:custGeom>
            <a:avLst/>
            <a:gdLst>
              <a:gd name="connsiteX0" fmla="*/ 1047510 w 12460719"/>
              <a:gd name="connsiteY0" fmla="*/ 0 h 5242525"/>
              <a:gd name="connsiteX1" fmla="*/ 12460719 w 12460719"/>
              <a:gd name="connsiteY1" fmla="*/ 0 h 5242525"/>
              <a:gd name="connsiteX2" fmla="*/ 12460719 w 12460719"/>
              <a:gd name="connsiteY2" fmla="*/ 5242525 h 5242525"/>
              <a:gd name="connsiteX3" fmla="*/ 0 w 12460719"/>
              <a:gd name="connsiteY3" fmla="*/ 5242525 h 5242525"/>
              <a:gd name="connsiteX4" fmla="*/ 0 w 12460719"/>
              <a:gd name="connsiteY4" fmla="*/ 4540381 h 5242525"/>
              <a:gd name="connsiteX5" fmla="*/ 770486 w 12460719"/>
              <a:gd name="connsiteY5" fmla="*/ 4540381 h 5242525"/>
              <a:gd name="connsiteX6" fmla="*/ 1047510 w 12460719"/>
              <a:gd name="connsiteY6" fmla="*/ 4263357 h 524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60719" h="5242525">
                <a:moveTo>
                  <a:pt x="1047510" y="0"/>
                </a:moveTo>
                <a:lnTo>
                  <a:pt x="12460719" y="0"/>
                </a:lnTo>
                <a:lnTo>
                  <a:pt x="12460719" y="5242525"/>
                </a:lnTo>
                <a:lnTo>
                  <a:pt x="0" y="5242525"/>
                </a:lnTo>
                <a:lnTo>
                  <a:pt x="0" y="4540381"/>
                </a:lnTo>
                <a:lnTo>
                  <a:pt x="770486" y="4540381"/>
                </a:lnTo>
                <a:cubicBezTo>
                  <a:pt x="923482" y="4540381"/>
                  <a:pt x="1047510" y="4416353"/>
                  <a:pt x="1047510" y="4263357"/>
                </a:cubicBezTo>
                <a:close/>
              </a:path>
            </a:pathLst>
          </a:custGeom>
        </p:spPr>
      </p:pic>
      <p:sp>
        <p:nvSpPr>
          <p:cNvPr id="2" name="Title 1">
            <a:extLst>
              <a:ext uri="{FF2B5EF4-FFF2-40B4-BE49-F238E27FC236}">
                <a16:creationId xmlns:a16="http://schemas.microsoft.com/office/drawing/2014/main" id="{F101353D-19F0-4884-9AB2-E050176C2C1A}"/>
              </a:ext>
            </a:extLst>
          </p:cNvPr>
          <p:cNvSpPr>
            <a:spLocks noGrp="1"/>
          </p:cNvSpPr>
          <p:nvPr>
            <p:ph type="title" hasCustomPrompt="1"/>
          </p:nvPr>
        </p:nvSpPr>
        <p:spPr>
          <a:xfrm>
            <a:off x="5590275" y="2009678"/>
            <a:ext cx="6229429" cy="2584733"/>
          </a:xfrm>
        </p:spPr>
        <p:txBody>
          <a:bodyPr anchor="b"/>
          <a:lstStyle>
            <a:lvl1pPr algn="l">
              <a:defRPr sz="6600" cap="all" baseline="0">
                <a:solidFill>
                  <a:schemeClr val="tx1">
                    <a:lumMod val="95000"/>
                  </a:schemeClr>
                </a:solidFill>
              </a:defRPr>
            </a:lvl1pPr>
          </a:lstStyle>
          <a:p>
            <a:r>
              <a:rPr lang="en-US"/>
              <a:t>DIVIDER Header or Callout</a:t>
            </a:r>
          </a:p>
        </p:txBody>
      </p:sp>
      <p:sp>
        <p:nvSpPr>
          <p:cNvPr id="3" name="Text Placeholder 2">
            <a:extLst>
              <a:ext uri="{FF2B5EF4-FFF2-40B4-BE49-F238E27FC236}">
                <a16:creationId xmlns:a16="http://schemas.microsoft.com/office/drawing/2014/main" id="{C10E0E0F-643C-4EE2-B4B4-39684E2614E3}"/>
              </a:ext>
            </a:extLst>
          </p:cNvPr>
          <p:cNvSpPr>
            <a:spLocks noGrp="1"/>
          </p:cNvSpPr>
          <p:nvPr>
            <p:ph type="body" idx="1" hasCustomPrompt="1"/>
          </p:nvPr>
        </p:nvSpPr>
        <p:spPr>
          <a:xfrm>
            <a:off x="5590274" y="4764831"/>
            <a:ext cx="6229430" cy="430028"/>
          </a:xfrm>
        </p:spPr>
        <p:txBody>
          <a:bodyPr/>
          <a:lstStyle>
            <a:lvl1pPr marL="0" indent="0" algn="l">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spTree>
    <p:extLst>
      <p:ext uri="{BB962C8B-B14F-4D97-AF65-F5344CB8AC3E}">
        <p14:creationId xmlns:p14="http://schemas.microsoft.com/office/powerpoint/2010/main" val="27642487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Option 4">
    <p:bg>
      <p:bgPr>
        <a:solidFill>
          <a:schemeClr val="accent2"/>
        </a:solidFill>
        <a:effectLst/>
      </p:bgPr>
    </p:bg>
    <p:spTree>
      <p:nvGrpSpPr>
        <p:cNvPr id="1" name=""/>
        <p:cNvGrpSpPr/>
        <p:nvPr/>
      </p:nvGrpSpPr>
      <p:grpSpPr>
        <a:xfrm>
          <a:off x="0" y="0"/>
          <a:ext cx="0" cy="0"/>
          <a:chOff x="0" y="0"/>
          <a:chExt cx="0" cy="0"/>
        </a:xfrm>
      </p:grpSpPr>
      <p:pic>
        <p:nvPicPr>
          <p:cNvPr id="20" name="Graphic 19">
            <a:extLst>
              <a:ext uri="{FF2B5EF4-FFF2-40B4-BE49-F238E27FC236}">
                <a16:creationId xmlns:a16="http://schemas.microsoft.com/office/drawing/2014/main" id="{3C69910E-ECE6-4B49-BCBB-BAFD33A9926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7508" y="841244"/>
            <a:ext cx="12460714" cy="5242523"/>
          </a:xfrm>
          <a:custGeom>
            <a:avLst/>
            <a:gdLst>
              <a:gd name="connsiteX0" fmla="*/ 1047510 w 12460719"/>
              <a:gd name="connsiteY0" fmla="*/ 0 h 5242525"/>
              <a:gd name="connsiteX1" fmla="*/ 12460719 w 12460719"/>
              <a:gd name="connsiteY1" fmla="*/ 0 h 5242525"/>
              <a:gd name="connsiteX2" fmla="*/ 12460719 w 12460719"/>
              <a:gd name="connsiteY2" fmla="*/ 5242525 h 5242525"/>
              <a:gd name="connsiteX3" fmla="*/ 0 w 12460719"/>
              <a:gd name="connsiteY3" fmla="*/ 5242525 h 5242525"/>
              <a:gd name="connsiteX4" fmla="*/ 0 w 12460719"/>
              <a:gd name="connsiteY4" fmla="*/ 4540381 h 5242525"/>
              <a:gd name="connsiteX5" fmla="*/ 770486 w 12460719"/>
              <a:gd name="connsiteY5" fmla="*/ 4540381 h 5242525"/>
              <a:gd name="connsiteX6" fmla="*/ 1047510 w 12460719"/>
              <a:gd name="connsiteY6" fmla="*/ 4263357 h 524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60719" h="5242525">
                <a:moveTo>
                  <a:pt x="1047510" y="0"/>
                </a:moveTo>
                <a:lnTo>
                  <a:pt x="12460719" y="0"/>
                </a:lnTo>
                <a:lnTo>
                  <a:pt x="12460719" y="5242525"/>
                </a:lnTo>
                <a:lnTo>
                  <a:pt x="0" y="5242525"/>
                </a:lnTo>
                <a:lnTo>
                  <a:pt x="0" y="4540381"/>
                </a:lnTo>
                <a:lnTo>
                  <a:pt x="770486" y="4540381"/>
                </a:lnTo>
                <a:cubicBezTo>
                  <a:pt x="923482" y="4540381"/>
                  <a:pt x="1047510" y="4416353"/>
                  <a:pt x="1047510" y="4263357"/>
                </a:cubicBezTo>
                <a:close/>
              </a:path>
            </a:pathLst>
          </a:custGeom>
        </p:spPr>
      </p:pic>
      <p:sp>
        <p:nvSpPr>
          <p:cNvPr id="2" name="Title 1">
            <a:extLst>
              <a:ext uri="{FF2B5EF4-FFF2-40B4-BE49-F238E27FC236}">
                <a16:creationId xmlns:a16="http://schemas.microsoft.com/office/drawing/2014/main" id="{F101353D-19F0-4884-9AB2-E050176C2C1A}"/>
              </a:ext>
            </a:extLst>
          </p:cNvPr>
          <p:cNvSpPr>
            <a:spLocks noGrp="1"/>
          </p:cNvSpPr>
          <p:nvPr>
            <p:ph type="title" hasCustomPrompt="1"/>
          </p:nvPr>
        </p:nvSpPr>
        <p:spPr>
          <a:xfrm>
            <a:off x="5590275" y="2009678"/>
            <a:ext cx="6229429" cy="2584733"/>
          </a:xfrm>
        </p:spPr>
        <p:txBody>
          <a:bodyPr anchor="b"/>
          <a:lstStyle>
            <a:lvl1pPr algn="l">
              <a:defRPr sz="6600" cap="all" baseline="0">
                <a:solidFill>
                  <a:schemeClr val="tx1">
                    <a:lumMod val="95000"/>
                  </a:schemeClr>
                </a:solidFill>
              </a:defRPr>
            </a:lvl1pPr>
          </a:lstStyle>
          <a:p>
            <a:r>
              <a:rPr lang="en-US"/>
              <a:t>DIVIDER Header or Callout</a:t>
            </a:r>
          </a:p>
        </p:txBody>
      </p:sp>
      <p:sp>
        <p:nvSpPr>
          <p:cNvPr id="3" name="Text Placeholder 2">
            <a:extLst>
              <a:ext uri="{FF2B5EF4-FFF2-40B4-BE49-F238E27FC236}">
                <a16:creationId xmlns:a16="http://schemas.microsoft.com/office/drawing/2014/main" id="{C10E0E0F-643C-4EE2-B4B4-39684E2614E3}"/>
              </a:ext>
            </a:extLst>
          </p:cNvPr>
          <p:cNvSpPr>
            <a:spLocks noGrp="1"/>
          </p:cNvSpPr>
          <p:nvPr>
            <p:ph type="body" idx="1" hasCustomPrompt="1"/>
          </p:nvPr>
        </p:nvSpPr>
        <p:spPr>
          <a:xfrm>
            <a:off x="5590274" y="4764831"/>
            <a:ext cx="6229430" cy="430028"/>
          </a:xfrm>
        </p:spPr>
        <p:txBody>
          <a:bodyPr/>
          <a:lstStyle>
            <a:lvl1pPr marL="0" indent="0" algn="l">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spTree>
    <p:extLst>
      <p:ext uri="{BB962C8B-B14F-4D97-AF65-F5344CB8AC3E}">
        <p14:creationId xmlns:p14="http://schemas.microsoft.com/office/powerpoint/2010/main" val="3599203728"/>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ull Image Background Option 1">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515B009-1BDC-47A6-9FDB-7E9186DA10D7}"/>
              </a:ext>
            </a:extLst>
          </p:cNvPr>
          <p:cNvSpPr/>
          <p:nvPr userDrawn="1"/>
        </p:nvSpPr>
        <p:spPr bwMode="white">
          <a:xfrm>
            <a:off x="-1" y="0"/>
            <a:ext cx="12192001" cy="6857999"/>
          </a:xfrm>
          <a:prstGeom prst="rect">
            <a:avLst/>
          </a:prstGeom>
          <a:gradFill flip="none" rotWithShape="1">
            <a:gsLst>
              <a:gs pos="39000">
                <a:schemeClr val="bg2">
                  <a:alpha val="0"/>
                </a:schemeClr>
              </a:gs>
              <a:gs pos="100000">
                <a:schemeClr val="bg2">
                  <a:alpha val="67666"/>
                </a:scheme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a:extLst>
              <a:ext uri="{FF2B5EF4-FFF2-40B4-BE49-F238E27FC236}">
                <a16:creationId xmlns:a16="http://schemas.microsoft.com/office/drawing/2014/main" id="{936C1A3C-9EBB-4EB3-96B1-9496B212E1CD}"/>
              </a:ext>
            </a:extLst>
          </p:cNvPr>
          <p:cNvSpPr>
            <a:spLocks noGrp="1"/>
          </p:cNvSpPr>
          <p:nvPr>
            <p:ph type="body" sz="quarter" idx="13"/>
          </p:nvPr>
        </p:nvSpPr>
        <p:spPr>
          <a:xfrm>
            <a:off x="399621" y="4974760"/>
            <a:ext cx="4444785" cy="1301750"/>
          </a:xfrm>
        </p:spPr>
        <p:txBody>
          <a:bodyPr/>
          <a:lstStyle>
            <a:lvl1pPr>
              <a:buClr>
                <a:schemeClr val="accent4"/>
              </a:buClr>
              <a:defRPr/>
            </a:lvl1pPr>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itle 13">
            <a:extLst>
              <a:ext uri="{FF2B5EF4-FFF2-40B4-BE49-F238E27FC236}">
                <a16:creationId xmlns:a16="http://schemas.microsoft.com/office/drawing/2014/main" id="{7275158B-7A67-426D-ACEC-E545021D665E}"/>
              </a:ext>
            </a:extLst>
          </p:cNvPr>
          <p:cNvSpPr>
            <a:spLocks noGrp="1"/>
          </p:cNvSpPr>
          <p:nvPr>
            <p:ph type="title" hasCustomPrompt="1"/>
          </p:nvPr>
        </p:nvSpPr>
        <p:spPr>
          <a:xfrm>
            <a:off x="403508" y="2566472"/>
            <a:ext cx="4444786" cy="2295693"/>
          </a:xfrm>
        </p:spPr>
        <p:txBody>
          <a:bodyPr/>
          <a:lstStyle>
            <a:lvl1pPr>
              <a:defRPr>
                <a:solidFill>
                  <a:schemeClr val="tx1"/>
                </a:solidFill>
              </a:defRPr>
            </a:lvl1pPr>
          </a:lstStyle>
          <a:p>
            <a:r>
              <a:rPr lang="en-US"/>
              <a:t>Divider or Impact Slide Option1</a:t>
            </a:r>
          </a:p>
        </p:txBody>
      </p:sp>
      <p:sp>
        <p:nvSpPr>
          <p:cNvPr id="12" name="TextBox 11">
            <a:extLst>
              <a:ext uri="{FF2B5EF4-FFF2-40B4-BE49-F238E27FC236}">
                <a16:creationId xmlns:a16="http://schemas.microsoft.com/office/drawing/2014/main" id="{8C16FE3C-5752-48B8-9DA4-7968A6B1B334}"/>
              </a:ext>
            </a:extLst>
          </p:cNvPr>
          <p:cNvSpPr txBox="1"/>
          <p:nvPr userDrawn="1"/>
        </p:nvSpPr>
        <p:spPr>
          <a:xfrm>
            <a:off x="-1377387" y="5251"/>
            <a:ext cx="1319384" cy="3600986"/>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To change the image, right-click on the image and choose “Format Background.” Select Picture or Texture Fill. Select a Full-Image-Slide approved image from the library on SharePoint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Marketing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Documents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Design Resources &gt;  PowerPoint Templates &gt; </a:t>
            </a:r>
            <a:r>
              <a:rPr lang="en-US" sz="900">
                <a:solidFill>
                  <a:schemeClr val="bg1"/>
                </a:solidFill>
              </a:rPr>
              <a:t>Anytime Fitness </a:t>
            </a:r>
            <a:r>
              <a:rPr kumimoji="0" lang="en-US" sz="900" b="0" i="0" u="none" strike="noStrike" kern="0" cap="none" spc="0" normalizeH="0" baseline="0" noProof="0">
                <a:ln>
                  <a:noFill/>
                </a:ln>
                <a:solidFill>
                  <a:srgbClr val="161614"/>
                </a:solidFill>
                <a:effectLst/>
                <a:uLnTx/>
                <a:uFillTx/>
              </a:rPr>
              <a:t>&gt;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PPT Image Library.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Or, simply type in this URL: </a:t>
            </a:r>
            <a:r>
              <a:rPr lang="en-US" sz="900">
                <a:hlinkClick r:id="rId3"/>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161614"/>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You may move the text boxes depending on the image you use. </a:t>
            </a:r>
          </a:p>
        </p:txBody>
      </p:sp>
      <p:pic>
        <p:nvPicPr>
          <p:cNvPr id="5" name="Picture 4">
            <a:extLst>
              <a:ext uri="{FF2B5EF4-FFF2-40B4-BE49-F238E27FC236}">
                <a16:creationId xmlns:a16="http://schemas.microsoft.com/office/drawing/2014/main" id="{C9AE4D0D-76A0-97AF-129B-81454A90A178}"/>
              </a:ext>
            </a:extLst>
          </p:cNvPr>
          <p:cNvPicPr>
            <a:picLocks noChangeAspect="1"/>
          </p:cNvPicPr>
          <p:nvPr userDrawn="1"/>
        </p:nvPicPr>
        <p:blipFill>
          <a:blip r:embed="rId4"/>
          <a:stretch>
            <a:fillRect/>
          </a:stretch>
        </p:blipFill>
        <p:spPr>
          <a:xfrm>
            <a:off x="11228832" y="0"/>
            <a:ext cx="963168" cy="6858000"/>
          </a:xfrm>
          <a:prstGeom prst="rect">
            <a:avLst/>
          </a:prstGeom>
        </p:spPr>
      </p:pic>
      <p:pic>
        <p:nvPicPr>
          <p:cNvPr id="3" name="Graphic 2">
            <a:extLst>
              <a:ext uri="{FF2B5EF4-FFF2-40B4-BE49-F238E27FC236}">
                <a16:creationId xmlns:a16="http://schemas.microsoft.com/office/drawing/2014/main" id="{7B5D1954-B6FD-5BA5-7306-5D2F90DA81DD}"/>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26370194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tatement or Quote Option 1">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3BFD7D5-14DE-CC2F-5ED0-1A0F545D6B18}"/>
              </a:ext>
            </a:extLst>
          </p:cNvPr>
          <p:cNvSpPr/>
          <p:nvPr userDrawn="1"/>
        </p:nvSpPr>
        <p:spPr>
          <a:xfrm>
            <a:off x="2693772" y="0"/>
            <a:ext cx="9498227" cy="520219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ED72B5-0DE3-480A-A47C-380A51CCE9BF}"/>
              </a:ext>
            </a:extLst>
          </p:cNvPr>
          <p:cNvSpPr>
            <a:spLocks noGrp="1"/>
          </p:cNvSpPr>
          <p:nvPr>
            <p:ph type="title" hasCustomPrompt="1"/>
          </p:nvPr>
        </p:nvSpPr>
        <p:spPr>
          <a:xfrm>
            <a:off x="3726537" y="1039058"/>
            <a:ext cx="5823863" cy="2615662"/>
          </a:xfrm>
        </p:spPr>
        <p:txBody>
          <a:bodyPr/>
          <a:lstStyle>
            <a:lvl1pPr algn="l">
              <a:defRPr sz="3600">
                <a:solidFill>
                  <a:schemeClr val="tx1"/>
                </a:solidFill>
              </a:defRPr>
            </a:lvl1pPr>
          </a:lstStyle>
          <a:p>
            <a:r>
              <a:rPr lang="en-US"/>
              <a:t>Use brief story-prompting or high-impact statements </a:t>
            </a:r>
            <a:br>
              <a:rPr lang="en-US"/>
            </a:br>
            <a:r>
              <a:rPr lang="en-US"/>
              <a:t>or quotes.</a:t>
            </a:r>
          </a:p>
        </p:txBody>
      </p:sp>
      <p:sp>
        <p:nvSpPr>
          <p:cNvPr id="3" name="Date Placeholder 2">
            <a:extLst>
              <a:ext uri="{FF2B5EF4-FFF2-40B4-BE49-F238E27FC236}">
                <a16:creationId xmlns:a16="http://schemas.microsoft.com/office/drawing/2014/main" id="{77AABBCA-B42C-4879-939D-9EEF3E0CD065}"/>
              </a:ext>
            </a:extLst>
          </p:cNvPr>
          <p:cNvSpPr>
            <a:spLocks noGrp="1"/>
          </p:cNvSpPr>
          <p:nvPr>
            <p:ph type="dt" sz="half" idx="10"/>
          </p:nvPr>
        </p:nvSpPr>
        <p:spPr/>
        <p:txBody>
          <a:bodyPr/>
          <a:lstStyle/>
          <a:p>
            <a:fld id="{331BE257-1BCB-4EE5-A7A7-89254DCC1A7D}" type="datetime1">
              <a:rPr lang="en-US" smtClean="0"/>
              <a:t>3/17/25</a:t>
            </a:fld>
            <a:endParaRPr lang="en-US"/>
          </a:p>
        </p:txBody>
      </p:sp>
      <p:sp>
        <p:nvSpPr>
          <p:cNvPr id="5" name="Slide Number Placeholder 4">
            <a:extLst>
              <a:ext uri="{FF2B5EF4-FFF2-40B4-BE49-F238E27FC236}">
                <a16:creationId xmlns:a16="http://schemas.microsoft.com/office/drawing/2014/main" id="{5A70E992-8B9B-4752-AFD5-FA7BDF4AFFEC}"/>
              </a:ext>
            </a:extLst>
          </p:cNvPr>
          <p:cNvSpPr>
            <a:spLocks noGrp="1"/>
          </p:cNvSpPr>
          <p:nvPr>
            <p:ph type="sldNum" sz="quarter" idx="12"/>
          </p:nvPr>
        </p:nvSpPr>
        <p:spPr/>
        <p:txBody>
          <a:bodyPr/>
          <a:lstStyle/>
          <a:p>
            <a:fld id="{545951DD-1C6A-495F-8185-4C73F8F8B75A}" type="slidenum">
              <a:rPr lang="en-US" smtClean="0"/>
              <a:pPr/>
              <a:t>‹#›</a:t>
            </a:fld>
            <a:endParaRPr lang="en-US"/>
          </a:p>
        </p:txBody>
      </p:sp>
      <p:sp>
        <p:nvSpPr>
          <p:cNvPr id="7" name="Text Placeholder 6">
            <a:extLst>
              <a:ext uri="{FF2B5EF4-FFF2-40B4-BE49-F238E27FC236}">
                <a16:creationId xmlns:a16="http://schemas.microsoft.com/office/drawing/2014/main" id="{19A8536F-2A26-424C-A525-B200AC38198B}"/>
              </a:ext>
            </a:extLst>
          </p:cNvPr>
          <p:cNvSpPr>
            <a:spLocks noGrp="1"/>
          </p:cNvSpPr>
          <p:nvPr>
            <p:ph type="body" sz="quarter" idx="13" hasCustomPrompt="1"/>
          </p:nvPr>
        </p:nvSpPr>
        <p:spPr>
          <a:xfrm>
            <a:off x="3726537" y="3710886"/>
            <a:ext cx="4738925" cy="585941"/>
          </a:xfrm>
        </p:spPr>
        <p:txBody>
          <a:bodyPr/>
          <a:lstStyle>
            <a:lvl1pPr marL="0" indent="0" algn="l">
              <a:spcBef>
                <a:spcPts val="0"/>
              </a:spcBef>
              <a:buNone/>
              <a:defRPr sz="1000" b="0" cap="none" baseline="0">
                <a:solidFill>
                  <a:schemeClr val="tx1"/>
                </a:solidFill>
              </a:defRPr>
            </a:lvl1pPr>
            <a:lvl2pPr algn="ctr">
              <a:spcBef>
                <a:spcPts val="0"/>
              </a:spcBef>
              <a:buNone/>
              <a:defRPr sz="1000" b="0" cap="none" baseline="0"/>
            </a:lvl2pPr>
            <a:lvl3pPr marL="0" indent="0" algn="ctr">
              <a:spcBef>
                <a:spcPts val="0"/>
              </a:spcBef>
              <a:buNone/>
              <a:defRPr sz="1000" b="0" cap="none" baseline="0"/>
            </a:lvl3pPr>
            <a:lvl4pPr marL="0" indent="0" algn="ctr">
              <a:spcBef>
                <a:spcPts val="0"/>
              </a:spcBef>
              <a:buNone/>
              <a:defRPr sz="1000" b="0" cap="none" baseline="0"/>
            </a:lvl4pPr>
            <a:lvl5pPr marL="0" indent="0" algn="ctr">
              <a:spcBef>
                <a:spcPts val="0"/>
              </a:spcBef>
              <a:buNone/>
              <a:defRPr sz="1000" b="0" cap="none" baseline="0"/>
            </a:lvl5pPr>
          </a:lstStyle>
          <a:p>
            <a:pPr lvl="0"/>
            <a:r>
              <a:rPr lang="en-US"/>
              <a:t>Keep supporting copy simple or non existent.</a:t>
            </a:r>
          </a:p>
        </p:txBody>
      </p:sp>
      <p:sp>
        <p:nvSpPr>
          <p:cNvPr id="4" name="Footer Placeholder 3">
            <a:extLst>
              <a:ext uri="{FF2B5EF4-FFF2-40B4-BE49-F238E27FC236}">
                <a16:creationId xmlns:a16="http://schemas.microsoft.com/office/drawing/2014/main" id="{2005B65F-262C-483B-B42F-49281270B352}"/>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7275680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tatement or Quote Option 2">
    <p:bg>
      <p:bgPr>
        <a:solidFill>
          <a:schemeClr val="accent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FF2893E-8E09-0041-F569-01FD765F9A7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688"/>
            <a:ext cx="12192000" cy="6856622"/>
          </a:xfrm>
          <a:prstGeom prst="rect">
            <a:avLst/>
          </a:prstGeom>
        </p:spPr>
      </p:pic>
      <p:sp>
        <p:nvSpPr>
          <p:cNvPr id="12" name="Rectangle: Single Corner Rounded 11">
            <a:extLst>
              <a:ext uri="{FF2B5EF4-FFF2-40B4-BE49-F238E27FC236}">
                <a16:creationId xmlns:a16="http://schemas.microsoft.com/office/drawing/2014/main" id="{FFB97BF6-4D74-4C17-A650-2877BE077A03}"/>
              </a:ext>
            </a:extLst>
          </p:cNvPr>
          <p:cNvSpPr/>
          <p:nvPr userDrawn="1"/>
        </p:nvSpPr>
        <p:spPr bwMode="ltGray">
          <a:xfrm rot="10800000" flipH="1">
            <a:off x="-1" y="0"/>
            <a:ext cx="9844601" cy="5591654"/>
          </a:xfrm>
          <a:prstGeom prst="round1Rect">
            <a:avLst>
              <a:gd name="adj" fmla="val 0"/>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ED72B5-0DE3-480A-A47C-380A51CCE9BF}"/>
              </a:ext>
            </a:extLst>
          </p:cNvPr>
          <p:cNvSpPr>
            <a:spLocks noGrp="1"/>
          </p:cNvSpPr>
          <p:nvPr>
            <p:ph type="title" hasCustomPrompt="1"/>
          </p:nvPr>
        </p:nvSpPr>
        <p:spPr>
          <a:xfrm>
            <a:off x="1019498" y="1425815"/>
            <a:ext cx="7420892" cy="2153884"/>
          </a:xfrm>
        </p:spPr>
        <p:txBody>
          <a:bodyPr/>
          <a:lstStyle>
            <a:lvl1pPr algn="l">
              <a:defRPr sz="4000">
                <a:solidFill>
                  <a:schemeClr val="tx1"/>
                </a:solidFill>
              </a:defRPr>
            </a:lvl1pPr>
          </a:lstStyle>
          <a:p>
            <a:r>
              <a:rPr lang="en-US"/>
              <a:t>Use brief story-prompting or high-impact statements/</a:t>
            </a:r>
            <a:br>
              <a:rPr lang="en-US"/>
            </a:br>
            <a:r>
              <a:rPr lang="en-US"/>
              <a:t>quotes on these slides.</a:t>
            </a:r>
          </a:p>
        </p:txBody>
      </p:sp>
      <p:sp>
        <p:nvSpPr>
          <p:cNvPr id="3" name="Date Placeholder 2">
            <a:extLst>
              <a:ext uri="{FF2B5EF4-FFF2-40B4-BE49-F238E27FC236}">
                <a16:creationId xmlns:a16="http://schemas.microsoft.com/office/drawing/2014/main" id="{77AABBCA-B42C-4879-939D-9EEF3E0CD065}"/>
              </a:ext>
            </a:extLst>
          </p:cNvPr>
          <p:cNvSpPr>
            <a:spLocks noGrp="1"/>
          </p:cNvSpPr>
          <p:nvPr>
            <p:ph type="dt" sz="half" idx="10"/>
          </p:nvPr>
        </p:nvSpPr>
        <p:spPr/>
        <p:txBody>
          <a:bodyPr/>
          <a:lstStyle/>
          <a:p>
            <a:fld id="{9844FC6D-65AC-4F88-94EF-36A26B67D3BC}" type="datetime1">
              <a:rPr lang="en-US" smtClean="0"/>
              <a:t>3/17/25</a:t>
            </a:fld>
            <a:endParaRPr lang="en-US"/>
          </a:p>
        </p:txBody>
      </p:sp>
      <p:sp>
        <p:nvSpPr>
          <p:cNvPr id="4" name="Footer Placeholder 3">
            <a:extLst>
              <a:ext uri="{FF2B5EF4-FFF2-40B4-BE49-F238E27FC236}">
                <a16:creationId xmlns:a16="http://schemas.microsoft.com/office/drawing/2014/main" id="{2005B65F-262C-483B-B42F-49281270B352}"/>
              </a:ext>
            </a:extLst>
          </p:cNvPr>
          <p:cNvSpPr>
            <a:spLocks noGrp="1"/>
          </p:cNvSpPr>
          <p:nvPr>
            <p:ph type="ftr" sz="quarter" idx="11"/>
          </p:nvPr>
        </p:nvSpPr>
        <p:spPr/>
        <p:txBody>
          <a:bodyPr/>
          <a:lstStyle>
            <a:lvl1pPr>
              <a:defRPr>
                <a:solidFill>
                  <a:schemeClr val="tx1"/>
                </a:solidFill>
              </a:defRPr>
            </a:lvl1pPr>
          </a:lstStyle>
          <a:p>
            <a:endParaRPr lang="en-US"/>
          </a:p>
        </p:txBody>
      </p:sp>
      <p:sp>
        <p:nvSpPr>
          <p:cNvPr id="5" name="Slide Number Placeholder 4">
            <a:extLst>
              <a:ext uri="{FF2B5EF4-FFF2-40B4-BE49-F238E27FC236}">
                <a16:creationId xmlns:a16="http://schemas.microsoft.com/office/drawing/2014/main" id="{5A70E992-8B9B-4752-AFD5-FA7BDF4AFFEC}"/>
              </a:ext>
            </a:extLst>
          </p:cNvPr>
          <p:cNvSpPr>
            <a:spLocks noGrp="1"/>
          </p:cNvSpPr>
          <p:nvPr>
            <p:ph type="sldNum" sz="quarter" idx="12"/>
          </p:nvPr>
        </p:nvSpPr>
        <p:spPr bwMode="white"/>
        <p:txBody>
          <a:bodyPr/>
          <a:lstStyle/>
          <a:p>
            <a:fld id="{545951DD-1C6A-495F-8185-4C73F8F8B75A}" type="slidenum">
              <a:rPr lang="en-US" smtClean="0"/>
              <a:pPr/>
              <a:t>‹#›</a:t>
            </a:fld>
            <a:endParaRPr lang="en-US"/>
          </a:p>
        </p:txBody>
      </p:sp>
      <p:sp>
        <p:nvSpPr>
          <p:cNvPr id="7" name="Text Placeholder 6">
            <a:extLst>
              <a:ext uri="{FF2B5EF4-FFF2-40B4-BE49-F238E27FC236}">
                <a16:creationId xmlns:a16="http://schemas.microsoft.com/office/drawing/2014/main" id="{19A8536F-2A26-424C-A525-B200AC38198B}"/>
              </a:ext>
            </a:extLst>
          </p:cNvPr>
          <p:cNvSpPr>
            <a:spLocks noGrp="1"/>
          </p:cNvSpPr>
          <p:nvPr>
            <p:ph type="body" sz="quarter" idx="13" hasCustomPrompt="1"/>
          </p:nvPr>
        </p:nvSpPr>
        <p:spPr>
          <a:xfrm>
            <a:off x="1062834" y="3790031"/>
            <a:ext cx="5486400" cy="917813"/>
          </a:xfrm>
        </p:spPr>
        <p:txBody>
          <a:bodyPr/>
          <a:lstStyle>
            <a:lvl1pPr marL="0" indent="0" algn="l">
              <a:spcBef>
                <a:spcPts val="0"/>
              </a:spcBef>
              <a:buNone/>
              <a:defRPr sz="1000" b="0" cap="none" baseline="0">
                <a:solidFill>
                  <a:schemeClr val="tx1"/>
                </a:solidFill>
              </a:defRPr>
            </a:lvl1pPr>
            <a:lvl2pPr algn="ctr">
              <a:spcBef>
                <a:spcPts val="0"/>
              </a:spcBef>
              <a:buNone/>
              <a:defRPr sz="1000" b="0" cap="none" baseline="0"/>
            </a:lvl2pPr>
            <a:lvl3pPr marL="0" indent="0" algn="ctr">
              <a:spcBef>
                <a:spcPts val="0"/>
              </a:spcBef>
              <a:buNone/>
              <a:defRPr sz="1000" b="0" cap="none" baseline="0"/>
            </a:lvl3pPr>
            <a:lvl4pPr marL="0" indent="0" algn="ctr">
              <a:spcBef>
                <a:spcPts val="0"/>
              </a:spcBef>
              <a:buNone/>
              <a:defRPr sz="1000" b="0" cap="none" baseline="0"/>
            </a:lvl4pPr>
            <a:lvl5pPr marL="0" indent="0" algn="ctr">
              <a:spcBef>
                <a:spcPts val="0"/>
              </a:spcBef>
              <a:buNone/>
              <a:defRPr sz="1000" b="0" cap="none" baseline="0"/>
            </a:lvl5pPr>
          </a:lstStyle>
          <a:p>
            <a:pPr lvl="0"/>
            <a:r>
              <a:rPr lang="en-US"/>
              <a:t>Keep supporting copy simple or non existent.</a:t>
            </a:r>
          </a:p>
        </p:txBody>
      </p:sp>
      <p:pic>
        <p:nvPicPr>
          <p:cNvPr id="13" name="Graphic 12">
            <a:extLst>
              <a:ext uri="{FF2B5EF4-FFF2-40B4-BE49-F238E27FC236}">
                <a16:creationId xmlns:a16="http://schemas.microsoft.com/office/drawing/2014/main" id="{83378094-0398-414F-B98D-F20A339EF086}"/>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28312978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tatement or Quote Option 3">
    <p:bg>
      <p:bgRef idx="1001">
        <a:schemeClr val="bg1"/>
      </p:bgRef>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90639498-EAFC-AFC5-76E3-74C0285BDAF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4723" t="18912" r="4478" b="289"/>
          <a:stretch/>
        </p:blipFill>
        <p:spPr>
          <a:xfrm>
            <a:off x="10700" y="4810"/>
            <a:ext cx="12185897" cy="6853190"/>
          </a:xfrm>
          <a:prstGeom prst="rect">
            <a:avLst/>
          </a:prstGeom>
        </p:spPr>
      </p:pic>
      <p:sp>
        <p:nvSpPr>
          <p:cNvPr id="12" name="Rectangle: Single Corner Rounded 11">
            <a:extLst>
              <a:ext uri="{FF2B5EF4-FFF2-40B4-BE49-F238E27FC236}">
                <a16:creationId xmlns:a16="http://schemas.microsoft.com/office/drawing/2014/main" id="{FFB97BF6-4D74-4C17-A650-2877BE077A03}"/>
              </a:ext>
            </a:extLst>
          </p:cNvPr>
          <p:cNvSpPr/>
          <p:nvPr userDrawn="1"/>
        </p:nvSpPr>
        <p:spPr bwMode="ltGray">
          <a:xfrm rot="10800000" flipH="1">
            <a:off x="1246468" y="0"/>
            <a:ext cx="9844601" cy="5591654"/>
          </a:xfrm>
          <a:prstGeom prst="round1Rect">
            <a:avLst>
              <a:gd name="adj" fmla="val 0"/>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ED72B5-0DE3-480A-A47C-380A51CCE9BF}"/>
              </a:ext>
            </a:extLst>
          </p:cNvPr>
          <p:cNvSpPr>
            <a:spLocks noGrp="1"/>
          </p:cNvSpPr>
          <p:nvPr>
            <p:ph type="title" hasCustomPrompt="1"/>
          </p:nvPr>
        </p:nvSpPr>
        <p:spPr>
          <a:xfrm>
            <a:off x="2265967" y="1425815"/>
            <a:ext cx="7420892" cy="2153884"/>
          </a:xfrm>
        </p:spPr>
        <p:txBody>
          <a:bodyPr/>
          <a:lstStyle>
            <a:lvl1pPr algn="l">
              <a:defRPr sz="4000">
                <a:solidFill>
                  <a:schemeClr val="accent1"/>
                </a:solidFill>
              </a:defRPr>
            </a:lvl1pPr>
          </a:lstStyle>
          <a:p>
            <a:r>
              <a:rPr lang="en-US"/>
              <a:t>Use brief story-prompting or high-impact statements/</a:t>
            </a:r>
            <a:br>
              <a:rPr lang="en-US"/>
            </a:br>
            <a:r>
              <a:rPr lang="en-US"/>
              <a:t>quotes on these slides.</a:t>
            </a:r>
          </a:p>
        </p:txBody>
      </p:sp>
      <p:sp>
        <p:nvSpPr>
          <p:cNvPr id="3" name="Date Placeholder 2">
            <a:extLst>
              <a:ext uri="{FF2B5EF4-FFF2-40B4-BE49-F238E27FC236}">
                <a16:creationId xmlns:a16="http://schemas.microsoft.com/office/drawing/2014/main" id="{77AABBCA-B42C-4879-939D-9EEF3E0CD065}"/>
              </a:ext>
            </a:extLst>
          </p:cNvPr>
          <p:cNvSpPr>
            <a:spLocks noGrp="1"/>
          </p:cNvSpPr>
          <p:nvPr>
            <p:ph type="dt" sz="half" idx="10"/>
          </p:nvPr>
        </p:nvSpPr>
        <p:spPr/>
        <p:txBody>
          <a:bodyPr/>
          <a:lstStyle/>
          <a:p>
            <a:fld id="{9844FC6D-65AC-4F88-94EF-36A26B67D3BC}" type="datetime1">
              <a:rPr lang="en-US" smtClean="0"/>
              <a:t>3/17/25</a:t>
            </a:fld>
            <a:endParaRPr lang="en-US"/>
          </a:p>
        </p:txBody>
      </p:sp>
      <p:sp>
        <p:nvSpPr>
          <p:cNvPr id="4" name="Footer Placeholder 3">
            <a:extLst>
              <a:ext uri="{FF2B5EF4-FFF2-40B4-BE49-F238E27FC236}">
                <a16:creationId xmlns:a16="http://schemas.microsoft.com/office/drawing/2014/main" id="{2005B65F-262C-483B-B42F-49281270B352}"/>
              </a:ext>
            </a:extLst>
          </p:cNvPr>
          <p:cNvSpPr>
            <a:spLocks noGrp="1"/>
          </p:cNvSpPr>
          <p:nvPr>
            <p:ph type="ftr" sz="quarter" idx="11"/>
          </p:nvPr>
        </p:nvSpPr>
        <p:spPr/>
        <p:txBody>
          <a:bodyPr/>
          <a:lstStyle>
            <a:lvl1pPr>
              <a:defRPr>
                <a:solidFill>
                  <a:schemeClr val="tx1"/>
                </a:solidFill>
              </a:defRPr>
            </a:lvl1pPr>
          </a:lstStyle>
          <a:p>
            <a:endParaRPr lang="en-US"/>
          </a:p>
        </p:txBody>
      </p:sp>
      <p:sp>
        <p:nvSpPr>
          <p:cNvPr id="7" name="Text Placeholder 6">
            <a:extLst>
              <a:ext uri="{FF2B5EF4-FFF2-40B4-BE49-F238E27FC236}">
                <a16:creationId xmlns:a16="http://schemas.microsoft.com/office/drawing/2014/main" id="{19A8536F-2A26-424C-A525-B200AC38198B}"/>
              </a:ext>
            </a:extLst>
          </p:cNvPr>
          <p:cNvSpPr>
            <a:spLocks noGrp="1"/>
          </p:cNvSpPr>
          <p:nvPr>
            <p:ph type="body" sz="quarter" idx="13" hasCustomPrompt="1"/>
          </p:nvPr>
        </p:nvSpPr>
        <p:spPr>
          <a:xfrm>
            <a:off x="2309303" y="3790031"/>
            <a:ext cx="5486400" cy="917813"/>
          </a:xfrm>
        </p:spPr>
        <p:txBody>
          <a:bodyPr/>
          <a:lstStyle>
            <a:lvl1pPr marL="0" indent="0" algn="l">
              <a:spcBef>
                <a:spcPts val="0"/>
              </a:spcBef>
              <a:buNone/>
              <a:defRPr sz="1000" b="0" cap="none" baseline="0">
                <a:solidFill>
                  <a:schemeClr val="accent1"/>
                </a:solidFill>
              </a:defRPr>
            </a:lvl1pPr>
            <a:lvl2pPr algn="ctr">
              <a:spcBef>
                <a:spcPts val="0"/>
              </a:spcBef>
              <a:buNone/>
              <a:defRPr sz="1000" b="0" cap="none" baseline="0"/>
            </a:lvl2pPr>
            <a:lvl3pPr marL="0" indent="0" algn="ctr">
              <a:spcBef>
                <a:spcPts val="0"/>
              </a:spcBef>
              <a:buNone/>
              <a:defRPr sz="1000" b="0" cap="none" baseline="0"/>
            </a:lvl3pPr>
            <a:lvl4pPr marL="0" indent="0" algn="ctr">
              <a:spcBef>
                <a:spcPts val="0"/>
              </a:spcBef>
              <a:buNone/>
              <a:defRPr sz="1000" b="0" cap="none" baseline="0"/>
            </a:lvl4pPr>
            <a:lvl5pPr marL="0" indent="0" algn="ctr">
              <a:spcBef>
                <a:spcPts val="0"/>
              </a:spcBef>
              <a:buNone/>
              <a:defRPr sz="1000" b="0" cap="none" baseline="0"/>
            </a:lvl5pPr>
          </a:lstStyle>
          <a:p>
            <a:pPr lvl="0"/>
            <a:r>
              <a:rPr lang="en-US"/>
              <a:t>Keep supporting copy simple or non existent.</a:t>
            </a:r>
          </a:p>
        </p:txBody>
      </p:sp>
      <p:sp>
        <p:nvSpPr>
          <p:cNvPr id="6" name="Slide Number Placeholder 3">
            <a:extLst>
              <a:ext uri="{FF2B5EF4-FFF2-40B4-BE49-F238E27FC236}">
                <a16:creationId xmlns:a16="http://schemas.microsoft.com/office/drawing/2014/main" id="{7DD6D999-E340-093D-5C46-0A4C04855D2C}"/>
              </a:ext>
            </a:extLst>
          </p:cNvPr>
          <p:cNvSpPr>
            <a:spLocks noGrp="1"/>
          </p:cNvSpPr>
          <p:nvPr>
            <p:ph type="sldNum" sz="quarter" idx="14"/>
          </p:nvPr>
        </p:nvSpPr>
        <p:spPr>
          <a:xfrm>
            <a:off x="11674225" y="5477347"/>
            <a:ext cx="305503" cy="306298"/>
          </a:xfrm>
          <a:ln>
            <a:solidFill>
              <a:schemeClr val="accent1"/>
            </a:solidFill>
          </a:ln>
        </p:spPr>
        <p:txBody>
          <a:bodyPr/>
          <a:lstStyle>
            <a:lvl1pPr>
              <a:defRPr>
                <a:solidFill>
                  <a:schemeClr val="accent1"/>
                </a:solidFill>
              </a:defRPr>
            </a:lvl1pPr>
          </a:lstStyle>
          <a:p>
            <a:fld id="{545951DD-1C6A-495F-8185-4C73F8F8B75A}" type="slidenum">
              <a:rPr lang="en-US" smtClean="0"/>
              <a:pPr/>
              <a:t>‹#›</a:t>
            </a:fld>
            <a:endParaRPr lang="en-US"/>
          </a:p>
        </p:txBody>
      </p:sp>
      <p:grpSp>
        <p:nvGrpSpPr>
          <p:cNvPr id="9" name="Graphic 11">
            <a:extLst>
              <a:ext uri="{FF2B5EF4-FFF2-40B4-BE49-F238E27FC236}">
                <a16:creationId xmlns:a16="http://schemas.microsoft.com/office/drawing/2014/main" id="{3AFDA6EC-F399-73DA-5027-21768A87A387}"/>
              </a:ext>
            </a:extLst>
          </p:cNvPr>
          <p:cNvGrpSpPr/>
          <p:nvPr userDrawn="1"/>
        </p:nvGrpSpPr>
        <p:grpSpPr>
          <a:xfrm rot="16200000">
            <a:off x="11384220" y="6170961"/>
            <a:ext cx="912230" cy="242400"/>
            <a:chOff x="11384220" y="6170961"/>
            <a:chExt cx="912230" cy="242400"/>
          </a:xfrm>
          <a:solidFill>
            <a:srgbClr val="2D2926"/>
          </a:solidFill>
        </p:grpSpPr>
        <p:sp>
          <p:nvSpPr>
            <p:cNvPr id="10" name="Freeform: Shape 10">
              <a:extLst>
                <a:ext uri="{FF2B5EF4-FFF2-40B4-BE49-F238E27FC236}">
                  <a16:creationId xmlns:a16="http://schemas.microsoft.com/office/drawing/2014/main" id="{B0F1A0E7-BC14-6BEB-4D44-142936A7F3F9}"/>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1" name="Freeform: Shape 11">
              <a:extLst>
                <a:ext uri="{FF2B5EF4-FFF2-40B4-BE49-F238E27FC236}">
                  <a16:creationId xmlns:a16="http://schemas.microsoft.com/office/drawing/2014/main" id="{2CE81242-5C8E-924A-9828-0CB634771F83}"/>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4" name="Freeform: Shape 12">
              <a:extLst>
                <a:ext uri="{FF2B5EF4-FFF2-40B4-BE49-F238E27FC236}">
                  <a16:creationId xmlns:a16="http://schemas.microsoft.com/office/drawing/2014/main" id="{7015C2C1-45EC-5F91-E37E-5F3025A2B683}"/>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5" name="Freeform: Shape 13">
              <a:extLst>
                <a:ext uri="{FF2B5EF4-FFF2-40B4-BE49-F238E27FC236}">
                  <a16:creationId xmlns:a16="http://schemas.microsoft.com/office/drawing/2014/main" id="{566D63CC-9FB0-18CD-27BF-7968C3F13528}"/>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6" name="Freeform: Shape 14">
              <a:extLst>
                <a:ext uri="{FF2B5EF4-FFF2-40B4-BE49-F238E27FC236}">
                  <a16:creationId xmlns:a16="http://schemas.microsoft.com/office/drawing/2014/main" id="{911285A1-54CB-C6B4-E58D-E9C2EEFA1BE7}"/>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7" name="Freeform: Shape 15">
              <a:extLst>
                <a:ext uri="{FF2B5EF4-FFF2-40B4-BE49-F238E27FC236}">
                  <a16:creationId xmlns:a16="http://schemas.microsoft.com/office/drawing/2014/main" id="{6EB8AF23-D146-AF5D-FF34-4E574E78360B}"/>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8" name="Freeform: Shape 16">
              <a:extLst>
                <a:ext uri="{FF2B5EF4-FFF2-40B4-BE49-F238E27FC236}">
                  <a16:creationId xmlns:a16="http://schemas.microsoft.com/office/drawing/2014/main" id="{D4981D79-CE1C-53B6-FB4F-5C6A988B259C}"/>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9" name="Freeform: Shape 17">
              <a:extLst>
                <a:ext uri="{FF2B5EF4-FFF2-40B4-BE49-F238E27FC236}">
                  <a16:creationId xmlns:a16="http://schemas.microsoft.com/office/drawing/2014/main" id="{8E6C08C5-8CF0-5A81-6FE5-463A27F018FF}"/>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0" name="Freeform: Shape 18">
              <a:extLst>
                <a:ext uri="{FF2B5EF4-FFF2-40B4-BE49-F238E27FC236}">
                  <a16:creationId xmlns:a16="http://schemas.microsoft.com/office/drawing/2014/main" id="{8E3929A0-BD91-8861-D4A1-861A98497A84}"/>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1" name="Freeform: Shape 19">
              <a:extLst>
                <a:ext uri="{FF2B5EF4-FFF2-40B4-BE49-F238E27FC236}">
                  <a16:creationId xmlns:a16="http://schemas.microsoft.com/office/drawing/2014/main" id="{2B591DD1-A37D-502F-6266-721E037CC846}"/>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2" name="Freeform: Shape 20">
              <a:extLst>
                <a:ext uri="{FF2B5EF4-FFF2-40B4-BE49-F238E27FC236}">
                  <a16:creationId xmlns:a16="http://schemas.microsoft.com/office/drawing/2014/main" id="{DB750035-2449-0DD6-62D0-542701723180}"/>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3" name="Freeform: Shape 21">
              <a:extLst>
                <a:ext uri="{FF2B5EF4-FFF2-40B4-BE49-F238E27FC236}">
                  <a16:creationId xmlns:a16="http://schemas.microsoft.com/office/drawing/2014/main" id="{2CC0C1BC-95E9-A6CB-9604-0007B89D65C5}"/>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4" name="Freeform: Shape 22">
              <a:extLst>
                <a:ext uri="{FF2B5EF4-FFF2-40B4-BE49-F238E27FC236}">
                  <a16:creationId xmlns:a16="http://schemas.microsoft.com/office/drawing/2014/main" id="{3A10A75D-3A37-AE9B-411B-23EBC3CF469F}"/>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5" name="Freeform: Shape 23">
              <a:extLst>
                <a:ext uri="{FF2B5EF4-FFF2-40B4-BE49-F238E27FC236}">
                  <a16:creationId xmlns:a16="http://schemas.microsoft.com/office/drawing/2014/main" id="{59156A5E-038E-D347-1BA1-374169C58F17}"/>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6" name="Freeform: Shape 24">
              <a:extLst>
                <a:ext uri="{FF2B5EF4-FFF2-40B4-BE49-F238E27FC236}">
                  <a16:creationId xmlns:a16="http://schemas.microsoft.com/office/drawing/2014/main" id="{3102E551-0352-7D17-63DD-1B30AFFA59F0}"/>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7" name="Freeform: Shape 25">
              <a:extLst>
                <a:ext uri="{FF2B5EF4-FFF2-40B4-BE49-F238E27FC236}">
                  <a16:creationId xmlns:a16="http://schemas.microsoft.com/office/drawing/2014/main" id="{80C8959A-6147-1A5C-2C9C-EC29F22B5429}"/>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8" name="Freeform: Shape 26">
              <a:extLst>
                <a:ext uri="{FF2B5EF4-FFF2-40B4-BE49-F238E27FC236}">
                  <a16:creationId xmlns:a16="http://schemas.microsoft.com/office/drawing/2014/main" id="{F273E2A4-1D37-9AB2-241C-6DA9523063F6}"/>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rgbClr val="6E38D5"/>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9" name="Freeform: Shape 27">
              <a:extLst>
                <a:ext uri="{FF2B5EF4-FFF2-40B4-BE49-F238E27FC236}">
                  <a16:creationId xmlns:a16="http://schemas.microsoft.com/office/drawing/2014/main" id="{5BD551A1-2506-8B46-D680-2BECC08CD431}"/>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rgbClr val="6E38D5"/>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grpSp>
    </p:spTree>
    <p:extLst>
      <p:ext uri="{BB962C8B-B14F-4D97-AF65-F5344CB8AC3E}">
        <p14:creationId xmlns:p14="http://schemas.microsoft.com/office/powerpoint/2010/main" val="4285288161"/>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4CF92-F2B5-449F-9CD2-4B523555DB43}"/>
              </a:ext>
            </a:extLst>
          </p:cNvPr>
          <p:cNvSpPr>
            <a:spLocks noGrp="1"/>
          </p:cNvSpPr>
          <p:nvPr>
            <p:ph type="title"/>
          </p:nvPr>
        </p:nvSpPr>
        <p:spPr/>
        <p:txBody>
          <a:bodyPr anchor="ctr"/>
          <a:lstStyle>
            <a:lvl1pPr algn="ctr">
              <a:defRPr>
                <a:solidFill>
                  <a:schemeClr val="tx1">
                    <a:lumMod val="95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1B7AAF6-E3B6-4889-995F-680EA15D1B23}"/>
              </a:ext>
            </a:extLst>
          </p:cNvPr>
          <p:cNvSpPr>
            <a:spLocks noGrp="1"/>
          </p:cNvSpPr>
          <p:nvPr>
            <p:ph idx="1"/>
          </p:nvPr>
        </p:nvSpPr>
        <p:spPr/>
        <p:txBody>
          <a:bodyPr/>
          <a:lstStyle>
            <a:lvl1pPr>
              <a:spcBef>
                <a:spcPts val="1000"/>
              </a:spcBef>
              <a:buClr>
                <a:schemeClr val="accent4"/>
              </a:buClr>
              <a:defRPr sz="1600"/>
            </a:lvl1pPr>
            <a:lvl2pPr>
              <a:spcBef>
                <a:spcPts val="500"/>
              </a:spcBef>
              <a:defRPr sz="1400"/>
            </a:lvl2pPr>
            <a:lvl3pPr>
              <a:spcBef>
                <a:spcPts val="500"/>
              </a:spcBef>
              <a:defRPr sz="1200"/>
            </a:lvl3pPr>
            <a:lvl4pPr>
              <a:spcBef>
                <a:spcPts val="500"/>
              </a:spcBef>
              <a:defRPr sz="1050"/>
            </a:lvl4pPr>
            <a:lvl5pPr>
              <a:spcBef>
                <a:spcPts val="5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291F72-C969-484D-8553-B7C5876B23FB}"/>
              </a:ext>
            </a:extLst>
          </p:cNvPr>
          <p:cNvSpPr>
            <a:spLocks noGrp="1"/>
          </p:cNvSpPr>
          <p:nvPr>
            <p:ph type="dt" sz="half" idx="10"/>
          </p:nvPr>
        </p:nvSpPr>
        <p:spPr/>
        <p:txBody>
          <a:bodyPr/>
          <a:lstStyle/>
          <a:p>
            <a:fld id="{8BEBF235-CE04-47F3-A62B-EBFE5C5FCB13}" type="datetime1">
              <a:rPr lang="en-US" smtClean="0"/>
              <a:t>3/17/25</a:t>
            </a:fld>
            <a:endParaRPr lang="en-US"/>
          </a:p>
        </p:txBody>
      </p:sp>
      <p:sp>
        <p:nvSpPr>
          <p:cNvPr id="8" name="Footer Placeholder 7">
            <a:extLst>
              <a:ext uri="{FF2B5EF4-FFF2-40B4-BE49-F238E27FC236}">
                <a16:creationId xmlns:a16="http://schemas.microsoft.com/office/drawing/2014/main" id="{901A6DAF-CE58-4DD4-9386-F52DFE4F7B9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236377-B647-4ADD-AED3-3AB7F40DAFAC}"/>
              </a:ext>
            </a:extLst>
          </p:cNvPr>
          <p:cNvSpPr>
            <a:spLocks noGrp="1"/>
          </p:cNvSpPr>
          <p:nvPr>
            <p:ph type="sldNum" sz="quarter" idx="12"/>
          </p:nvPr>
        </p:nvSpPr>
        <p:spPr/>
        <p:txBody>
          <a:bodyPr/>
          <a:lstStyle/>
          <a:p>
            <a:fld id="{545951DD-1C6A-495F-8185-4C73F8F8B75A}" type="slidenum">
              <a:rPr lang="en-US" smtClean="0"/>
              <a:pPr/>
              <a:t>‹#›</a:t>
            </a:fld>
            <a:endParaRPr lang="en-US"/>
          </a:p>
        </p:txBody>
      </p:sp>
      <p:pic>
        <p:nvPicPr>
          <p:cNvPr id="5" name="Picture 4">
            <a:extLst>
              <a:ext uri="{FF2B5EF4-FFF2-40B4-BE49-F238E27FC236}">
                <a16:creationId xmlns:a16="http://schemas.microsoft.com/office/drawing/2014/main" id="{33D008CB-0769-6E3F-3298-9EB9BECB5217}"/>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34788814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with Stripes">
    <p:bg>
      <p:bgPr>
        <a:solidFill>
          <a:schemeClr val="accent1"/>
        </a:solidFill>
        <a:effectLst/>
      </p:bgPr>
    </p:bg>
    <p:spTree>
      <p:nvGrpSpPr>
        <p:cNvPr id="1" name=""/>
        <p:cNvGrpSpPr/>
        <p:nvPr/>
      </p:nvGrpSpPr>
      <p:grpSpPr>
        <a:xfrm>
          <a:off x="0" y="0"/>
          <a:ext cx="0" cy="0"/>
          <a:chOff x="0" y="0"/>
          <a:chExt cx="0" cy="0"/>
        </a:xfrm>
      </p:grpSpPr>
      <p:pic>
        <p:nvPicPr>
          <p:cNvPr id="4" name="Picture 3" descr="A picture containing coelenterate&#10;&#10;Description automatically generated">
            <a:extLst>
              <a:ext uri="{FF2B5EF4-FFF2-40B4-BE49-F238E27FC236}">
                <a16:creationId xmlns:a16="http://schemas.microsoft.com/office/drawing/2014/main" id="{378659EB-C540-3CC9-9102-6F981BCB68F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5625"/>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015C013-E1B7-1FCC-FB3D-C2E9C6B0EF51}"/>
              </a:ext>
            </a:extLst>
          </p:cNvPr>
          <p:cNvSpPr/>
          <p:nvPr userDrawn="1"/>
        </p:nvSpPr>
        <p:spPr>
          <a:xfrm>
            <a:off x="624348" y="1"/>
            <a:ext cx="10943303" cy="629533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64CF92-F2B5-449F-9CD2-4B523555DB43}"/>
              </a:ext>
            </a:extLst>
          </p:cNvPr>
          <p:cNvSpPr>
            <a:spLocks noGrp="1"/>
          </p:cNvSpPr>
          <p:nvPr>
            <p:ph type="title"/>
          </p:nvPr>
        </p:nvSpPr>
        <p:spPr/>
        <p:txBody>
          <a:bodyPr anchor="ctr"/>
          <a:lstStyle>
            <a:lvl1pPr algn="ctr">
              <a:defRPr>
                <a:solidFill>
                  <a:schemeClr val="tx1">
                    <a:lumMod val="95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1B7AAF6-E3B6-4889-995F-680EA15D1B23}"/>
              </a:ext>
            </a:extLst>
          </p:cNvPr>
          <p:cNvSpPr>
            <a:spLocks noGrp="1"/>
          </p:cNvSpPr>
          <p:nvPr>
            <p:ph idx="1"/>
          </p:nvPr>
        </p:nvSpPr>
        <p:spPr/>
        <p:txBody>
          <a:bodyPr/>
          <a:lstStyle>
            <a:lvl1pPr>
              <a:spcBef>
                <a:spcPts val="1000"/>
              </a:spcBef>
              <a:defRPr sz="1600"/>
            </a:lvl1pPr>
            <a:lvl2pPr>
              <a:spcBef>
                <a:spcPts val="500"/>
              </a:spcBef>
              <a:defRPr sz="1400"/>
            </a:lvl2pPr>
            <a:lvl3pPr>
              <a:spcBef>
                <a:spcPts val="500"/>
              </a:spcBef>
              <a:defRPr sz="1200"/>
            </a:lvl3pPr>
            <a:lvl4pPr>
              <a:spcBef>
                <a:spcPts val="500"/>
              </a:spcBef>
              <a:defRPr sz="1050"/>
            </a:lvl4pPr>
            <a:lvl5pPr>
              <a:spcBef>
                <a:spcPts val="5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291F72-C969-484D-8553-B7C5876B23FB}"/>
              </a:ext>
            </a:extLst>
          </p:cNvPr>
          <p:cNvSpPr>
            <a:spLocks noGrp="1"/>
          </p:cNvSpPr>
          <p:nvPr>
            <p:ph type="dt" sz="half" idx="10"/>
          </p:nvPr>
        </p:nvSpPr>
        <p:spPr/>
        <p:txBody>
          <a:bodyPr/>
          <a:lstStyle/>
          <a:p>
            <a:fld id="{8BEBF235-CE04-47F3-A62B-EBFE5C5FCB13}" type="datetime1">
              <a:rPr lang="en-US" smtClean="0"/>
              <a:t>3/17/25</a:t>
            </a:fld>
            <a:endParaRPr lang="en-US"/>
          </a:p>
        </p:txBody>
      </p:sp>
      <p:sp>
        <p:nvSpPr>
          <p:cNvPr id="8" name="Footer Placeholder 7">
            <a:extLst>
              <a:ext uri="{FF2B5EF4-FFF2-40B4-BE49-F238E27FC236}">
                <a16:creationId xmlns:a16="http://schemas.microsoft.com/office/drawing/2014/main" id="{901A6DAF-CE58-4DD4-9386-F52DFE4F7B9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236377-B647-4ADD-AED3-3AB7F40DAFAC}"/>
              </a:ext>
            </a:extLst>
          </p:cNvPr>
          <p:cNvSpPr>
            <a:spLocks noGrp="1"/>
          </p:cNvSpPr>
          <p:nvPr>
            <p:ph type="sldNum" sz="quarter" idx="12"/>
          </p:nvPr>
        </p:nvSpPr>
        <p:spPr/>
        <p:txBody>
          <a:bodyPr/>
          <a:lstStyle/>
          <a:p>
            <a:fld id="{545951DD-1C6A-495F-8185-4C73F8F8B75A}" type="slidenum">
              <a:rPr lang="en-US" smtClean="0"/>
              <a:pPr/>
              <a:t>‹#›</a:t>
            </a:fld>
            <a:endParaRPr lang="en-US"/>
          </a:p>
        </p:txBody>
      </p:sp>
    </p:spTree>
    <p:extLst>
      <p:ext uri="{BB962C8B-B14F-4D97-AF65-F5344CB8AC3E}">
        <p14:creationId xmlns:p14="http://schemas.microsoft.com/office/powerpoint/2010/main" val="29343749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 preserve="1">
  <p:cSld name="Title and Content - Light Bg">
    <p:bg>
      <p:bgRef idx="1001">
        <a:schemeClr val="bg1"/>
      </p:bgRef>
    </p:bg>
    <p:spTree>
      <p:nvGrpSpPr>
        <p:cNvPr id="1" name=""/>
        <p:cNvGrpSpPr/>
        <p:nvPr/>
      </p:nvGrpSpPr>
      <p:grpSpPr>
        <a:xfrm>
          <a:off x="0" y="0"/>
          <a:ext cx="0" cy="0"/>
          <a:chOff x="0" y="0"/>
          <a:chExt cx="0" cy="0"/>
        </a:xfrm>
      </p:grpSpPr>
      <p:pic>
        <p:nvPicPr>
          <p:cNvPr id="29" name="Picture 28" descr="A picture containing coelenterate&#10;&#10;Description automatically generated">
            <a:extLst>
              <a:ext uri="{FF2B5EF4-FFF2-40B4-BE49-F238E27FC236}">
                <a16:creationId xmlns:a16="http://schemas.microsoft.com/office/drawing/2014/main" id="{8059FA69-BA72-6A26-8F76-555D3953C3C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5625" r="95882"/>
          <a:stretch/>
        </p:blipFill>
        <p:spPr>
          <a:xfrm>
            <a:off x="0" y="0"/>
            <a:ext cx="502086" cy="6858000"/>
          </a:xfrm>
          <a:prstGeom prst="rect">
            <a:avLst/>
          </a:prstGeom>
        </p:spPr>
      </p:pic>
      <p:sp>
        <p:nvSpPr>
          <p:cNvPr id="2" name="Title 1">
            <a:extLst>
              <a:ext uri="{FF2B5EF4-FFF2-40B4-BE49-F238E27FC236}">
                <a16:creationId xmlns:a16="http://schemas.microsoft.com/office/drawing/2014/main" id="{A764CF92-F2B5-449F-9CD2-4B523555DB43}"/>
              </a:ext>
            </a:extLst>
          </p:cNvPr>
          <p:cNvSpPr>
            <a:spLocks noGrp="1"/>
          </p:cNvSpPr>
          <p:nvPr>
            <p:ph type="title"/>
          </p:nvPr>
        </p:nvSpPr>
        <p:spPr/>
        <p:txBody>
          <a:bodyPr anchor="ctr"/>
          <a:lstStyle>
            <a:lvl1pPr algn="ctr">
              <a:defRPr>
                <a:solidFill>
                  <a:schemeClr val="accent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1B7AAF6-E3B6-4889-995F-680EA15D1B23}"/>
              </a:ext>
            </a:extLst>
          </p:cNvPr>
          <p:cNvSpPr>
            <a:spLocks noGrp="1"/>
          </p:cNvSpPr>
          <p:nvPr>
            <p:ph idx="1"/>
          </p:nvPr>
        </p:nvSpPr>
        <p:spPr/>
        <p:txBody>
          <a:bodyPr/>
          <a:lstStyle>
            <a:lvl1pPr>
              <a:spcBef>
                <a:spcPts val="1000"/>
              </a:spcBef>
              <a:buClr>
                <a:schemeClr val="accent4"/>
              </a:buClr>
              <a:defRPr sz="1600">
                <a:solidFill>
                  <a:schemeClr val="tx1"/>
                </a:solidFill>
              </a:defRPr>
            </a:lvl1pPr>
            <a:lvl2pPr>
              <a:spcBef>
                <a:spcPts val="500"/>
              </a:spcBef>
              <a:buClr>
                <a:schemeClr val="tx1"/>
              </a:buClr>
              <a:defRPr sz="1400">
                <a:solidFill>
                  <a:schemeClr val="tx1"/>
                </a:solidFill>
              </a:defRPr>
            </a:lvl2pPr>
            <a:lvl3pPr>
              <a:spcBef>
                <a:spcPts val="500"/>
              </a:spcBef>
              <a:buClr>
                <a:schemeClr val="tx1"/>
              </a:buClr>
              <a:defRPr sz="1200">
                <a:solidFill>
                  <a:schemeClr val="tx1"/>
                </a:solidFill>
              </a:defRPr>
            </a:lvl3pPr>
            <a:lvl4pPr>
              <a:spcBef>
                <a:spcPts val="500"/>
              </a:spcBef>
              <a:buClr>
                <a:schemeClr val="tx1"/>
              </a:buClr>
              <a:defRPr sz="1050">
                <a:solidFill>
                  <a:schemeClr val="tx1"/>
                </a:solidFill>
              </a:defRPr>
            </a:lvl4pPr>
            <a:lvl5pPr>
              <a:spcBef>
                <a:spcPts val="500"/>
              </a:spcBef>
              <a:buClr>
                <a:schemeClr val="tx1"/>
              </a:buCl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291F72-C969-484D-8553-B7C5876B23FB}"/>
              </a:ext>
            </a:extLst>
          </p:cNvPr>
          <p:cNvSpPr>
            <a:spLocks noGrp="1"/>
          </p:cNvSpPr>
          <p:nvPr>
            <p:ph type="dt" sz="half" idx="10"/>
          </p:nvPr>
        </p:nvSpPr>
        <p:spPr/>
        <p:txBody>
          <a:bodyPr/>
          <a:lstStyle/>
          <a:p>
            <a:fld id="{373BEA2D-691C-4F73-B97E-B731DE7C6E1A}" type="datetime1">
              <a:rPr lang="en-US" smtClean="0"/>
              <a:t>3/17/25</a:t>
            </a:fld>
            <a:endParaRPr lang="en-US"/>
          </a:p>
        </p:txBody>
      </p:sp>
      <p:sp>
        <p:nvSpPr>
          <p:cNvPr id="8" name="Footer Placeholder 7">
            <a:extLst>
              <a:ext uri="{FF2B5EF4-FFF2-40B4-BE49-F238E27FC236}">
                <a16:creationId xmlns:a16="http://schemas.microsoft.com/office/drawing/2014/main" id="{901A6DAF-CE58-4DD4-9386-F52DFE4F7B93}"/>
              </a:ext>
            </a:extLst>
          </p:cNvPr>
          <p:cNvSpPr>
            <a:spLocks noGrp="1"/>
          </p:cNvSpPr>
          <p:nvPr>
            <p:ph type="ftr" sz="quarter" idx="11"/>
          </p:nvPr>
        </p:nvSpPr>
        <p:spPr>
          <a:xfrm>
            <a:off x="880782" y="6394105"/>
            <a:ext cx="9721979" cy="365125"/>
          </a:xfrm>
        </p:spPr>
        <p:txBody>
          <a:bodyPr/>
          <a:lstStyle/>
          <a:p>
            <a:endParaRPr lang="en-US"/>
          </a:p>
        </p:txBody>
      </p:sp>
      <p:sp>
        <p:nvSpPr>
          <p:cNvPr id="10" name="Slide Number Placeholder 6">
            <a:extLst>
              <a:ext uri="{FF2B5EF4-FFF2-40B4-BE49-F238E27FC236}">
                <a16:creationId xmlns:a16="http://schemas.microsoft.com/office/drawing/2014/main" id="{8FCD7872-5F89-9EC8-BDCF-42C979D76E4F}"/>
              </a:ext>
            </a:extLst>
          </p:cNvPr>
          <p:cNvSpPr>
            <a:spLocks noGrp="1"/>
          </p:cNvSpPr>
          <p:nvPr>
            <p:ph type="sldNum" sz="quarter" idx="12"/>
          </p:nvPr>
        </p:nvSpPr>
        <p:spPr>
          <a:xfrm>
            <a:off x="11674225" y="5477347"/>
            <a:ext cx="305503" cy="306298"/>
          </a:xfrm>
          <a:ln>
            <a:solidFill>
              <a:schemeClr val="accent2"/>
            </a:solidFill>
          </a:ln>
        </p:spPr>
        <p:txBody>
          <a:bodyPr/>
          <a:lstStyle>
            <a:lvl1pPr>
              <a:defRPr>
                <a:solidFill>
                  <a:schemeClr val="accent2"/>
                </a:solidFill>
              </a:defRPr>
            </a:lvl1pPr>
          </a:lstStyle>
          <a:p>
            <a:fld id="{545951DD-1C6A-495F-8185-4C73F8F8B75A}" type="slidenum">
              <a:rPr lang="en-US" smtClean="0"/>
              <a:pPr/>
              <a:t>‹#›</a:t>
            </a:fld>
            <a:endParaRPr lang="en-US"/>
          </a:p>
        </p:txBody>
      </p:sp>
      <p:grpSp>
        <p:nvGrpSpPr>
          <p:cNvPr id="12" name="Graphic 11">
            <a:extLst>
              <a:ext uri="{FF2B5EF4-FFF2-40B4-BE49-F238E27FC236}">
                <a16:creationId xmlns:a16="http://schemas.microsoft.com/office/drawing/2014/main" id="{8DA8CF5D-D3E2-44E8-BCE7-0232A0D9B8C0}"/>
              </a:ext>
            </a:extLst>
          </p:cNvPr>
          <p:cNvGrpSpPr/>
          <p:nvPr userDrawn="1"/>
        </p:nvGrpSpPr>
        <p:grpSpPr>
          <a:xfrm rot="16200000">
            <a:off x="11384220" y="6170961"/>
            <a:ext cx="912230" cy="242400"/>
            <a:chOff x="11384220" y="6170961"/>
            <a:chExt cx="912230" cy="242400"/>
          </a:xfrm>
          <a:solidFill>
            <a:schemeClr val="tx1"/>
          </a:solidFill>
        </p:grpSpPr>
        <p:sp>
          <p:nvSpPr>
            <p:cNvPr id="28" name="Freeform: Shape 10">
              <a:extLst>
                <a:ext uri="{FF2B5EF4-FFF2-40B4-BE49-F238E27FC236}">
                  <a16:creationId xmlns:a16="http://schemas.microsoft.com/office/drawing/2014/main" id="{EE4F8DC9-A37A-9BEA-5301-33067CD42A82}"/>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31" name="Freeform: Shape 11">
              <a:extLst>
                <a:ext uri="{FF2B5EF4-FFF2-40B4-BE49-F238E27FC236}">
                  <a16:creationId xmlns:a16="http://schemas.microsoft.com/office/drawing/2014/main" id="{38909B39-88F8-D172-4F78-F77AF15DEC66}"/>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32" name="Freeform: Shape 12">
              <a:extLst>
                <a:ext uri="{FF2B5EF4-FFF2-40B4-BE49-F238E27FC236}">
                  <a16:creationId xmlns:a16="http://schemas.microsoft.com/office/drawing/2014/main" id="{C840FD6D-AD97-5A42-536D-64587B3082CF}"/>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33" name="Freeform: Shape 13">
              <a:extLst>
                <a:ext uri="{FF2B5EF4-FFF2-40B4-BE49-F238E27FC236}">
                  <a16:creationId xmlns:a16="http://schemas.microsoft.com/office/drawing/2014/main" id="{956C1CA8-CDE2-4013-F5C2-D09F149C4467}"/>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34" name="Freeform: Shape 14">
              <a:extLst>
                <a:ext uri="{FF2B5EF4-FFF2-40B4-BE49-F238E27FC236}">
                  <a16:creationId xmlns:a16="http://schemas.microsoft.com/office/drawing/2014/main" id="{7618EBC2-9437-B75D-6148-FEA0871F8CBE}"/>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35" name="Freeform: Shape 15">
              <a:extLst>
                <a:ext uri="{FF2B5EF4-FFF2-40B4-BE49-F238E27FC236}">
                  <a16:creationId xmlns:a16="http://schemas.microsoft.com/office/drawing/2014/main" id="{289D85EA-87B5-B7FC-97E3-654D1C4B4EFB}"/>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36" name="Freeform: Shape 16">
              <a:extLst>
                <a:ext uri="{FF2B5EF4-FFF2-40B4-BE49-F238E27FC236}">
                  <a16:creationId xmlns:a16="http://schemas.microsoft.com/office/drawing/2014/main" id="{38CC7974-2FDA-DC27-3A7B-31194B3BE2D8}"/>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37" name="Freeform: Shape 17">
              <a:extLst>
                <a:ext uri="{FF2B5EF4-FFF2-40B4-BE49-F238E27FC236}">
                  <a16:creationId xmlns:a16="http://schemas.microsoft.com/office/drawing/2014/main" id="{5554AE7E-B50F-ADDE-1A3F-2EAF8E37BFA7}"/>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38" name="Freeform: Shape 18">
              <a:extLst>
                <a:ext uri="{FF2B5EF4-FFF2-40B4-BE49-F238E27FC236}">
                  <a16:creationId xmlns:a16="http://schemas.microsoft.com/office/drawing/2014/main" id="{EF1CC554-9132-5DCE-E6DB-F4201F9B41AA}"/>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39" name="Freeform: Shape 19">
              <a:extLst>
                <a:ext uri="{FF2B5EF4-FFF2-40B4-BE49-F238E27FC236}">
                  <a16:creationId xmlns:a16="http://schemas.microsoft.com/office/drawing/2014/main" id="{9ED09513-F09E-0794-314C-E914F381C2C0}"/>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40" name="Freeform: Shape 20">
              <a:extLst>
                <a:ext uri="{FF2B5EF4-FFF2-40B4-BE49-F238E27FC236}">
                  <a16:creationId xmlns:a16="http://schemas.microsoft.com/office/drawing/2014/main" id="{CC794AE6-B3B6-DBDB-D945-CE0E5E1D8DFB}"/>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41" name="Freeform: Shape 21">
              <a:extLst>
                <a:ext uri="{FF2B5EF4-FFF2-40B4-BE49-F238E27FC236}">
                  <a16:creationId xmlns:a16="http://schemas.microsoft.com/office/drawing/2014/main" id="{E588AD3A-8750-95B2-32FC-CC193B42FE8F}"/>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42" name="Freeform: Shape 22">
              <a:extLst>
                <a:ext uri="{FF2B5EF4-FFF2-40B4-BE49-F238E27FC236}">
                  <a16:creationId xmlns:a16="http://schemas.microsoft.com/office/drawing/2014/main" id="{3B74E4CF-87C3-6A96-D26C-98DD68B2FB1F}"/>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43" name="Freeform: Shape 23">
              <a:extLst>
                <a:ext uri="{FF2B5EF4-FFF2-40B4-BE49-F238E27FC236}">
                  <a16:creationId xmlns:a16="http://schemas.microsoft.com/office/drawing/2014/main" id="{4119569E-ADCC-845B-7911-E6C1FACD98D5}"/>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44" name="Freeform: Shape 24">
              <a:extLst>
                <a:ext uri="{FF2B5EF4-FFF2-40B4-BE49-F238E27FC236}">
                  <a16:creationId xmlns:a16="http://schemas.microsoft.com/office/drawing/2014/main" id="{B19243CA-0F61-CABF-2E2D-EDC8660025C8}"/>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45" name="Freeform: Shape 25">
              <a:extLst>
                <a:ext uri="{FF2B5EF4-FFF2-40B4-BE49-F238E27FC236}">
                  <a16:creationId xmlns:a16="http://schemas.microsoft.com/office/drawing/2014/main" id="{7C71C91B-3AAD-44C5-E5CC-D2F7D9B97F9F}"/>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46" name="Freeform: Shape 26">
              <a:extLst>
                <a:ext uri="{FF2B5EF4-FFF2-40B4-BE49-F238E27FC236}">
                  <a16:creationId xmlns:a16="http://schemas.microsoft.com/office/drawing/2014/main" id="{4DD03CA3-0B99-9A6C-5B4E-E26E10068154}"/>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47" name="Freeform: Shape 27">
              <a:extLst>
                <a:ext uri="{FF2B5EF4-FFF2-40B4-BE49-F238E27FC236}">
                  <a16:creationId xmlns:a16="http://schemas.microsoft.com/office/drawing/2014/main" id="{185CBD20-1EF0-0F48-BE3F-131DF4D66562}"/>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Tree>
    <p:extLst>
      <p:ext uri="{BB962C8B-B14F-4D97-AF65-F5344CB8AC3E}">
        <p14:creationId xmlns:p14="http://schemas.microsoft.com/office/powerpoint/2010/main" val="3506910309"/>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5AFAE97-B568-36DB-E5FF-3291FB6602B8}"/>
              </a:ext>
            </a:extLst>
          </p:cNvPr>
          <p:cNvSpPr/>
          <p:nvPr userDrawn="1"/>
        </p:nvSpPr>
        <p:spPr>
          <a:xfrm>
            <a:off x="624349" y="371061"/>
            <a:ext cx="10943303" cy="64931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EBECD9-3F44-41D8-BE2D-2C8CD871B676}"/>
              </a:ext>
            </a:extLst>
          </p:cNvPr>
          <p:cNvSpPr>
            <a:spLocks noGrp="1"/>
          </p:cNvSpPr>
          <p:nvPr>
            <p:ph type="title" hasCustomPrompt="1"/>
          </p:nvPr>
        </p:nvSpPr>
        <p:spPr/>
        <p:txBody>
          <a:bodyPr anchor="ctr"/>
          <a:lstStyle>
            <a:lvl1pPr algn="ctr">
              <a:defRPr>
                <a:solidFill>
                  <a:schemeClr val="tx1">
                    <a:lumMod val="95000"/>
                  </a:schemeClr>
                </a:solidFill>
              </a:defRPr>
            </a:lvl1pPr>
          </a:lstStyle>
          <a:p>
            <a:r>
              <a:rPr lang="en-US"/>
              <a:t>Two Content Areas</a:t>
            </a:r>
          </a:p>
        </p:txBody>
      </p:sp>
      <p:sp>
        <p:nvSpPr>
          <p:cNvPr id="3" name="Content Placeholder 2">
            <a:extLst>
              <a:ext uri="{FF2B5EF4-FFF2-40B4-BE49-F238E27FC236}">
                <a16:creationId xmlns:a16="http://schemas.microsoft.com/office/drawing/2014/main" id="{A7B770DC-99EF-4497-AA60-9E6AD9EA7F02}"/>
              </a:ext>
            </a:extLst>
          </p:cNvPr>
          <p:cNvSpPr>
            <a:spLocks noGrp="1"/>
          </p:cNvSpPr>
          <p:nvPr>
            <p:ph sz="half" idx="1"/>
          </p:nvPr>
        </p:nvSpPr>
        <p:spPr>
          <a:xfrm>
            <a:off x="876300" y="1825625"/>
            <a:ext cx="4974040" cy="3834784"/>
          </a:xfrm>
        </p:spPr>
        <p:txBody>
          <a:bodyPr lIns="182880" tIns="182880" rIns="182880" bIns="182880"/>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C248545-1700-4237-885E-58E318B8B662}"/>
              </a:ext>
            </a:extLst>
          </p:cNvPr>
          <p:cNvSpPr>
            <a:spLocks noGrp="1"/>
          </p:cNvSpPr>
          <p:nvPr>
            <p:ph sz="half" idx="2"/>
          </p:nvPr>
        </p:nvSpPr>
        <p:spPr>
          <a:xfrm>
            <a:off x="6172199" y="1825625"/>
            <a:ext cx="5123329" cy="3834784"/>
          </a:xfrm>
        </p:spPr>
        <p:txBody>
          <a:bodyPr lIns="182880" tIns="182880" rIns="182880" bIns="182880"/>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8179CA4-3F84-4812-9AEC-55599F2E2601}"/>
              </a:ext>
            </a:extLst>
          </p:cNvPr>
          <p:cNvSpPr>
            <a:spLocks noGrp="1"/>
          </p:cNvSpPr>
          <p:nvPr>
            <p:ph type="dt" sz="half" idx="10"/>
          </p:nvPr>
        </p:nvSpPr>
        <p:spPr/>
        <p:txBody>
          <a:bodyPr/>
          <a:lstStyle/>
          <a:p>
            <a:fld id="{D57027F9-FE09-42C7-B299-70480480A9DD}" type="datetime1">
              <a:rPr lang="en-US" smtClean="0"/>
              <a:t>3/17/25</a:t>
            </a:fld>
            <a:endParaRPr lang="en-US"/>
          </a:p>
        </p:txBody>
      </p:sp>
      <p:sp>
        <p:nvSpPr>
          <p:cNvPr id="6" name="Footer Placeholder 5">
            <a:extLst>
              <a:ext uri="{FF2B5EF4-FFF2-40B4-BE49-F238E27FC236}">
                <a16:creationId xmlns:a16="http://schemas.microsoft.com/office/drawing/2014/main" id="{A89B2987-1499-402F-A5D7-B4495FC2E0A9}"/>
              </a:ext>
            </a:extLst>
          </p:cNvPr>
          <p:cNvSpPr>
            <a:spLocks noGrp="1"/>
          </p:cNvSpPr>
          <p:nvPr>
            <p:ph type="ftr" sz="quarter" idx="11"/>
          </p:nvPr>
        </p:nvSpPr>
        <p:spPr>
          <a:xfrm>
            <a:off x="876300" y="6394105"/>
            <a:ext cx="9726461" cy="365125"/>
          </a:xfrm>
        </p:spPr>
        <p:txBody>
          <a:bodyPr/>
          <a:lstStyle/>
          <a:p>
            <a:endParaRPr lang="en-US"/>
          </a:p>
        </p:txBody>
      </p:sp>
      <p:sp>
        <p:nvSpPr>
          <p:cNvPr id="7" name="Slide Number Placeholder 6">
            <a:extLst>
              <a:ext uri="{FF2B5EF4-FFF2-40B4-BE49-F238E27FC236}">
                <a16:creationId xmlns:a16="http://schemas.microsoft.com/office/drawing/2014/main" id="{4B75D937-8211-42B3-A4EB-A0813FD961CA}"/>
              </a:ext>
            </a:extLst>
          </p:cNvPr>
          <p:cNvSpPr>
            <a:spLocks noGrp="1"/>
          </p:cNvSpPr>
          <p:nvPr>
            <p:ph type="sldNum" sz="quarter" idx="12"/>
          </p:nvPr>
        </p:nvSpPr>
        <p:spPr/>
        <p:txBody>
          <a:bodyPr/>
          <a:lstStyle/>
          <a:p>
            <a:fld id="{545951DD-1C6A-495F-8185-4C73F8F8B75A}" type="slidenum">
              <a:rPr lang="en-US" smtClean="0"/>
              <a:t>‹#›</a:t>
            </a:fld>
            <a:endParaRPr lang="en-US"/>
          </a:p>
        </p:txBody>
      </p:sp>
    </p:spTree>
    <p:extLst>
      <p:ext uri="{BB962C8B-B14F-4D97-AF65-F5344CB8AC3E}">
        <p14:creationId xmlns:p14="http://schemas.microsoft.com/office/powerpoint/2010/main" val="26675087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woObj" preserve="1">
  <p:cSld name="Two Content - Light Bg">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BECD9-3F44-41D8-BE2D-2C8CD871B676}"/>
              </a:ext>
            </a:extLst>
          </p:cNvPr>
          <p:cNvSpPr>
            <a:spLocks noGrp="1"/>
          </p:cNvSpPr>
          <p:nvPr>
            <p:ph type="title" hasCustomPrompt="1"/>
          </p:nvPr>
        </p:nvSpPr>
        <p:spPr/>
        <p:txBody>
          <a:bodyPr anchor="ctr"/>
          <a:lstStyle>
            <a:lvl1pPr algn="ctr">
              <a:defRPr>
                <a:solidFill>
                  <a:schemeClr val="accent1"/>
                </a:solidFill>
              </a:defRPr>
            </a:lvl1pPr>
          </a:lstStyle>
          <a:p>
            <a:r>
              <a:rPr lang="en-US"/>
              <a:t>Two Content Areas</a:t>
            </a:r>
          </a:p>
        </p:txBody>
      </p:sp>
      <p:sp>
        <p:nvSpPr>
          <p:cNvPr id="3" name="Content Placeholder 2">
            <a:extLst>
              <a:ext uri="{FF2B5EF4-FFF2-40B4-BE49-F238E27FC236}">
                <a16:creationId xmlns:a16="http://schemas.microsoft.com/office/drawing/2014/main" id="{A7B770DC-99EF-4497-AA60-9E6AD9EA7F02}"/>
              </a:ext>
            </a:extLst>
          </p:cNvPr>
          <p:cNvSpPr>
            <a:spLocks noGrp="1"/>
          </p:cNvSpPr>
          <p:nvPr>
            <p:ph sz="half" idx="1"/>
          </p:nvPr>
        </p:nvSpPr>
        <p:spPr>
          <a:xfrm>
            <a:off x="876300" y="1825625"/>
            <a:ext cx="4974040" cy="3834784"/>
          </a:xfrm>
        </p:spPr>
        <p:txBody>
          <a:bodyPr lIns="182880" tIns="182880" rIns="182880" bIns="182880"/>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C248545-1700-4237-885E-58E318B8B662}"/>
              </a:ext>
            </a:extLst>
          </p:cNvPr>
          <p:cNvSpPr>
            <a:spLocks noGrp="1"/>
          </p:cNvSpPr>
          <p:nvPr>
            <p:ph sz="half" idx="2"/>
          </p:nvPr>
        </p:nvSpPr>
        <p:spPr>
          <a:xfrm>
            <a:off x="6172199" y="1825625"/>
            <a:ext cx="5123329" cy="3834784"/>
          </a:xfrm>
        </p:spPr>
        <p:txBody>
          <a:bodyPr lIns="182880" tIns="182880" rIns="182880" bIns="182880"/>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8179CA4-3F84-4812-9AEC-55599F2E2601}"/>
              </a:ext>
            </a:extLst>
          </p:cNvPr>
          <p:cNvSpPr>
            <a:spLocks noGrp="1"/>
          </p:cNvSpPr>
          <p:nvPr>
            <p:ph type="dt" sz="half" idx="10"/>
          </p:nvPr>
        </p:nvSpPr>
        <p:spPr/>
        <p:txBody>
          <a:bodyPr/>
          <a:lstStyle/>
          <a:p>
            <a:fld id="{D57027F9-FE09-42C7-B299-70480480A9DD}" type="datetime1">
              <a:rPr lang="en-US" smtClean="0"/>
              <a:t>3/17/25</a:t>
            </a:fld>
            <a:endParaRPr lang="en-US"/>
          </a:p>
        </p:txBody>
      </p:sp>
      <p:sp>
        <p:nvSpPr>
          <p:cNvPr id="6" name="Footer Placeholder 5">
            <a:extLst>
              <a:ext uri="{FF2B5EF4-FFF2-40B4-BE49-F238E27FC236}">
                <a16:creationId xmlns:a16="http://schemas.microsoft.com/office/drawing/2014/main" id="{A89B2987-1499-402F-A5D7-B4495FC2E0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75D937-8211-42B3-A4EB-A0813FD961CA}"/>
              </a:ext>
            </a:extLst>
          </p:cNvPr>
          <p:cNvSpPr>
            <a:spLocks noGrp="1"/>
          </p:cNvSpPr>
          <p:nvPr>
            <p:ph type="sldNum" sz="quarter" idx="12"/>
          </p:nvPr>
        </p:nvSpPr>
        <p:spPr>
          <a:ln>
            <a:solidFill>
              <a:schemeClr val="accent2"/>
            </a:solidFill>
          </a:ln>
        </p:spPr>
        <p:txBody>
          <a:bodyPr/>
          <a:lstStyle>
            <a:lvl1pPr>
              <a:defRPr>
                <a:solidFill>
                  <a:schemeClr val="accent2"/>
                </a:solidFill>
              </a:defRPr>
            </a:lvl1pPr>
          </a:lstStyle>
          <a:p>
            <a:fld id="{545951DD-1C6A-495F-8185-4C73F8F8B75A}" type="slidenum">
              <a:rPr lang="en-US" smtClean="0"/>
              <a:pPr/>
              <a:t>‹#›</a:t>
            </a:fld>
            <a:endParaRPr lang="en-US"/>
          </a:p>
        </p:txBody>
      </p:sp>
      <p:grpSp>
        <p:nvGrpSpPr>
          <p:cNvPr id="10" name="Graphic 11">
            <a:extLst>
              <a:ext uri="{FF2B5EF4-FFF2-40B4-BE49-F238E27FC236}">
                <a16:creationId xmlns:a16="http://schemas.microsoft.com/office/drawing/2014/main" id="{5EDD6EAF-3491-4DED-95E5-C9B675F650B1}"/>
              </a:ext>
            </a:extLst>
          </p:cNvPr>
          <p:cNvGrpSpPr/>
          <p:nvPr userDrawn="1"/>
        </p:nvGrpSpPr>
        <p:grpSpPr>
          <a:xfrm rot="16200000">
            <a:off x="11384220" y="6170961"/>
            <a:ext cx="912230" cy="242400"/>
            <a:chOff x="11384220" y="6170961"/>
            <a:chExt cx="912230" cy="242400"/>
          </a:xfrm>
          <a:solidFill>
            <a:schemeClr val="tx1"/>
          </a:solidFill>
        </p:grpSpPr>
        <p:sp>
          <p:nvSpPr>
            <p:cNvPr id="11" name="Freeform: Shape 10">
              <a:extLst>
                <a:ext uri="{FF2B5EF4-FFF2-40B4-BE49-F238E27FC236}">
                  <a16:creationId xmlns:a16="http://schemas.microsoft.com/office/drawing/2014/main" id="{0657A6F7-A6C5-4CF9-817C-5D2ABE1DB43A}"/>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4D671506-1CB1-4BE4-9EA6-5738AC676227}"/>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102DF189-3AC7-47B8-A29F-B3549135E4E3}"/>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4573A624-953A-4B2A-BAFB-04ADE5DF3819}"/>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84D2E889-DDCB-4E86-B36C-B3691C6715A1}"/>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6F0B94D-C445-4D16-B566-CDE84049B9E7}"/>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242167FF-8206-49C8-8F24-685B9FA0D757}"/>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D51FA3F1-EAB7-4F9D-A3A4-76CED4D027EB}"/>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8A4FFAC8-B4CE-4EA4-8349-DA7B23C4233F}"/>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EFEE9CB3-08F3-4009-B4B9-4E288E5DA4E3}"/>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4479500D-A1F7-46BC-84F0-A21767BF481A}"/>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D1A0F95A-C9BF-4BD2-A532-2CBD2CF5F863}"/>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C1AC8414-F433-41AD-82E8-19A70E74FE09}"/>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800FF2B-7E0F-4FD0-8C07-208662F7757E}"/>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7A720E36-448C-4542-AB9B-6CC90A36A0CF}"/>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39ABF7E2-8688-4D07-99AF-149EB1D9024F}"/>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8A6A4200-BEC9-46AD-90A8-7ED62CF17469}"/>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462EDDC8-C738-495A-A3D5-AFCA4BFF1DE4}"/>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pic>
        <p:nvPicPr>
          <p:cNvPr id="8" name="Picture 7">
            <a:extLst>
              <a:ext uri="{FF2B5EF4-FFF2-40B4-BE49-F238E27FC236}">
                <a16:creationId xmlns:a16="http://schemas.microsoft.com/office/drawing/2014/main" id="{33D62977-DD1C-6BFF-8532-1FD64BA32B0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3644453180"/>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1"/>
        </a:solidFill>
        <a:effectLst/>
      </p:bgPr>
    </p:bg>
    <p:spTree>
      <p:nvGrpSpPr>
        <p:cNvPr id="1" name=""/>
        <p:cNvGrpSpPr/>
        <p:nvPr/>
      </p:nvGrpSpPr>
      <p:grpSpPr>
        <a:xfrm>
          <a:off x="0" y="0"/>
          <a:ext cx="0" cy="0"/>
          <a:chOff x="0" y="0"/>
          <a:chExt cx="0" cy="0"/>
        </a:xfrm>
      </p:grpSpPr>
      <p:sp>
        <p:nvSpPr>
          <p:cNvPr id="5" name="Content Placeholder 3">
            <a:extLst>
              <a:ext uri="{FF2B5EF4-FFF2-40B4-BE49-F238E27FC236}">
                <a16:creationId xmlns:a16="http://schemas.microsoft.com/office/drawing/2014/main" id="{BADA5333-09F7-95E8-2244-541A189B88D2}"/>
              </a:ext>
            </a:extLst>
          </p:cNvPr>
          <p:cNvSpPr>
            <a:spLocks noGrp="1"/>
          </p:cNvSpPr>
          <p:nvPr>
            <p:ph sz="half" idx="14"/>
          </p:nvPr>
        </p:nvSpPr>
        <p:spPr bwMode="ltGray">
          <a:xfrm>
            <a:off x="6432565" y="2380840"/>
            <a:ext cx="3530904" cy="3284036"/>
          </a:xfrm>
          <a:prstGeom prst="rect">
            <a:avLst/>
          </a:prstGeom>
          <a:noFill/>
          <a:ln>
            <a:noFill/>
          </a:ln>
        </p:spPr>
        <p:txBody>
          <a:bodyPr lIns="0" tIns="91440" rIns="0" bIns="0"/>
          <a:lstStyle>
            <a:lvl1pPr>
              <a:buClr>
                <a:schemeClr val="accent4"/>
              </a:buClr>
              <a:defRPr>
                <a:solidFill>
                  <a:schemeClr val="tx1"/>
                </a:solidFill>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solidFill>
                  <a:schemeClr val="tx1"/>
                </a:solidFill>
              </a:defRPr>
            </a:lvl3pPr>
            <a:lvl4pPr marL="573088" indent="-115888">
              <a:defRPr sz="900">
                <a:solidFill>
                  <a:schemeClr val="tx1"/>
                </a:solidFill>
              </a:defRPr>
            </a:lvl4pPr>
            <a:lvl5pPr marL="687388" indent="-111125">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CCA4325-2A16-4E59-984D-DD439B3D42A9}"/>
              </a:ext>
            </a:extLst>
          </p:cNvPr>
          <p:cNvSpPr>
            <a:spLocks noGrp="1"/>
          </p:cNvSpPr>
          <p:nvPr>
            <p:ph sz="half" idx="2"/>
          </p:nvPr>
        </p:nvSpPr>
        <p:spPr bwMode="ltGray">
          <a:xfrm>
            <a:off x="2298555" y="2380840"/>
            <a:ext cx="3530904" cy="3284036"/>
          </a:xfrm>
          <a:prstGeom prst="rect">
            <a:avLst/>
          </a:prstGeom>
          <a:noFill/>
          <a:ln>
            <a:noFill/>
          </a:ln>
        </p:spPr>
        <p:txBody>
          <a:bodyPr lIns="0" tIns="91440" rIns="0" bIns="0"/>
          <a:lstStyle>
            <a:lvl1pPr>
              <a:buClr>
                <a:schemeClr val="accent4"/>
              </a:buClr>
              <a:defRPr>
                <a:solidFill>
                  <a:schemeClr val="tx1"/>
                </a:solidFill>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solidFill>
                  <a:schemeClr val="tx1"/>
                </a:solidFill>
              </a:defRPr>
            </a:lvl3pPr>
            <a:lvl4pPr marL="573088" indent="-115888">
              <a:defRPr sz="900">
                <a:solidFill>
                  <a:schemeClr val="tx1"/>
                </a:solidFill>
              </a:defRPr>
            </a:lvl4pPr>
            <a:lvl5pPr marL="687388" indent="-111125">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2D906BD4-2413-4A90-B04A-7B96E026DD1E}" type="datetime1">
              <a:rPr lang="en-US" smtClean="0"/>
              <a:t>3/17/25</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sp>
        <p:nvSpPr>
          <p:cNvPr id="15" name="Title 1">
            <a:extLst>
              <a:ext uri="{FF2B5EF4-FFF2-40B4-BE49-F238E27FC236}">
                <a16:creationId xmlns:a16="http://schemas.microsoft.com/office/drawing/2014/main" id="{17CD4A9C-F46B-3030-6E82-425BEBFF414C}"/>
              </a:ext>
            </a:extLst>
          </p:cNvPr>
          <p:cNvSpPr>
            <a:spLocks noGrp="1"/>
          </p:cNvSpPr>
          <p:nvPr>
            <p:ph type="title" hasCustomPrompt="1"/>
          </p:nvPr>
        </p:nvSpPr>
        <p:spPr>
          <a:xfrm>
            <a:off x="839788" y="519426"/>
            <a:ext cx="10515600" cy="1325563"/>
          </a:xfrm>
        </p:spPr>
        <p:txBody>
          <a:bodyPr anchor="ctr"/>
          <a:lstStyle>
            <a:lvl1pPr algn="ctr">
              <a:defRPr>
                <a:solidFill>
                  <a:schemeClr val="tx1"/>
                </a:solidFill>
              </a:defRPr>
            </a:lvl1pPr>
          </a:lstStyle>
          <a:p>
            <a:r>
              <a:rPr lang="en-US"/>
              <a:t>2-Column Comparison Layout</a:t>
            </a:r>
          </a:p>
        </p:txBody>
      </p:sp>
      <p:sp>
        <p:nvSpPr>
          <p:cNvPr id="21" name="Text Placeholder 2">
            <a:extLst>
              <a:ext uri="{FF2B5EF4-FFF2-40B4-BE49-F238E27FC236}">
                <a16:creationId xmlns:a16="http://schemas.microsoft.com/office/drawing/2014/main" id="{D1044536-CF7F-CE5A-2370-FFA3855AAA03}"/>
              </a:ext>
            </a:extLst>
          </p:cNvPr>
          <p:cNvSpPr>
            <a:spLocks noGrp="1"/>
          </p:cNvSpPr>
          <p:nvPr>
            <p:ph type="body" idx="16" hasCustomPrompt="1"/>
          </p:nvPr>
        </p:nvSpPr>
        <p:spPr>
          <a:xfrm>
            <a:off x="2298555" y="1961516"/>
            <a:ext cx="3530904"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Text Placeholder 2">
            <a:extLst>
              <a:ext uri="{FF2B5EF4-FFF2-40B4-BE49-F238E27FC236}">
                <a16:creationId xmlns:a16="http://schemas.microsoft.com/office/drawing/2014/main" id="{B95AFFA7-E436-9E56-03E3-FD736679D5E2}"/>
              </a:ext>
            </a:extLst>
          </p:cNvPr>
          <p:cNvSpPr>
            <a:spLocks noGrp="1"/>
          </p:cNvSpPr>
          <p:nvPr>
            <p:ph type="body" idx="17" hasCustomPrompt="1"/>
          </p:nvPr>
        </p:nvSpPr>
        <p:spPr>
          <a:xfrm>
            <a:off x="6432564" y="1961516"/>
            <a:ext cx="3530904"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pic>
        <p:nvPicPr>
          <p:cNvPr id="6" name="Picture 5">
            <a:extLst>
              <a:ext uri="{FF2B5EF4-FFF2-40B4-BE49-F238E27FC236}">
                <a16:creationId xmlns:a16="http://schemas.microsoft.com/office/drawing/2014/main" id="{17A36431-59F4-E271-40CD-D2438F2BA2A8}"/>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155477396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omparison on Lt Purple">
    <p:bg>
      <p:bgPr>
        <a:solidFill>
          <a:schemeClr val="accent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D66D716-406C-36DD-49E4-F9328F94C06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1" r="221"/>
          <a:stretch/>
        </p:blipFill>
        <p:spPr>
          <a:xfrm>
            <a:off x="9014" y="0"/>
            <a:ext cx="12182985" cy="6881992"/>
          </a:xfrm>
          <a:prstGeom prst="rect">
            <a:avLst/>
          </a:prstGeom>
        </p:spPr>
      </p:pic>
      <p:sp>
        <p:nvSpPr>
          <p:cNvPr id="40" name="Rectangle 39">
            <a:extLst>
              <a:ext uri="{FF2B5EF4-FFF2-40B4-BE49-F238E27FC236}">
                <a16:creationId xmlns:a16="http://schemas.microsoft.com/office/drawing/2014/main" id="{26134057-B7F3-3D57-4F73-ABCC3F543067}"/>
              </a:ext>
            </a:extLst>
          </p:cNvPr>
          <p:cNvSpPr/>
          <p:nvPr userDrawn="1"/>
        </p:nvSpPr>
        <p:spPr>
          <a:xfrm>
            <a:off x="624348" y="7883"/>
            <a:ext cx="10943303" cy="629533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 Placeholder 2">
            <a:extLst>
              <a:ext uri="{FF2B5EF4-FFF2-40B4-BE49-F238E27FC236}">
                <a16:creationId xmlns:a16="http://schemas.microsoft.com/office/drawing/2014/main" id="{1CF4998F-7F3F-50BB-409C-DF72C4639530}"/>
              </a:ext>
            </a:extLst>
          </p:cNvPr>
          <p:cNvSpPr>
            <a:spLocks noGrp="1"/>
          </p:cNvSpPr>
          <p:nvPr>
            <p:ph type="body" idx="1" hasCustomPrompt="1"/>
          </p:nvPr>
        </p:nvSpPr>
        <p:spPr>
          <a:xfrm>
            <a:off x="2298555" y="1969401"/>
            <a:ext cx="3530904"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2" name="Content Placeholder 3">
            <a:extLst>
              <a:ext uri="{FF2B5EF4-FFF2-40B4-BE49-F238E27FC236}">
                <a16:creationId xmlns:a16="http://schemas.microsoft.com/office/drawing/2014/main" id="{4FAEB5A6-612B-0615-E4AC-714FE3FABDBA}"/>
              </a:ext>
            </a:extLst>
          </p:cNvPr>
          <p:cNvSpPr>
            <a:spLocks noGrp="1"/>
          </p:cNvSpPr>
          <p:nvPr>
            <p:ph sz="half" idx="2"/>
          </p:nvPr>
        </p:nvSpPr>
        <p:spPr bwMode="ltGray">
          <a:xfrm>
            <a:off x="2298555" y="2374630"/>
            <a:ext cx="3530904" cy="3284036"/>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Date Placeholder 6">
            <a:extLst>
              <a:ext uri="{FF2B5EF4-FFF2-40B4-BE49-F238E27FC236}">
                <a16:creationId xmlns:a16="http://schemas.microsoft.com/office/drawing/2014/main" id="{909CDFD2-51AB-8C70-72C4-5677DA5D65C8}"/>
              </a:ext>
            </a:extLst>
          </p:cNvPr>
          <p:cNvSpPr>
            <a:spLocks noGrp="1"/>
          </p:cNvSpPr>
          <p:nvPr>
            <p:ph type="dt" sz="half" idx="10"/>
          </p:nvPr>
        </p:nvSpPr>
        <p:spPr>
          <a:xfrm>
            <a:off x="10602762" y="6382494"/>
            <a:ext cx="692767" cy="365125"/>
          </a:xfrm>
        </p:spPr>
        <p:txBody>
          <a:bodyPr/>
          <a:lstStyle>
            <a:lvl1pPr>
              <a:defRPr>
                <a:solidFill>
                  <a:schemeClr val="bg1"/>
                </a:solidFill>
              </a:defRPr>
            </a:lvl1pPr>
          </a:lstStyle>
          <a:p>
            <a:fld id="{2D906BD4-2413-4A90-B04A-7B96E026DD1E}" type="datetime1">
              <a:rPr lang="en-US" smtClean="0"/>
              <a:pPr/>
              <a:t>3/17/25</a:t>
            </a:fld>
            <a:endParaRPr lang="en-US"/>
          </a:p>
        </p:txBody>
      </p:sp>
      <p:sp>
        <p:nvSpPr>
          <p:cNvPr id="35" name="Footer Placeholder 7">
            <a:extLst>
              <a:ext uri="{FF2B5EF4-FFF2-40B4-BE49-F238E27FC236}">
                <a16:creationId xmlns:a16="http://schemas.microsoft.com/office/drawing/2014/main" id="{BB0B9A30-913A-AF66-AEF6-E48F574D867C}"/>
              </a:ext>
            </a:extLst>
          </p:cNvPr>
          <p:cNvSpPr>
            <a:spLocks noGrp="1"/>
          </p:cNvSpPr>
          <p:nvPr>
            <p:ph type="ftr" sz="quarter" idx="11"/>
          </p:nvPr>
        </p:nvSpPr>
        <p:spPr>
          <a:xfrm>
            <a:off x="342900" y="6394105"/>
            <a:ext cx="10259861" cy="365125"/>
          </a:xfrm>
        </p:spPr>
        <p:txBody>
          <a:bodyPr/>
          <a:lstStyle>
            <a:lvl1pPr>
              <a:defRPr>
                <a:solidFill>
                  <a:schemeClr val="bg1"/>
                </a:solidFill>
              </a:defRPr>
            </a:lvl1pPr>
          </a:lstStyle>
          <a:p>
            <a:endParaRPr lang="en-US"/>
          </a:p>
        </p:txBody>
      </p:sp>
      <p:sp>
        <p:nvSpPr>
          <p:cNvPr id="38" name="Text Placeholder 2">
            <a:extLst>
              <a:ext uri="{FF2B5EF4-FFF2-40B4-BE49-F238E27FC236}">
                <a16:creationId xmlns:a16="http://schemas.microsoft.com/office/drawing/2014/main" id="{B0262FED-DEA5-713F-9E79-38779BD0EDBA}"/>
              </a:ext>
            </a:extLst>
          </p:cNvPr>
          <p:cNvSpPr>
            <a:spLocks noGrp="1"/>
          </p:cNvSpPr>
          <p:nvPr>
            <p:ph type="body" idx="13" hasCustomPrompt="1"/>
          </p:nvPr>
        </p:nvSpPr>
        <p:spPr>
          <a:xfrm>
            <a:off x="6434327" y="1969401"/>
            <a:ext cx="3530904"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Slide Number Placeholder 8">
            <a:extLst>
              <a:ext uri="{FF2B5EF4-FFF2-40B4-BE49-F238E27FC236}">
                <a16:creationId xmlns:a16="http://schemas.microsoft.com/office/drawing/2014/main" id="{24F8CBD6-8AC1-7279-EECE-BB3D7827F87B}"/>
              </a:ext>
            </a:extLst>
          </p:cNvPr>
          <p:cNvSpPr>
            <a:spLocks noGrp="1"/>
          </p:cNvSpPr>
          <p:nvPr>
            <p:ph type="sldNum" sz="quarter" idx="12"/>
          </p:nvPr>
        </p:nvSpPr>
        <p:spPr>
          <a:xfrm>
            <a:off x="11674225" y="5440276"/>
            <a:ext cx="305503" cy="306298"/>
          </a:xfrm>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grpSp>
        <p:nvGrpSpPr>
          <p:cNvPr id="42" name="Graphic 11">
            <a:extLst>
              <a:ext uri="{FF2B5EF4-FFF2-40B4-BE49-F238E27FC236}">
                <a16:creationId xmlns:a16="http://schemas.microsoft.com/office/drawing/2014/main" id="{491DE3A3-6C12-D07C-F62B-73188E535214}"/>
              </a:ext>
            </a:extLst>
          </p:cNvPr>
          <p:cNvGrpSpPr/>
          <p:nvPr userDrawn="1"/>
        </p:nvGrpSpPr>
        <p:grpSpPr>
          <a:xfrm rot="16200000">
            <a:off x="11384220" y="6170961"/>
            <a:ext cx="912230" cy="242400"/>
            <a:chOff x="11384220" y="6170961"/>
            <a:chExt cx="912230" cy="242400"/>
          </a:xfrm>
          <a:solidFill>
            <a:schemeClr val="bg1"/>
          </a:solidFill>
        </p:grpSpPr>
        <p:sp>
          <p:nvSpPr>
            <p:cNvPr id="43" name="Freeform: Shape 4">
              <a:extLst>
                <a:ext uri="{FF2B5EF4-FFF2-40B4-BE49-F238E27FC236}">
                  <a16:creationId xmlns:a16="http://schemas.microsoft.com/office/drawing/2014/main" id="{B04BA0E4-5605-35B8-4613-3F5DAE0FDA0C}"/>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44" name="Freeform: Shape 5">
              <a:extLst>
                <a:ext uri="{FF2B5EF4-FFF2-40B4-BE49-F238E27FC236}">
                  <a16:creationId xmlns:a16="http://schemas.microsoft.com/office/drawing/2014/main" id="{99B86F9D-C9E6-6EA1-B72F-4C14E21F4A80}"/>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45" name="Freeform: Shape 10">
              <a:extLst>
                <a:ext uri="{FF2B5EF4-FFF2-40B4-BE49-F238E27FC236}">
                  <a16:creationId xmlns:a16="http://schemas.microsoft.com/office/drawing/2014/main" id="{8909B5CE-87D7-A464-AB31-A6A3E0509BBF}"/>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46" name="Freeform: Shape 12">
              <a:extLst>
                <a:ext uri="{FF2B5EF4-FFF2-40B4-BE49-F238E27FC236}">
                  <a16:creationId xmlns:a16="http://schemas.microsoft.com/office/drawing/2014/main" id="{315F964F-5EB1-E817-1608-544A403FCB17}"/>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47" name="Freeform: Shape 13">
              <a:extLst>
                <a:ext uri="{FF2B5EF4-FFF2-40B4-BE49-F238E27FC236}">
                  <a16:creationId xmlns:a16="http://schemas.microsoft.com/office/drawing/2014/main" id="{3C412AAE-330A-D886-0E8D-F823B023378C}"/>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48" name="Freeform: Shape 14">
              <a:extLst>
                <a:ext uri="{FF2B5EF4-FFF2-40B4-BE49-F238E27FC236}">
                  <a16:creationId xmlns:a16="http://schemas.microsoft.com/office/drawing/2014/main" id="{9839C854-E30A-4831-EBCE-480E2F22B3B2}"/>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49" name="Freeform: Shape 15">
              <a:extLst>
                <a:ext uri="{FF2B5EF4-FFF2-40B4-BE49-F238E27FC236}">
                  <a16:creationId xmlns:a16="http://schemas.microsoft.com/office/drawing/2014/main" id="{B144DA6E-DFC5-686B-FADC-2DA8E65128B6}"/>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50" name="Freeform: Shape 16">
              <a:extLst>
                <a:ext uri="{FF2B5EF4-FFF2-40B4-BE49-F238E27FC236}">
                  <a16:creationId xmlns:a16="http://schemas.microsoft.com/office/drawing/2014/main" id="{4E41BFFC-EE41-FBE7-69E9-26423ACD4236}"/>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51" name="Freeform: Shape 17">
              <a:extLst>
                <a:ext uri="{FF2B5EF4-FFF2-40B4-BE49-F238E27FC236}">
                  <a16:creationId xmlns:a16="http://schemas.microsoft.com/office/drawing/2014/main" id="{70F4C0BF-16CA-5D17-F93B-BFFE57168AEA}"/>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52" name="Freeform: Shape 18">
              <a:extLst>
                <a:ext uri="{FF2B5EF4-FFF2-40B4-BE49-F238E27FC236}">
                  <a16:creationId xmlns:a16="http://schemas.microsoft.com/office/drawing/2014/main" id="{4C3A4C8C-6493-BE7B-60F4-D91133FF6C9C}"/>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53" name="Freeform: Shape 19">
              <a:extLst>
                <a:ext uri="{FF2B5EF4-FFF2-40B4-BE49-F238E27FC236}">
                  <a16:creationId xmlns:a16="http://schemas.microsoft.com/office/drawing/2014/main" id="{5A616AA1-B574-34B2-9493-5FC82813B7A1}"/>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54" name="Freeform: Shape 20">
              <a:extLst>
                <a:ext uri="{FF2B5EF4-FFF2-40B4-BE49-F238E27FC236}">
                  <a16:creationId xmlns:a16="http://schemas.microsoft.com/office/drawing/2014/main" id="{C29E207B-313D-3A5A-25B2-B0E70E71017A}"/>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55" name="Freeform: Shape 21">
              <a:extLst>
                <a:ext uri="{FF2B5EF4-FFF2-40B4-BE49-F238E27FC236}">
                  <a16:creationId xmlns:a16="http://schemas.microsoft.com/office/drawing/2014/main" id="{B7114406-F44C-54A5-6396-E7DA9A90648A}"/>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56" name="Freeform: Shape 22">
              <a:extLst>
                <a:ext uri="{FF2B5EF4-FFF2-40B4-BE49-F238E27FC236}">
                  <a16:creationId xmlns:a16="http://schemas.microsoft.com/office/drawing/2014/main" id="{EB752763-F6D5-22A7-D2CC-BDDBA8230785}"/>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57" name="Freeform: Shape 23">
              <a:extLst>
                <a:ext uri="{FF2B5EF4-FFF2-40B4-BE49-F238E27FC236}">
                  <a16:creationId xmlns:a16="http://schemas.microsoft.com/office/drawing/2014/main" id="{C07C6E36-25DD-DBE4-586A-F99BD94C8D76}"/>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58" name="Freeform: Shape 24">
              <a:extLst>
                <a:ext uri="{FF2B5EF4-FFF2-40B4-BE49-F238E27FC236}">
                  <a16:creationId xmlns:a16="http://schemas.microsoft.com/office/drawing/2014/main" id="{E5F37716-72D3-01BA-9A62-2A8964D4B475}"/>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59" name="Freeform: Shape 25">
              <a:extLst>
                <a:ext uri="{FF2B5EF4-FFF2-40B4-BE49-F238E27FC236}">
                  <a16:creationId xmlns:a16="http://schemas.microsoft.com/office/drawing/2014/main" id="{0BE6737D-AAA8-1C2C-248C-4C4BAC813277}"/>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60" name="Freeform: Shape 26">
              <a:extLst>
                <a:ext uri="{FF2B5EF4-FFF2-40B4-BE49-F238E27FC236}">
                  <a16:creationId xmlns:a16="http://schemas.microsoft.com/office/drawing/2014/main" id="{B6F0FE35-E9E6-F572-0ECB-B924FB566084}"/>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
        <p:nvSpPr>
          <p:cNvPr id="61" name="Title 1">
            <a:extLst>
              <a:ext uri="{FF2B5EF4-FFF2-40B4-BE49-F238E27FC236}">
                <a16:creationId xmlns:a16="http://schemas.microsoft.com/office/drawing/2014/main" id="{84A47278-038A-E352-94CA-258CEF3DA586}"/>
              </a:ext>
            </a:extLst>
          </p:cNvPr>
          <p:cNvSpPr>
            <a:spLocks noGrp="1"/>
          </p:cNvSpPr>
          <p:nvPr>
            <p:ph type="title" hasCustomPrompt="1"/>
          </p:nvPr>
        </p:nvSpPr>
        <p:spPr>
          <a:xfrm>
            <a:off x="839788" y="519426"/>
            <a:ext cx="10515600" cy="1325563"/>
          </a:xfrm>
        </p:spPr>
        <p:txBody>
          <a:bodyPr anchor="ctr"/>
          <a:lstStyle>
            <a:lvl1pPr algn="ctr">
              <a:defRPr>
                <a:solidFill>
                  <a:schemeClr val="bg1"/>
                </a:solidFill>
              </a:defRPr>
            </a:lvl1pPr>
          </a:lstStyle>
          <a:p>
            <a:r>
              <a:rPr lang="en-US"/>
              <a:t>2-Column Comparison Layout</a:t>
            </a:r>
          </a:p>
        </p:txBody>
      </p:sp>
      <p:sp>
        <p:nvSpPr>
          <p:cNvPr id="2" name="Content Placeholder 3">
            <a:extLst>
              <a:ext uri="{FF2B5EF4-FFF2-40B4-BE49-F238E27FC236}">
                <a16:creationId xmlns:a16="http://schemas.microsoft.com/office/drawing/2014/main" id="{757618CE-AA05-B4E6-872D-0BC550134213}"/>
              </a:ext>
            </a:extLst>
          </p:cNvPr>
          <p:cNvSpPr>
            <a:spLocks noGrp="1"/>
          </p:cNvSpPr>
          <p:nvPr>
            <p:ph sz="half" idx="14"/>
          </p:nvPr>
        </p:nvSpPr>
        <p:spPr bwMode="ltGray">
          <a:xfrm>
            <a:off x="6440787" y="2374630"/>
            <a:ext cx="3530904" cy="3284036"/>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0216249"/>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mparison - Stroked on Light Bg">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401C5765-43BC-4387-261E-F79CD2129EF6}"/>
              </a:ext>
            </a:extLst>
          </p:cNvPr>
          <p:cNvSpPr/>
          <p:nvPr userDrawn="1"/>
        </p:nvSpPr>
        <p:spPr>
          <a:xfrm>
            <a:off x="624348" y="350698"/>
            <a:ext cx="10943303" cy="5952519"/>
          </a:xfrm>
          <a:prstGeom prst="rect">
            <a:avLst/>
          </a:prstGeom>
          <a:solidFill>
            <a:srgbClr val="44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BCF2E2-C158-42C8-966A-12FC2DC18EEA}"/>
              </a:ext>
            </a:extLst>
          </p:cNvPr>
          <p:cNvSpPr>
            <a:spLocks noGrp="1"/>
          </p:cNvSpPr>
          <p:nvPr>
            <p:ph type="title" hasCustomPrompt="1"/>
          </p:nvPr>
        </p:nvSpPr>
        <p:spPr>
          <a:xfrm>
            <a:off x="839788" y="519426"/>
            <a:ext cx="10515600" cy="1325563"/>
          </a:xfrm>
        </p:spPr>
        <p:txBody>
          <a:bodyPr anchor="ctr"/>
          <a:lstStyle>
            <a:lvl1pPr algn="ctr">
              <a:defRPr>
                <a:solidFill>
                  <a:schemeClr val="bg1"/>
                </a:solidFill>
              </a:defRPr>
            </a:lvl1pPr>
          </a:lstStyle>
          <a:p>
            <a:r>
              <a:rPr lang="en-US"/>
              <a:t>2-Column Comparison Layout</a:t>
            </a:r>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lvl1pPr>
              <a:defRPr>
                <a:solidFill>
                  <a:schemeClr val="bg1"/>
                </a:solidFill>
              </a:defRPr>
            </a:lvl1pPr>
          </a:lstStyle>
          <a:p>
            <a:fld id="{2D906BD4-2413-4A90-B04A-7B96E026DD1E}" type="datetime1">
              <a:rPr lang="en-US" smtClean="0"/>
              <a:pPr/>
              <a:t>3/17/25</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a:xfrm>
            <a:off x="839788" y="6394105"/>
            <a:ext cx="9762973" cy="365125"/>
          </a:xfrm>
        </p:spPr>
        <p:txBody>
          <a:bodyPr/>
          <a:lstStyle>
            <a:lvl1pPr>
              <a:defRPr>
                <a:solidFill>
                  <a:schemeClr val="bg1"/>
                </a:solidFill>
              </a:defRPr>
            </a:lvl1p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grpSp>
        <p:nvGrpSpPr>
          <p:cNvPr id="12" name="Graphic 11">
            <a:extLst>
              <a:ext uri="{FF2B5EF4-FFF2-40B4-BE49-F238E27FC236}">
                <a16:creationId xmlns:a16="http://schemas.microsoft.com/office/drawing/2014/main" id="{0A7F6100-F583-4F7E-BAEE-005425A8513D}"/>
              </a:ext>
            </a:extLst>
          </p:cNvPr>
          <p:cNvGrpSpPr/>
          <p:nvPr userDrawn="1"/>
        </p:nvGrpSpPr>
        <p:grpSpPr>
          <a:xfrm rot="16200000">
            <a:off x="11384220" y="6170961"/>
            <a:ext cx="912230" cy="242400"/>
            <a:chOff x="11384220" y="6170961"/>
            <a:chExt cx="912230" cy="242400"/>
          </a:xfrm>
          <a:solidFill>
            <a:schemeClr val="bg1"/>
          </a:solidFill>
        </p:grpSpPr>
        <p:sp>
          <p:nvSpPr>
            <p:cNvPr id="13" name="Freeform: Shape 12">
              <a:extLst>
                <a:ext uri="{FF2B5EF4-FFF2-40B4-BE49-F238E27FC236}">
                  <a16:creationId xmlns:a16="http://schemas.microsoft.com/office/drawing/2014/main" id="{32419910-49D9-4DB3-98D2-1917CE78DDC5}"/>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1A1B71FE-5B58-4449-9C51-ED464C6DE536}"/>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6C729E27-7293-48B3-A2DC-0B8D98B8E0D8}"/>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F6B24689-FE85-47BB-804A-58C7F8F6EE71}"/>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CC36FDF5-5725-46EC-8F94-12C18079D8FE}"/>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AE21A98E-DBBB-4598-936C-63B4732F8C8B}"/>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0ACDE724-36AA-4EE8-BBA8-D9C279EBD9C2}"/>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2887B1FD-6F89-493A-8126-8D208FCAF598}"/>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16D70DF5-56D8-4111-9CD7-7243612FA7F2}"/>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4050B6B0-A6C8-496F-BB2F-B491FC0E90B1}"/>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A1D58504-A63B-454E-8C5C-0E1E4CA769CE}"/>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EBB74CBF-BCCF-45AC-881F-5E1BA9AF5EB6}"/>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5825A49A-5567-41AE-A0DE-717D6AC2FB70}"/>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478B2DF0-F588-4E63-B3C3-04D17E6D3C33}"/>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E4DE7CAC-68B6-4773-90E1-C301B68B361C}"/>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47B81F84-A5AB-42F3-9EE3-B4A95FD907F6}"/>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B2612E94-0C2C-425B-8FD7-B3FA6B1B6002}"/>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2C14BCE4-E20F-4BCB-8AF8-0B768A37BB42}"/>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
        <p:nvSpPr>
          <p:cNvPr id="11" name="Text Placeholder 2">
            <a:extLst>
              <a:ext uri="{FF2B5EF4-FFF2-40B4-BE49-F238E27FC236}">
                <a16:creationId xmlns:a16="http://schemas.microsoft.com/office/drawing/2014/main" id="{3F54F572-40B2-4DF4-DCEF-BD0FBBA6CBE4}"/>
              </a:ext>
            </a:extLst>
          </p:cNvPr>
          <p:cNvSpPr>
            <a:spLocks noGrp="1"/>
          </p:cNvSpPr>
          <p:nvPr>
            <p:ph type="body" idx="1" hasCustomPrompt="1"/>
          </p:nvPr>
        </p:nvSpPr>
        <p:spPr>
          <a:xfrm>
            <a:off x="2298555" y="1973128"/>
            <a:ext cx="3530904"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4" name="Text Placeholder 2">
            <a:extLst>
              <a:ext uri="{FF2B5EF4-FFF2-40B4-BE49-F238E27FC236}">
                <a16:creationId xmlns:a16="http://schemas.microsoft.com/office/drawing/2014/main" id="{F7465710-8A94-E492-CA82-FC8726BFC9E3}"/>
              </a:ext>
            </a:extLst>
          </p:cNvPr>
          <p:cNvSpPr>
            <a:spLocks noGrp="1"/>
          </p:cNvSpPr>
          <p:nvPr>
            <p:ph type="body" idx="13" hasCustomPrompt="1"/>
          </p:nvPr>
        </p:nvSpPr>
        <p:spPr>
          <a:xfrm>
            <a:off x="6434327" y="1973128"/>
            <a:ext cx="3530904"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 name="Content Placeholder 3">
            <a:extLst>
              <a:ext uri="{FF2B5EF4-FFF2-40B4-BE49-F238E27FC236}">
                <a16:creationId xmlns:a16="http://schemas.microsoft.com/office/drawing/2014/main" id="{F7E92C58-C16A-48B5-4649-1F879374E8B4}"/>
              </a:ext>
            </a:extLst>
          </p:cNvPr>
          <p:cNvSpPr>
            <a:spLocks noGrp="1"/>
          </p:cNvSpPr>
          <p:nvPr>
            <p:ph sz="half" idx="2"/>
          </p:nvPr>
        </p:nvSpPr>
        <p:spPr bwMode="ltGray">
          <a:xfrm>
            <a:off x="2298555" y="2378357"/>
            <a:ext cx="3530904" cy="3284036"/>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5414898-020C-D28D-70B3-726EE9DB9E3D}"/>
              </a:ext>
            </a:extLst>
          </p:cNvPr>
          <p:cNvSpPr>
            <a:spLocks noGrp="1"/>
          </p:cNvSpPr>
          <p:nvPr>
            <p:ph sz="half" idx="14"/>
          </p:nvPr>
        </p:nvSpPr>
        <p:spPr bwMode="ltGray">
          <a:xfrm>
            <a:off x="6440787" y="2378357"/>
            <a:ext cx="3530904" cy="3284036"/>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37213060"/>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Comparison - Dark on Light Bg">
    <p:bg>
      <p:bgRef idx="1001">
        <a:schemeClr val="bg1"/>
      </p:bgRef>
    </p:bg>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2D906BD4-2413-4A90-B04A-7B96E026DD1E}" type="datetime1">
              <a:rPr lang="en-US" smtClean="0"/>
              <a:t>3/17/25</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grpSp>
        <p:nvGrpSpPr>
          <p:cNvPr id="12" name="Graphic 11">
            <a:extLst>
              <a:ext uri="{FF2B5EF4-FFF2-40B4-BE49-F238E27FC236}">
                <a16:creationId xmlns:a16="http://schemas.microsoft.com/office/drawing/2014/main" id="{992BE47C-90C2-46CE-90AE-CEFE0732F1BC}"/>
              </a:ext>
            </a:extLst>
          </p:cNvPr>
          <p:cNvGrpSpPr/>
          <p:nvPr userDrawn="1"/>
        </p:nvGrpSpPr>
        <p:grpSpPr>
          <a:xfrm rot="16200000">
            <a:off x="11384220" y="6170961"/>
            <a:ext cx="912230" cy="242400"/>
            <a:chOff x="11384220" y="6170961"/>
            <a:chExt cx="912230" cy="242400"/>
          </a:xfrm>
          <a:solidFill>
            <a:schemeClr val="tx1"/>
          </a:solidFill>
        </p:grpSpPr>
        <p:sp>
          <p:nvSpPr>
            <p:cNvPr id="13" name="Freeform: Shape 12">
              <a:extLst>
                <a:ext uri="{FF2B5EF4-FFF2-40B4-BE49-F238E27FC236}">
                  <a16:creationId xmlns:a16="http://schemas.microsoft.com/office/drawing/2014/main" id="{E52677E4-BD7F-4053-89FC-3C6E4C056923}"/>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450A4F6A-7B4C-42B6-937B-62EA8200162F}"/>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4EDA4297-BDC6-48EA-909D-1908E17A6248}"/>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6EDADE1-DDA0-4011-9FA5-4B9E24FA90DB}"/>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3F641A17-5BE6-4EC0-91EE-2EA283B0A277}"/>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6198556E-AB9C-4176-81F5-3279D8A7A708}"/>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9B5272D2-885B-4C4C-BD01-F486F00D730C}"/>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B0FEA1AF-56EB-415B-BFB7-0E033209AAE8}"/>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75FA9EEF-FCC0-466B-BAD9-E9F943715CA6}"/>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05DE07C2-6761-40DB-A2DD-9EFAC1FADA0C}"/>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0771909B-04CA-49D9-9291-319F1820E0A3}"/>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DC8388B3-3736-4BF2-B20F-40EE94022DD1}"/>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97425CE4-0046-4A66-A0CD-6EEEAB2B75B9}"/>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A08D9CA7-8BD3-43CD-AE33-89F3FA2277E1}"/>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400D16D8-9CAD-4182-99F6-07CF6DE182E1}"/>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E5FA30EF-A221-46D7-A158-C151592E944C}"/>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1490DF44-9E14-4CBC-B661-843360D66995}"/>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A61335D3-D5E5-40BD-A027-169B7D0FB492}"/>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
        <p:nvSpPr>
          <p:cNvPr id="11" name="Text Placeholder 2">
            <a:extLst>
              <a:ext uri="{FF2B5EF4-FFF2-40B4-BE49-F238E27FC236}">
                <a16:creationId xmlns:a16="http://schemas.microsoft.com/office/drawing/2014/main" id="{4946EA5B-1D77-F90D-48B2-573255F27523}"/>
              </a:ext>
            </a:extLst>
          </p:cNvPr>
          <p:cNvSpPr>
            <a:spLocks noGrp="1"/>
          </p:cNvSpPr>
          <p:nvPr>
            <p:ph type="body" idx="1" hasCustomPrompt="1"/>
          </p:nvPr>
        </p:nvSpPr>
        <p:spPr>
          <a:xfrm>
            <a:off x="2298555" y="1973128"/>
            <a:ext cx="3530904"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7" name="Text Placeholder 2">
            <a:extLst>
              <a:ext uri="{FF2B5EF4-FFF2-40B4-BE49-F238E27FC236}">
                <a16:creationId xmlns:a16="http://schemas.microsoft.com/office/drawing/2014/main" id="{4A77FD70-D677-909E-82E5-DD8B131154EB}"/>
              </a:ext>
            </a:extLst>
          </p:cNvPr>
          <p:cNvSpPr>
            <a:spLocks noGrp="1"/>
          </p:cNvSpPr>
          <p:nvPr>
            <p:ph type="body" idx="13" hasCustomPrompt="1"/>
          </p:nvPr>
        </p:nvSpPr>
        <p:spPr>
          <a:xfrm>
            <a:off x="6434327" y="1973128"/>
            <a:ext cx="3530904"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9" name="Title 1">
            <a:extLst>
              <a:ext uri="{FF2B5EF4-FFF2-40B4-BE49-F238E27FC236}">
                <a16:creationId xmlns:a16="http://schemas.microsoft.com/office/drawing/2014/main" id="{1D1FAD5B-7F52-B925-BD41-F2326F121ACC}"/>
              </a:ext>
            </a:extLst>
          </p:cNvPr>
          <p:cNvSpPr>
            <a:spLocks noGrp="1"/>
          </p:cNvSpPr>
          <p:nvPr>
            <p:ph type="title" hasCustomPrompt="1"/>
          </p:nvPr>
        </p:nvSpPr>
        <p:spPr>
          <a:xfrm>
            <a:off x="839788" y="519426"/>
            <a:ext cx="10515600" cy="1325563"/>
          </a:xfrm>
        </p:spPr>
        <p:txBody>
          <a:bodyPr anchor="ctr"/>
          <a:lstStyle>
            <a:lvl1pPr algn="ctr">
              <a:defRPr>
                <a:solidFill>
                  <a:schemeClr val="accent1"/>
                </a:solidFill>
              </a:defRPr>
            </a:lvl1pPr>
          </a:lstStyle>
          <a:p>
            <a:r>
              <a:rPr lang="en-US"/>
              <a:t>2-Column Comparison Layout</a:t>
            </a:r>
          </a:p>
        </p:txBody>
      </p:sp>
      <p:pic>
        <p:nvPicPr>
          <p:cNvPr id="40" name="Picture 39">
            <a:extLst>
              <a:ext uri="{FF2B5EF4-FFF2-40B4-BE49-F238E27FC236}">
                <a16:creationId xmlns:a16="http://schemas.microsoft.com/office/drawing/2014/main" id="{50C03FB4-920B-8A6E-3B6D-9510A3EC846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
        <p:nvSpPr>
          <p:cNvPr id="41" name="Content Placeholder 3">
            <a:extLst>
              <a:ext uri="{FF2B5EF4-FFF2-40B4-BE49-F238E27FC236}">
                <a16:creationId xmlns:a16="http://schemas.microsoft.com/office/drawing/2014/main" id="{35F4C2E9-F1B0-1474-4F6B-91A53F854FFB}"/>
              </a:ext>
            </a:extLst>
          </p:cNvPr>
          <p:cNvSpPr>
            <a:spLocks noGrp="1"/>
          </p:cNvSpPr>
          <p:nvPr>
            <p:ph sz="half" idx="14"/>
          </p:nvPr>
        </p:nvSpPr>
        <p:spPr bwMode="ltGray">
          <a:xfrm>
            <a:off x="6432565" y="2386646"/>
            <a:ext cx="3530904" cy="3284036"/>
          </a:xfrm>
          <a:prstGeom prst="rect">
            <a:avLst/>
          </a:prstGeom>
          <a:noFill/>
          <a:ln>
            <a:noFill/>
          </a:ln>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2" name="Content Placeholder 3">
            <a:extLst>
              <a:ext uri="{FF2B5EF4-FFF2-40B4-BE49-F238E27FC236}">
                <a16:creationId xmlns:a16="http://schemas.microsoft.com/office/drawing/2014/main" id="{9CE62C7A-C92B-0102-D4E5-4E0638E6103C}"/>
              </a:ext>
            </a:extLst>
          </p:cNvPr>
          <p:cNvSpPr>
            <a:spLocks noGrp="1"/>
          </p:cNvSpPr>
          <p:nvPr>
            <p:ph sz="half" idx="2"/>
          </p:nvPr>
        </p:nvSpPr>
        <p:spPr bwMode="ltGray">
          <a:xfrm>
            <a:off x="2298555" y="2386646"/>
            <a:ext cx="3530904" cy="3284036"/>
          </a:xfrm>
          <a:prstGeom prst="rect">
            <a:avLst/>
          </a:prstGeom>
          <a:noFill/>
          <a:ln>
            <a:noFill/>
          </a:ln>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33485310"/>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Column Comparison">
    <p:bg>
      <p:bgPr>
        <a:solidFill>
          <a:schemeClr val="accent1"/>
        </a:solidFill>
        <a:effectLst/>
      </p:bgPr>
    </p:bg>
    <p:spTree>
      <p:nvGrpSpPr>
        <p:cNvPr id="1" name=""/>
        <p:cNvGrpSpPr/>
        <p:nvPr/>
      </p:nvGrpSpPr>
      <p:grpSpPr>
        <a:xfrm>
          <a:off x="0" y="0"/>
          <a:ext cx="0" cy="0"/>
          <a:chOff x="0" y="0"/>
          <a:chExt cx="0" cy="0"/>
        </a:xfrm>
      </p:grpSpPr>
      <p:sp>
        <p:nvSpPr>
          <p:cNvPr id="15" name="Text Placeholder 2">
            <a:extLst>
              <a:ext uri="{FF2B5EF4-FFF2-40B4-BE49-F238E27FC236}">
                <a16:creationId xmlns:a16="http://schemas.microsoft.com/office/drawing/2014/main" id="{B6678BE2-75EF-1F1C-8F1C-A3E0126B2D40}"/>
              </a:ext>
            </a:extLst>
          </p:cNvPr>
          <p:cNvSpPr>
            <a:spLocks noGrp="1"/>
          </p:cNvSpPr>
          <p:nvPr>
            <p:ph type="body" idx="16" hasCustomPrompt="1"/>
          </p:nvPr>
        </p:nvSpPr>
        <p:spPr>
          <a:xfrm>
            <a:off x="836612" y="1954596"/>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CCA4325-2A16-4E59-984D-DD439B3D42A9}"/>
              </a:ext>
            </a:extLst>
          </p:cNvPr>
          <p:cNvSpPr>
            <a:spLocks noGrp="1"/>
          </p:cNvSpPr>
          <p:nvPr>
            <p:ph sz="half" idx="2"/>
          </p:nvPr>
        </p:nvSpPr>
        <p:spPr bwMode="ltGray">
          <a:xfrm>
            <a:off x="839788" y="2378216"/>
            <a:ext cx="3304615" cy="3684588"/>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65DF209C-A28E-4A04-8EE4-E2684080C509}" type="datetime1">
              <a:rPr lang="en-US" smtClean="0"/>
              <a:t>3/17/25</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sp>
        <p:nvSpPr>
          <p:cNvPr id="17" name="Text Placeholder 2">
            <a:extLst>
              <a:ext uri="{FF2B5EF4-FFF2-40B4-BE49-F238E27FC236}">
                <a16:creationId xmlns:a16="http://schemas.microsoft.com/office/drawing/2014/main" id="{B2B390B0-37FD-1C66-A829-A0D06E14382D}"/>
              </a:ext>
            </a:extLst>
          </p:cNvPr>
          <p:cNvSpPr>
            <a:spLocks noGrp="1"/>
          </p:cNvSpPr>
          <p:nvPr>
            <p:ph type="body" idx="17" hasCustomPrompt="1"/>
          </p:nvPr>
        </p:nvSpPr>
        <p:spPr>
          <a:xfrm>
            <a:off x="4420640" y="1954596"/>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2">
            <a:extLst>
              <a:ext uri="{FF2B5EF4-FFF2-40B4-BE49-F238E27FC236}">
                <a16:creationId xmlns:a16="http://schemas.microsoft.com/office/drawing/2014/main" id="{6EEACA0D-7DC5-01F3-8464-D4BA9640AE24}"/>
              </a:ext>
            </a:extLst>
          </p:cNvPr>
          <p:cNvSpPr>
            <a:spLocks noGrp="1"/>
          </p:cNvSpPr>
          <p:nvPr>
            <p:ph type="body" idx="19" hasCustomPrompt="1"/>
          </p:nvPr>
        </p:nvSpPr>
        <p:spPr>
          <a:xfrm>
            <a:off x="8036199" y="1954596"/>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Title 1">
            <a:extLst>
              <a:ext uri="{FF2B5EF4-FFF2-40B4-BE49-F238E27FC236}">
                <a16:creationId xmlns:a16="http://schemas.microsoft.com/office/drawing/2014/main" id="{4FDB0CA3-9633-8290-5CA4-4B77E1935CD2}"/>
              </a:ext>
            </a:extLst>
          </p:cNvPr>
          <p:cNvSpPr>
            <a:spLocks noGrp="1"/>
          </p:cNvSpPr>
          <p:nvPr>
            <p:ph type="title" hasCustomPrompt="1"/>
          </p:nvPr>
        </p:nvSpPr>
        <p:spPr>
          <a:xfrm>
            <a:off x="839788" y="519426"/>
            <a:ext cx="10515600" cy="1325563"/>
          </a:xfrm>
        </p:spPr>
        <p:txBody>
          <a:bodyPr anchor="ctr"/>
          <a:lstStyle>
            <a:lvl1pPr algn="ctr">
              <a:defRPr baseline="0">
                <a:solidFill>
                  <a:schemeClr val="tx1">
                    <a:lumMod val="95000"/>
                  </a:schemeClr>
                </a:solidFill>
              </a:defRPr>
            </a:lvl1pPr>
          </a:lstStyle>
          <a:p>
            <a:r>
              <a:rPr lang="en-US"/>
              <a:t>3-Column Comparison Layout</a:t>
            </a:r>
          </a:p>
        </p:txBody>
      </p:sp>
      <p:sp>
        <p:nvSpPr>
          <p:cNvPr id="3" name="Content Placeholder 3">
            <a:extLst>
              <a:ext uri="{FF2B5EF4-FFF2-40B4-BE49-F238E27FC236}">
                <a16:creationId xmlns:a16="http://schemas.microsoft.com/office/drawing/2014/main" id="{CF7CAE34-33F8-0A69-52D3-B435DFAF0F8C}"/>
              </a:ext>
            </a:extLst>
          </p:cNvPr>
          <p:cNvSpPr>
            <a:spLocks noGrp="1"/>
          </p:cNvSpPr>
          <p:nvPr>
            <p:ph sz="half" idx="20"/>
          </p:nvPr>
        </p:nvSpPr>
        <p:spPr bwMode="ltGray">
          <a:xfrm>
            <a:off x="4402794" y="2378216"/>
            <a:ext cx="3304615" cy="3684588"/>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46707D49-09D3-7E2A-4112-92EB98F04713}"/>
              </a:ext>
            </a:extLst>
          </p:cNvPr>
          <p:cNvSpPr>
            <a:spLocks noGrp="1"/>
          </p:cNvSpPr>
          <p:nvPr>
            <p:ph sz="half" idx="21"/>
          </p:nvPr>
        </p:nvSpPr>
        <p:spPr bwMode="ltGray">
          <a:xfrm>
            <a:off x="8018352" y="2378216"/>
            <a:ext cx="3304615" cy="3684588"/>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EC1FE095-1FC2-2EBA-56C9-99D255475BE6}"/>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11586377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3-Column Comparison on Lt Purple">
    <p:bg>
      <p:bgPr>
        <a:solidFill>
          <a:schemeClr val="accent2"/>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627E39E-887E-F7BD-05D9-E63C92A5F37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1" r="221"/>
          <a:stretch/>
        </p:blipFill>
        <p:spPr>
          <a:xfrm>
            <a:off x="9014" y="0"/>
            <a:ext cx="12182985" cy="6881992"/>
          </a:xfrm>
          <a:prstGeom prst="rect">
            <a:avLst/>
          </a:prstGeom>
        </p:spPr>
      </p:pic>
      <p:sp>
        <p:nvSpPr>
          <p:cNvPr id="5" name="Rectangle 4">
            <a:extLst>
              <a:ext uri="{FF2B5EF4-FFF2-40B4-BE49-F238E27FC236}">
                <a16:creationId xmlns:a16="http://schemas.microsoft.com/office/drawing/2014/main" id="{51D04206-384F-3335-8E56-80FA86D76127}"/>
              </a:ext>
            </a:extLst>
          </p:cNvPr>
          <p:cNvSpPr/>
          <p:nvPr userDrawn="1"/>
        </p:nvSpPr>
        <p:spPr>
          <a:xfrm>
            <a:off x="624348" y="1"/>
            <a:ext cx="10943303" cy="629533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 name="Graphic 11">
            <a:extLst>
              <a:ext uri="{FF2B5EF4-FFF2-40B4-BE49-F238E27FC236}">
                <a16:creationId xmlns:a16="http://schemas.microsoft.com/office/drawing/2014/main" id="{DFCEA103-2BA6-4E0B-B138-7F7C90C25338}"/>
              </a:ext>
            </a:extLst>
          </p:cNvPr>
          <p:cNvGrpSpPr/>
          <p:nvPr userDrawn="1"/>
        </p:nvGrpSpPr>
        <p:grpSpPr>
          <a:xfrm rot="16200000">
            <a:off x="11384220" y="6170961"/>
            <a:ext cx="912230" cy="242400"/>
            <a:chOff x="11384220" y="6170961"/>
            <a:chExt cx="912230" cy="242400"/>
          </a:xfrm>
          <a:solidFill>
            <a:schemeClr val="bg1"/>
          </a:solidFill>
        </p:grpSpPr>
        <p:sp>
          <p:nvSpPr>
            <p:cNvPr id="33" name="Freeform: Shape 32">
              <a:extLst>
                <a:ext uri="{FF2B5EF4-FFF2-40B4-BE49-F238E27FC236}">
                  <a16:creationId xmlns:a16="http://schemas.microsoft.com/office/drawing/2014/main" id="{9F6A2A6F-EEFF-463D-BFA4-1D0418152A2D}"/>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6FD8DEE0-57EA-4A59-9DF9-F924AC7DCB98}"/>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0014A642-9127-4D21-9EE4-17051BAEDCF0}"/>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2A1F0C59-EE67-4F87-83FB-13A93F87F411}"/>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511786CC-8040-4477-A871-ADE22F9B29C9}"/>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E8E449A1-7C20-41CA-BE11-D636F62A9839}"/>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680FD0E3-F2A6-4243-BDAE-ACE818FCEFBD}"/>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A64D691E-23AB-4618-9323-3DC7D40A1E02}"/>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FEABC8CF-098E-442B-879A-BC7FE3375EF3}"/>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78D1F85B-9929-423F-B414-C43E2E112629}"/>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03CDF06E-4F69-48FE-9843-E12AF6997D2A}"/>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4A1901CB-658C-4F36-811F-4FCFBBCE78D9}"/>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122D3737-E1F2-407C-9DB8-26AC64423CDC}"/>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664C6A77-AE22-4385-8AB0-DE3FBF08ACAD}"/>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0FE03CF2-CF56-4FA0-8969-F2FDE22967E0}"/>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E1E1D51F-A63E-4CCB-982A-50BE091F5FAA}"/>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31E4B643-7132-47F4-950F-7B6F450B5768}"/>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09DAC575-6ADD-4DE9-9550-514D0E4EF14B}"/>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
        <p:nvSpPr>
          <p:cNvPr id="26" name="Text Placeholder 2">
            <a:extLst>
              <a:ext uri="{FF2B5EF4-FFF2-40B4-BE49-F238E27FC236}">
                <a16:creationId xmlns:a16="http://schemas.microsoft.com/office/drawing/2014/main" id="{5F3110BE-105D-CC26-DDEB-7331AE1964BA}"/>
              </a:ext>
            </a:extLst>
          </p:cNvPr>
          <p:cNvSpPr>
            <a:spLocks noGrp="1"/>
          </p:cNvSpPr>
          <p:nvPr>
            <p:ph type="body" idx="16" hasCustomPrompt="1"/>
          </p:nvPr>
        </p:nvSpPr>
        <p:spPr>
          <a:xfrm>
            <a:off x="836612" y="1962965"/>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8" name="Content Placeholder 3">
            <a:extLst>
              <a:ext uri="{FF2B5EF4-FFF2-40B4-BE49-F238E27FC236}">
                <a16:creationId xmlns:a16="http://schemas.microsoft.com/office/drawing/2014/main" id="{B4654FB0-09A1-6719-CA4D-E46CD3C33B9D}"/>
              </a:ext>
            </a:extLst>
          </p:cNvPr>
          <p:cNvSpPr>
            <a:spLocks noGrp="1"/>
          </p:cNvSpPr>
          <p:nvPr>
            <p:ph sz="half" idx="2"/>
          </p:nvPr>
        </p:nvSpPr>
        <p:spPr bwMode="ltGray">
          <a:xfrm>
            <a:off x="839788" y="2386585"/>
            <a:ext cx="3304615" cy="3684588"/>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Date Placeholder 6">
            <a:extLst>
              <a:ext uri="{FF2B5EF4-FFF2-40B4-BE49-F238E27FC236}">
                <a16:creationId xmlns:a16="http://schemas.microsoft.com/office/drawing/2014/main" id="{BC0ACF3E-B411-3A6B-87AB-035727C10BDA}"/>
              </a:ext>
            </a:extLst>
          </p:cNvPr>
          <p:cNvSpPr>
            <a:spLocks noGrp="1"/>
          </p:cNvSpPr>
          <p:nvPr>
            <p:ph type="dt" sz="half" idx="10"/>
          </p:nvPr>
        </p:nvSpPr>
        <p:spPr>
          <a:xfrm>
            <a:off x="10602762" y="6382494"/>
            <a:ext cx="692767" cy="365125"/>
          </a:xfrm>
        </p:spPr>
        <p:txBody>
          <a:bodyPr/>
          <a:lstStyle>
            <a:lvl1pPr>
              <a:defRPr>
                <a:solidFill>
                  <a:schemeClr val="bg1"/>
                </a:solidFill>
              </a:defRPr>
            </a:lvl1pPr>
          </a:lstStyle>
          <a:p>
            <a:fld id="{65DF209C-A28E-4A04-8EE4-E2684080C509}" type="datetime1">
              <a:rPr lang="en-US" smtClean="0"/>
              <a:pPr/>
              <a:t>3/17/25</a:t>
            </a:fld>
            <a:endParaRPr lang="en-US"/>
          </a:p>
        </p:txBody>
      </p:sp>
      <p:sp>
        <p:nvSpPr>
          <p:cNvPr id="30" name="Footer Placeholder 7">
            <a:extLst>
              <a:ext uri="{FF2B5EF4-FFF2-40B4-BE49-F238E27FC236}">
                <a16:creationId xmlns:a16="http://schemas.microsoft.com/office/drawing/2014/main" id="{B7ABC10F-1230-6D1F-8FB1-A5953EECE31F}"/>
              </a:ext>
            </a:extLst>
          </p:cNvPr>
          <p:cNvSpPr>
            <a:spLocks noGrp="1"/>
          </p:cNvSpPr>
          <p:nvPr>
            <p:ph type="ftr" sz="quarter" idx="11"/>
          </p:nvPr>
        </p:nvSpPr>
        <p:spPr>
          <a:xfrm>
            <a:off x="342900" y="6394105"/>
            <a:ext cx="10259861" cy="365125"/>
          </a:xfrm>
        </p:spPr>
        <p:txBody>
          <a:bodyPr/>
          <a:lstStyle>
            <a:lvl1pPr>
              <a:defRPr>
                <a:solidFill>
                  <a:schemeClr val="bg1"/>
                </a:solidFill>
              </a:defRPr>
            </a:lvl1pPr>
          </a:lstStyle>
          <a:p>
            <a:endParaRPr lang="en-US"/>
          </a:p>
        </p:txBody>
      </p:sp>
      <p:sp>
        <p:nvSpPr>
          <p:cNvPr id="31" name="Slide Number Placeholder 8">
            <a:extLst>
              <a:ext uri="{FF2B5EF4-FFF2-40B4-BE49-F238E27FC236}">
                <a16:creationId xmlns:a16="http://schemas.microsoft.com/office/drawing/2014/main" id="{8513861D-1909-CDF7-1F11-AD2069C51FC6}"/>
              </a:ext>
            </a:extLst>
          </p:cNvPr>
          <p:cNvSpPr>
            <a:spLocks noGrp="1"/>
          </p:cNvSpPr>
          <p:nvPr>
            <p:ph type="sldNum" sz="quarter" idx="12"/>
          </p:nvPr>
        </p:nvSpPr>
        <p:spPr>
          <a:xfrm>
            <a:off x="11674225" y="5477347"/>
            <a:ext cx="305503" cy="306298"/>
          </a:xfrm>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sp>
        <p:nvSpPr>
          <p:cNvPr id="52" name="Text Placeholder 2">
            <a:extLst>
              <a:ext uri="{FF2B5EF4-FFF2-40B4-BE49-F238E27FC236}">
                <a16:creationId xmlns:a16="http://schemas.microsoft.com/office/drawing/2014/main" id="{EB3D3630-FE0D-8337-ABFF-0DB657F09620}"/>
              </a:ext>
            </a:extLst>
          </p:cNvPr>
          <p:cNvSpPr>
            <a:spLocks noGrp="1"/>
          </p:cNvSpPr>
          <p:nvPr>
            <p:ph type="body" idx="17" hasCustomPrompt="1"/>
          </p:nvPr>
        </p:nvSpPr>
        <p:spPr>
          <a:xfrm>
            <a:off x="4420640" y="1962965"/>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5" name="Text Placeholder 2">
            <a:extLst>
              <a:ext uri="{FF2B5EF4-FFF2-40B4-BE49-F238E27FC236}">
                <a16:creationId xmlns:a16="http://schemas.microsoft.com/office/drawing/2014/main" id="{0B90BB25-0474-4262-7C7A-53E4D28AC452}"/>
              </a:ext>
            </a:extLst>
          </p:cNvPr>
          <p:cNvSpPr>
            <a:spLocks noGrp="1"/>
          </p:cNvSpPr>
          <p:nvPr>
            <p:ph type="body" idx="19" hasCustomPrompt="1"/>
          </p:nvPr>
        </p:nvSpPr>
        <p:spPr>
          <a:xfrm>
            <a:off x="8036199" y="1962965"/>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3">
            <a:extLst>
              <a:ext uri="{FF2B5EF4-FFF2-40B4-BE49-F238E27FC236}">
                <a16:creationId xmlns:a16="http://schemas.microsoft.com/office/drawing/2014/main" id="{28E7A0A2-0E31-8725-90B3-D20101CAE128}"/>
              </a:ext>
            </a:extLst>
          </p:cNvPr>
          <p:cNvSpPr>
            <a:spLocks noGrp="1"/>
          </p:cNvSpPr>
          <p:nvPr>
            <p:ph sz="half" idx="20"/>
          </p:nvPr>
        </p:nvSpPr>
        <p:spPr bwMode="ltGray">
          <a:xfrm>
            <a:off x="4415092" y="2386585"/>
            <a:ext cx="3304615" cy="3684588"/>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5435E167-979E-BCAD-653E-C1532BCA0880}"/>
              </a:ext>
            </a:extLst>
          </p:cNvPr>
          <p:cNvSpPr>
            <a:spLocks noGrp="1"/>
          </p:cNvSpPr>
          <p:nvPr>
            <p:ph sz="half" idx="21"/>
          </p:nvPr>
        </p:nvSpPr>
        <p:spPr bwMode="ltGray">
          <a:xfrm>
            <a:off x="8036116" y="2386585"/>
            <a:ext cx="3304615" cy="3684588"/>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1">
            <a:extLst>
              <a:ext uri="{FF2B5EF4-FFF2-40B4-BE49-F238E27FC236}">
                <a16:creationId xmlns:a16="http://schemas.microsoft.com/office/drawing/2014/main" id="{D1B250E5-1624-59FD-A02C-AB9B82EAC5FC}"/>
              </a:ext>
            </a:extLst>
          </p:cNvPr>
          <p:cNvSpPr>
            <a:spLocks noGrp="1"/>
          </p:cNvSpPr>
          <p:nvPr>
            <p:ph type="title" hasCustomPrompt="1"/>
          </p:nvPr>
        </p:nvSpPr>
        <p:spPr>
          <a:xfrm>
            <a:off x="839788" y="519426"/>
            <a:ext cx="10515600" cy="1325563"/>
          </a:xfrm>
        </p:spPr>
        <p:txBody>
          <a:bodyPr anchor="ctr"/>
          <a:lstStyle>
            <a:lvl1pPr algn="ctr">
              <a:defRPr>
                <a:solidFill>
                  <a:schemeClr val="bg1"/>
                </a:solidFill>
              </a:defRPr>
            </a:lvl1pPr>
          </a:lstStyle>
          <a:p>
            <a:r>
              <a:rPr lang="en-US"/>
              <a:t>3-Column Comparison Layout</a:t>
            </a:r>
            <a:br>
              <a:rPr lang="en-US"/>
            </a:br>
            <a:r>
              <a:rPr lang="en-US"/>
              <a:t>Two Lines</a:t>
            </a:r>
          </a:p>
        </p:txBody>
      </p:sp>
    </p:spTree>
    <p:extLst>
      <p:ext uri="{BB962C8B-B14F-4D97-AF65-F5344CB8AC3E}">
        <p14:creationId xmlns:p14="http://schemas.microsoft.com/office/powerpoint/2010/main" val="556558282"/>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3-Column Comparison - Stroked on Light Bg">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5" name="Rectangle 64">
            <a:extLst>
              <a:ext uri="{FF2B5EF4-FFF2-40B4-BE49-F238E27FC236}">
                <a16:creationId xmlns:a16="http://schemas.microsoft.com/office/drawing/2014/main" id="{74ECEDFA-1992-0888-813F-86DAFA2DDDF5}"/>
              </a:ext>
            </a:extLst>
          </p:cNvPr>
          <p:cNvSpPr/>
          <p:nvPr userDrawn="1"/>
        </p:nvSpPr>
        <p:spPr>
          <a:xfrm>
            <a:off x="624348" y="426011"/>
            <a:ext cx="10943303" cy="5912563"/>
          </a:xfrm>
          <a:prstGeom prst="rect">
            <a:avLst/>
          </a:prstGeom>
          <a:solidFill>
            <a:srgbClr val="44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aphic 11">
            <a:extLst>
              <a:ext uri="{FF2B5EF4-FFF2-40B4-BE49-F238E27FC236}">
                <a16:creationId xmlns:a16="http://schemas.microsoft.com/office/drawing/2014/main" id="{3A343C29-3E88-04BA-B5B7-0882AB09F565}"/>
              </a:ext>
            </a:extLst>
          </p:cNvPr>
          <p:cNvGrpSpPr/>
          <p:nvPr userDrawn="1"/>
        </p:nvGrpSpPr>
        <p:grpSpPr>
          <a:xfrm rot="16200000">
            <a:off x="11384220" y="6170961"/>
            <a:ext cx="912230" cy="242400"/>
            <a:chOff x="11384220" y="6170961"/>
            <a:chExt cx="912230" cy="242400"/>
          </a:xfrm>
          <a:solidFill>
            <a:schemeClr val="bg1"/>
          </a:solidFill>
        </p:grpSpPr>
        <p:sp>
          <p:nvSpPr>
            <p:cNvPr id="34" name="Freeform: Shape 32">
              <a:extLst>
                <a:ext uri="{FF2B5EF4-FFF2-40B4-BE49-F238E27FC236}">
                  <a16:creationId xmlns:a16="http://schemas.microsoft.com/office/drawing/2014/main" id="{1737232B-B2FE-CB1C-0389-B0995BEA3F6E}"/>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35" name="Freeform: Shape 33">
              <a:extLst>
                <a:ext uri="{FF2B5EF4-FFF2-40B4-BE49-F238E27FC236}">
                  <a16:creationId xmlns:a16="http://schemas.microsoft.com/office/drawing/2014/main" id="{8882189B-2B72-8F33-FE01-09472D8CD096}"/>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36" name="Freeform: Shape 34">
              <a:extLst>
                <a:ext uri="{FF2B5EF4-FFF2-40B4-BE49-F238E27FC236}">
                  <a16:creationId xmlns:a16="http://schemas.microsoft.com/office/drawing/2014/main" id="{5489615C-1F22-A4A6-139A-3E4023915B5E}"/>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37" name="Freeform: Shape 35">
              <a:extLst>
                <a:ext uri="{FF2B5EF4-FFF2-40B4-BE49-F238E27FC236}">
                  <a16:creationId xmlns:a16="http://schemas.microsoft.com/office/drawing/2014/main" id="{7A732541-25B0-1D61-5D50-3272F0A72200}"/>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38" name="Freeform: Shape 36">
              <a:extLst>
                <a:ext uri="{FF2B5EF4-FFF2-40B4-BE49-F238E27FC236}">
                  <a16:creationId xmlns:a16="http://schemas.microsoft.com/office/drawing/2014/main" id="{2C0F794D-6F9A-1FEB-496F-A2FC90CCA615}"/>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39" name="Freeform: Shape 37">
              <a:extLst>
                <a:ext uri="{FF2B5EF4-FFF2-40B4-BE49-F238E27FC236}">
                  <a16:creationId xmlns:a16="http://schemas.microsoft.com/office/drawing/2014/main" id="{E61613AA-DDDC-C1A5-25F2-8B55922DE702}"/>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40" name="Freeform: Shape 38">
              <a:extLst>
                <a:ext uri="{FF2B5EF4-FFF2-40B4-BE49-F238E27FC236}">
                  <a16:creationId xmlns:a16="http://schemas.microsoft.com/office/drawing/2014/main" id="{B287282E-7C9A-744E-57FE-002319CF9716}"/>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41" name="Freeform: Shape 39">
              <a:extLst>
                <a:ext uri="{FF2B5EF4-FFF2-40B4-BE49-F238E27FC236}">
                  <a16:creationId xmlns:a16="http://schemas.microsoft.com/office/drawing/2014/main" id="{F81F1CC9-CF1C-78CD-F48F-6270A1A1B8C8}"/>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42" name="Freeform: Shape 40">
              <a:extLst>
                <a:ext uri="{FF2B5EF4-FFF2-40B4-BE49-F238E27FC236}">
                  <a16:creationId xmlns:a16="http://schemas.microsoft.com/office/drawing/2014/main" id="{3B41525D-FE2E-C52B-D794-E58928C1E1F9}"/>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43" name="Freeform: Shape 41">
              <a:extLst>
                <a:ext uri="{FF2B5EF4-FFF2-40B4-BE49-F238E27FC236}">
                  <a16:creationId xmlns:a16="http://schemas.microsoft.com/office/drawing/2014/main" id="{843EA020-907D-9236-3CF1-A8BFB7EAF94A}"/>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44" name="Freeform: Shape 42">
              <a:extLst>
                <a:ext uri="{FF2B5EF4-FFF2-40B4-BE49-F238E27FC236}">
                  <a16:creationId xmlns:a16="http://schemas.microsoft.com/office/drawing/2014/main" id="{4F0C2B75-1631-CE6C-6325-4C159AFA5F76}"/>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45" name="Freeform: Shape 43">
              <a:extLst>
                <a:ext uri="{FF2B5EF4-FFF2-40B4-BE49-F238E27FC236}">
                  <a16:creationId xmlns:a16="http://schemas.microsoft.com/office/drawing/2014/main" id="{22FAEA00-5F8E-912D-1D98-BD8D5835E08F}"/>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46" name="Freeform: Shape 44">
              <a:extLst>
                <a:ext uri="{FF2B5EF4-FFF2-40B4-BE49-F238E27FC236}">
                  <a16:creationId xmlns:a16="http://schemas.microsoft.com/office/drawing/2014/main" id="{BD50FAFF-975A-B4C4-BD48-E45E419619AC}"/>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47" name="Freeform: Shape 45">
              <a:extLst>
                <a:ext uri="{FF2B5EF4-FFF2-40B4-BE49-F238E27FC236}">
                  <a16:creationId xmlns:a16="http://schemas.microsoft.com/office/drawing/2014/main" id="{603C50A9-F859-291D-FB38-868B43A4B7C0}"/>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48" name="Freeform: Shape 46">
              <a:extLst>
                <a:ext uri="{FF2B5EF4-FFF2-40B4-BE49-F238E27FC236}">
                  <a16:creationId xmlns:a16="http://schemas.microsoft.com/office/drawing/2014/main" id="{ED84C083-107A-D235-AB9B-07BD6143A453}"/>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49" name="Freeform: Shape 47">
              <a:extLst>
                <a:ext uri="{FF2B5EF4-FFF2-40B4-BE49-F238E27FC236}">
                  <a16:creationId xmlns:a16="http://schemas.microsoft.com/office/drawing/2014/main" id="{D11429C5-45D2-6832-C3A8-B6075B7DF0A7}"/>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50" name="Freeform: Shape 48">
              <a:extLst>
                <a:ext uri="{FF2B5EF4-FFF2-40B4-BE49-F238E27FC236}">
                  <a16:creationId xmlns:a16="http://schemas.microsoft.com/office/drawing/2014/main" id="{F5DE87FD-D27D-3335-5F42-19AA9CE94CFE}"/>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51" name="Freeform: Shape 49">
              <a:extLst>
                <a:ext uri="{FF2B5EF4-FFF2-40B4-BE49-F238E27FC236}">
                  <a16:creationId xmlns:a16="http://schemas.microsoft.com/office/drawing/2014/main" id="{22B657E2-59E6-936A-4DAA-3AB48E1E94D3}"/>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
        <p:nvSpPr>
          <p:cNvPr id="52" name="Text Placeholder 2">
            <a:extLst>
              <a:ext uri="{FF2B5EF4-FFF2-40B4-BE49-F238E27FC236}">
                <a16:creationId xmlns:a16="http://schemas.microsoft.com/office/drawing/2014/main" id="{B394BBA9-9E02-6E45-406C-8A87DBF49EB9}"/>
              </a:ext>
            </a:extLst>
          </p:cNvPr>
          <p:cNvSpPr>
            <a:spLocks noGrp="1"/>
          </p:cNvSpPr>
          <p:nvPr>
            <p:ph type="body" idx="16" hasCustomPrompt="1"/>
          </p:nvPr>
        </p:nvSpPr>
        <p:spPr>
          <a:xfrm>
            <a:off x="836612" y="1961516"/>
            <a:ext cx="3303380"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5" name="Date Placeholder 6">
            <a:extLst>
              <a:ext uri="{FF2B5EF4-FFF2-40B4-BE49-F238E27FC236}">
                <a16:creationId xmlns:a16="http://schemas.microsoft.com/office/drawing/2014/main" id="{AFDA17CB-EE3D-327A-119B-6B0258297CCB}"/>
              </a:ext>
            </a:extLst>
          </p:cNvPr>
          <p:cNvSpPr>
            <a:spLocks noGrp="1"/>
          </p:cNvSpPr>
          <p:nvPr>
            <p:ph type="dt" sz="half" idx="10"/>
          </p:nvPr>
        </p:nvSpPr>
        <p:spPr>
          <a:xfrm>
            <a:off x="10602762" y="6382494"/>
            <a:ext cx="692767" cy="365125"/>
          </a:xfrm>
        </p:spPr>
        <p:txBody>
          <a:bodyPr/>
          <a:lstStyle/>
          <a:p>
            <a:fld id="{65DF209C-A28E-4A04-8EE4-E2684080C509}" type="datetime1">
              <a:rPr lang="en-US" smtClean="0"/>
              <a:t>3/17/25</a:t>
            </a:fld>
            <a:endParaRPr lang="en-US"/>
          </a:p>
        </p:txBody>
      </p:sp>
      <p:sp>
        <p:nvSpPr>
          <p:cNvPr id="56" name="Footer Placeholder 7">
            <a:extLst>
              <a:ext uri="{FF2B5EF4-FFF2-40B4-BE49-F238E27FC236}">
                <a16:creationId xmlns:a16="http://schemas.microsoft.com/office/drawing/2014/main" id="{E27D7A34-902E-7AB9-EC17-2EE3643E7264}"/>
              </a:ext>
            </a:extLst>
          </p:cNvPr>
          <p:cNvSpPr>
            <a:spLocks noGrp="1"/>
          </p:cNvSpPr>
          <p:nvPr>
            <p:ph type="ftr" sz="quarter" idx="11"/>
          </p:nvPr>
        </p:nvSpPr>
        <p:spPr>
          <a:xfrm>
            <a:off x="342900" y="6394105"/>
            <a:ext cx="10259861" cy="365125"/>
          </a:xfrm>
        </p:spPr>
        <p:txBody>
          <a:bodyPr/>
          <a:lstStyle/>
          <a:p>
            <a:endParaRPr lang="en-US"/>
          </a:p>
        </p:txBody>
      </p:sp>
      <p:sp>
        <p:nvSpPr>
          <p:cNvPr id="57" name="Slide Number Placeholder 8">
            <a:extLst>
              <a:ext uri="{FF2B5EF4-FFF2-40B4-BE49-F238E27FC236}">
                <a16:creationId xmlns:a16="http://schemas.microsoft.com/office/drawing/2014/main" id="{3F40C638-2B10-D4C5-D97D-7F47A8EEFE6C}"/>
              </a:ext>
            </a:extLst>
          </p:cNvPr>
          <p:cNvSpPr>
            <a:spLocks noGrp="1"/>
          </p:cNvSpPr>
          <p:nvPr>
            <p:ph type="sldNum" sz="quarter" idx="12"/>
          </p:nvPr>
        </p:nvSpPr>
        <p:spPr>
          <a:xfrm>
            <a:off x="11674225" y="5477347"/>
            <a:ext cx="305503" cy="306298"/>
          </a:xfrm>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sp>
        <p:nvSpPr>
          <p:cNvPr id="59" name="Text Placeholder 2">
            <a:extLst>
              <a:ext uri="{FF2B5EF4-FFF2-40B4-BE49-F238E27FC236}">
                <a16:creationId xmlns:a16="http://schemas.microsoft.com/office/drawing/2014/main" id="{411EF4D5-9EDE-B027-CC6F-0356FBF5C7A3}"/>
              </a:ext>
            </a:extLst>
          </p:cNvPr>
          <p:cNvSpPr>
            <a:spLocks noGrp="1"/>
          </p:cNvSpPr>
          <p:nvPr>
            <p:ph type="body" idx="17" hasCustomPrompt="1"/>
          </p:nvPr>
        </p:nvSpPr>
        <p:spPr>
          <a:xfrm>
            <a:off x="4420640" y="1961516"/>
            <a:ext cx="3303380"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2" name="Text Placeholder 2">
            <a:extLst>
              <a:ext uri="{FF2B5EF4-FFF2-40B4-BE49-F238E27FC236}">
                <a16:creationId xmlns:a16="http://schemas.microsoft.com/office/drawing/2014/main" id="{91D7EA73-48FB-3B84-6A9B-CB23A88B0D32}"/>
              </a:ext>
            </a:extLst>
          </p:cNvPr>
          <p:cNvSpPr>
            <a:spLocks noGrp="1"/>
          </p:cNvSpPr>
          <p:nvPr>
            <p:ph type="body" idx="19" hasCustomPrompt="1"/>
          </p:nvPr>
        </p:nvSpPr>
        <p:spPr>
          <a:xfrm>
            <a:off x="8036199" y="1961516"/>
            <a:ext cx="3303380"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3">
            <a:extLst>
              <a:ext uri="{FF2B5EF4-FFF2-40B4-BE49-F238E27FC236}">
                <a16:creationId xmlns:a16="http://schemas.microsoft.com/office/drawing/2014/main" id="{93F0FC42-22F5-977D-7CAE-2B9E0D2375CA}"/>
              </a:ext>
            </a:extLst>
          </p:cNvPr>
          <p:cNvSpPr>
            <a:spLocks noGrp="1"/>
          </p:cNvSpPr>
          <p:nvPr>
            <p:ph sz="half" idx="2"/>
          </p:nvPr>
        </p:nvSpPr>
        <p:spPr bwMode="ltGray">
          <a:xfrm>
            <a:off x="839788" y="2385136"/>
            <a:ext cx="3304615" cy="3684588"/>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A391619A-E02C-762F-EC42-2B9BC4F92334}"/>
              </a:ext>
            </a:extLst>
          </p:cNvPr>
          <p:cNvSpPr>
            <a:spLocks noGrp="1"/>
          </p:cNvSpPr>
          <p:nvPr>
            <p:ph sz="half" idx="20"/>
          </p:nvPr>
        </p:nvSpPr>
        <p:spPr bwMode="ltGray">
          <a:xfrm>
            <a:off x="4415092" y="2385136"/>
            <a:ext cx="3304615" cy="3684588"/>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2B9A5A8-7F77-8233-C0A5-FBDDF05FB48A}"/>
              </a:ext>
            </a:extLst>
          </p:cNvPr>
          <p:cNvSpPr>
            <a:spLocks noGrp="1"/>
          </p:cNvSpPr>
          <p:nvPr>
            <p:ph sz="half" idx="21"/>
          </p:nvPr>
        </p:nvSpPr>
        <p:spPr bwMode="ltGray">
          <a:xfrm>
            <a:off x="8036116" y="2385136"/>
            <a:ext cx="3304615" cy="3684588"/>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1">
            <a:extLst>
              <a:ext uri="{FF2B5EF4-FFF2-40B4-BE49-F238E27FC236}">
                <a16:creationId xmlns:a16="http://schemas.microsoft.com/office/drawing/2014/main" id="{46A8E62E-89F2-EC42-6BAD-F147C0078E59}"/>
              </a:ext>
            </a:extLst>
          </p:cNvPr>
          <p:cNvSpPr>
            <a:spLocks noGrp="1"/>
          </p:cNvSpPr>
          <p:nvPr>
            <p:ph type="title" hasCustomPrompt="1"/>
          </p:nvPr>
        </p:nvSpPr>
        <p:spPr>
          <a:xfrm>
            <a:off x="839788" y="519426"/>
            <a:ext cx="10515600" cy="1325563"/>
          </a:xfrm>
        </p:spPr>
        <p:txBody>
          <a:bodyPr anchor="ctr"/>
          <a:lstStyle>
            <a:lvl1pPr algn="ctr">
              <a:defRPr baseline="0">
                <a:solidFill>
                  <a:schemeClr val="bg1">
                    <a:lumMod val="95000"/>
                  </a:schemeClr>
                </a:solidFill>
              </a:defRPr>
            </a:lvl1pPr>
          </a:lstStyle>
          <a:p>
            <a:r>
              <a:rPr lang="en-US"/>
              <a:t>3-Column Comparison Layout</a:t>
            </a:r>
            <a:br>
              <a:rPr lang="en-US"/>
            </a:br>
            <a:r>
              <a:rPr lang="en-US"/>
              <a:t>Two Lines</a:t>
            </a:r>
          </a:p>
        </p:txBody>
      </p:sp>
    </p:spTree>
    <p:extLst>
      <p:ext uri="{BB962C8B-B14F-4D97-AF65-F5344CB8AC3E}">
        <p14:creationId xmlns:p14="http://schemas.microsoft.com/office/powerpoint/2010/main" val="2227315438"/>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3-Column Comparison - Dark on Light Bg">
    <p:bg>
      <p:bgRef idx="1001">
        <a:schemeClr val="bg1"/>
      </p:bgRef>
    </p:bg>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65DF209C-A28E-4A04-8EE4-E2684080C509}" type="datetime1">
              <a:rPr lang="en-US" smtClean="0"/>
              <a:t>3/17/25</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grpSp>
        <p:nvGrpSpPr>
          <p:cNvPr id="14" name="Graphic 11">
            <a:extLst>
              <a:ext uri="{FF2B5EF4-FFF2-40B4-BE49-F238E27FC236}">
                <a16:creationId xmlns:a16="http://schemas.microsoft.com/office/drawing/2014/main" id="{E734450A-E639-4566-9F53-B91CF6F0FA16}"/>
              </a:ext>
            </a:extLst>
          </p:cNvPr>
          <p:cNvGrpSpPr/>
          <p:nvPr userDrawn="1"/>
        </p:nvGrpSpPr>
        <p:grpSpPr>
          <a:xfrm rot="16200000">
            <a:off x="11384220" y="6170961"/>
            <a:ext cx="912230" cy="242400"/>
            <a:chOff x="11384220" y="6170961"/>
            <a:chExt cx="912230" cy="242400"/>
          </a:xfrm>
          <a:solidFill>
            <a:schemeClr val="tx1"/>
          </a:solidFill>
        </p:grpSpPr>
        <p:sp>
          <p:nvSpPr>
            <p:cNvPr id="15" name="Freeform: Shape 14">
              <a:extLst>
                <a:ext uri="{FF2B5EF4-FFF2-40B4-BE49-F238E27FC236}">
                  <a16:creationId xmlns:a16="http://schemas.microsoft.com/office/drawing/2014/main" id="{EDFEB29C-B09F-40AE-AC36-5E7F5F8CBFA5}"/>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BBDA7F9F-C18E-48E8-B2F6-2D6CACE8804B}"/>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F0977B1F-105E-46F3-928E-37A18C8280B9}"/>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9C4801DE-C7FB-4918-B741-43F0F50A9D38}"/>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DD65476E-58E1-496E-8BA5-E06618D806BA}"/>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4A420B6E-3BEE-4889-A93D-063D45C72354}"/>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8640DDE0-8B3D-425B-99F2-82714E1B59E0}"/>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8C2E6409-1210-477C-A6FD-A82437EB49C7}"/>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77994FA0-51C4-4F29-9643-7E5DD192D3CB}"/>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DEFC84B2-F789-4F5C-8CEA-7F4E53AF3F3D}"/>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573A645-1D1A-477E-B19E-629853E8DF16}"/>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15E9AEA-3C62-4FB2-A648-B9189168BEA9}"/>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646A4CF7-0639-4F0D-9A0D-1E9E8566FEB3}"/>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15D68DCA-9592-4BCA-BC05-37E99EC7C867}"/>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45FA4983-DB27-4130-A5AA-CC0E13DA0F17}"/>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C7E125BB-CF6D-4B8A-810C-6798718C09F6}"/>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DC9F9BD7-0EB0-4AC2-8113-F7CB907A9470}"/>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68C85652-692F-4060-AD1C-65CD00C15F02}"/>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
        <p:nvSpPr>
          <p:cNvPr id="13" name="Text Placeholder 2">
            <a:extLst>
              <a:ext uri="{FF2B5EF4-FFF2-40B4-BE49-F238E27FC236}">
                <a16:creationId xmlns:a16="http://schemas.microsoft.com/office/drawing/2014/main" id="{57AE3F3B-ED01-81B9-987D-DF2D8D987775}"/>
              </a:ext>
            </a:extLst>
          </p:cNvPr>
          <p:cNvSpPr>
            <a:spLocks noGrp="1"/>
          </p:cNvSpPr>
          <p:nvPr>
            <p:ph type="body" idx="16" hasCustomPrompt="1"/>
          </p:nvPr>
        </p:nvSpPr>
        <p:spPr>
          <a:xfrm>
            <a:off x="836612" y="1952025"/>
            <a:ext cx="3303380"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6" name="Text Placeholder 2">
            <a:extLst>
              <a:ext uri="{FF2B5EF4-FFF2-40B4-BE49-F238E27FC236}">
                <a16:creationId xmlns:a16="http://schemas.microsoft.com/office/drawing/2014/main" id="{ADC0BF52-4389-128A-B9AD-17207C4ACA4A}"/>
              </a:ext>
            </a:extLst>
          </p:cNvPr>
          <p:cNvSpPr>
            <a:spLocks noGrp="1"/>
          </p:cNvSpPr>
          <p:nvPr>
            <p:ph type="body" idx="17" hasCustomPrompt="1"/>
          </p:nvPr>
        </p:nvSpPr>
        <p:spPr>
          <a:xfrm>
            <a:off x="4420640" y="1952025"/>
            <a:ext cx="3303380"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9" name="Text Placeholder 2">
            <a:extLst>
              <a:ext uri="{FF2B5EF4-FFF2-40B4-BE49-F238E27FC236}">
                <a16:creationId xmlns:a16="http://schemas.microsoft.com/office/drawing/2014/main" id="{161770FA-79AA-C403-6AB6-76D1EA0225F9}"/>
              </a:ext>
            </a:extLst>
          </p:cNvPr>
          <p:cNvSpPr>
            <a:spLocks noGrp="1"/>
          </p:cNvSpPr>
          <p:nvPr>
            <p:ph type="body" idx="19" hasCustomPrompt="1"/>
          </p:nvPr>
        </p:nvSpPr>
        <p:spPr>
          <a:xfrm>
            <a:off x="8036199" y="1952025"/>
            <a:ext cx="3303380"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Title 1">
            <a:extLst>
              <a:ext uri="{FF2B5EF4-FFF2-40B4-BE49-F238E27FC236}">
                <a16:creationId xmlns:a16="http://schemas.microsoft.com/office/drawing/2014/main" id="{3881196E-6896-D896-E421-1DB5E65A1944}"/>
              </a:ext>
            </a:extLst>
          </p:cNvPr>
          <p:cNvSpPr>
            <a:spLocks noGrp="1"/>
          </p:cNvSpPr>
          <p:nvPr>
            <p:ph type="title" hasCustomPrompt="1"/>
          </p:nvPr>
        </p:nvSpPr>
        <p:spPr>
          <a:xfrm>
            <a:off x="839788" y="519426"/>
            <a:ext cx="10515600" cy="1325563"/>
          </a:xfrm>
        </p:spPr>
        <p:txBody>
          <a:bodyPr anchor="ctr"/>
          <a:lstStyle>
            <a:lvl1pPr algn="ctr">
              <a:defRPr>
                <a:solidFill>
                  <a:schemeClr val="accent1"/>
                </a:solidFill>
              </a:defRPr>
            </a:lvl1pPr>
          </a:lstStyle>
          <a:p>
            <a:r>
              <a:rPr lang="en-US"/>
              <a:t>3-Column Comparison Layout</a:t>
            </a:r>
          </a:p>
        </p:txBody>
      </p:sp>
      <p:sp>
        <p:nvSpPr>
          <p:cNvPr id="3" name="Content Placeholder 3">
            <a:extLst>
              <a:ext uri="{FF2B5EF4-FFF2-40B4-BE49-F238E27FC236}">
                <a16:creationId xmlns:a16="http://schemas.microsoft.com/office/drawing/2014/main" id="{180BF7BC-FF91-7EC7-06B5-9C0313F347ED}"/>
              </a:ext>
            </a:extLst>
          </p:cNvPr>
          <p:cNvSpPr>
            <a:spLocks noGrp="1"/>
          </p:cNvSpPr>
          <p:nvPr>
            <p:ph sz="half" idx="2"/>
          </p:nvPr>
        </p:nvSpPr>
        <p:spPr bwMode="ltGray">
          <a:xfrm>
            <a:off x="839788" y="2375645"/>
            <a:ext cx="3304615" cy="3684588"/>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24146B6C-13E9-ED4A-07F2-7BCAFBECE6D8}"/>
              </a:ext>
            </a:extLst>
          </p:cNvPr>
          <p:cNvSpPr>
            <a:spLocks noGrp="1"/>
          </p:cNvSpPr>
          <p:nvPr>
            <p:ph sz="half" idx="20"/>
          </p:nvPr>
        </p:nvSpPr>
        <p:spPr bwMode="ltGray">
          <a:xfrm>
            <a:off x="4413305" y="2375645"/>
            <a:ext cx="3304615" cy="3684588"/>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5FD95544-D4E5-3345-5344-FCDE956285B9}"/>
              </a:ext>
            </a:extLst>
          </p:cNvPr>
          <p:cNvSpPr>
            <a:spLocks noGrp="1"/>
          </p:cNvSpPr>
          <p:nvPr>
            <p:ph sz="half" idx="21"/>
          </p:nvPr>
        </p:nvSpPr>
        <p:spPr bwMode="ltGray">
          <a:xfrm>
            <a:off x="8018353" y="2375645"/>
            <a:ext cx="3304615" cy="3684588"/>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7DBE3043-53D9-6E34-E7A0-B6D79142952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3393744310"/>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4-Column Comparison">
    <p:bg>
      <p:bgPr>
        <a:solidFill>
          <a:schemeClr val="accent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44885AF-BB1C-42AE-980E-A6A8666DFFF4}"/>
              </a:ext>
            </a:extLst>
          </p:cNvPr>
          <p:cNvSpPr>
            <a:spLocks noGrp="1"/>
          </p:cNvSpPr>
          <p:nvPr>
            <p:ph type="body" idx="1" hasCustomPrompt="1"/>
          </p:nvPr>
        </p:nvSpPr>
        <p:spPr>
          <a:xfrm>
            <a:off x="840549" y="1964459"/>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4" name="Content Placeholder 3">
            <a:extLst>
              <a:ext uri="{FF2B5EF4-FFF2-40B4-BE49-F238E27FC236}">
                <a16:creationId xmlns:a16="http://schemas.microsoft.com/office/drawing/2014/main" id="{FCCA4325-2A16-4E59-984D-DD439B3D42A9}"/>
              </a:ext>
            </a:extLst>
          </p:cNvPr>
          <p:cNvSpPr>
            <a:spLocks noGrp="1"/>
          </p:cNvSpPr>
          <p:nvPr>
            <p:ph sz="half" idx="2"/>
          </p:nvPr>
        </p:nvSpPr>
        <p:spPr bwMode="ltGray">
          <a:xfrm>
            <a:off x="840549" y="2369687"/>
            <a:ext cx="2337588" cy="3450183"/>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F42A1D7-A338-4172-9754-D548D9A1ED9E}"/>
              </a:ext>
            </a:extLst>
          </p:cNvPr>
          <p:cNvSpPr>
            <a:spLocks noGrp="1"/>
          </p:cNvSpPr>
          <p:nvPr>
            <p:ph type="body" sz="quarter" idx="3" hasCustomPrompt="1"/>
          </p:nvPr>
        </p:nvSpPr>
        <p:spPr>
          <a:xfrm>
            <a:off x="9018674" y="1964459"/>
            <a:ext cx="2336714"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0355B995-37A7-4C4D-BD8D-0D0D00DC0F80}" type="datetime1">
              <a:rPr lang="en-US" smtClean="0"/>
              <a:t>3/17/25</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sp>
        <p:nvSpPr>
          <p:cNvPr id="10" name="Text Placeholder 2">
            <a:extLst>
              <a:ext uri="{FF2B5EF4-FFF2-40B4-BE49-F238E27FC236}">
                <a16:creationId xmlns:a16="http://schemas.microsoft.com/office/drawing/2014/main" id="{787F805C-3964-4B8F-834B-EF5EA597DB41}"/>
              </a:ext>
            </a:extLst>
          </p:cNvPr>
          <p:cNvSpPr>
            <a:spLocks noGrp="1"/>
          </p:cNvSpPr>
          <p:nvPr>
            <p:ph type="body" idx="13" hasCustomPrompt="1"/>
          </p:nvPr>
        </p:nvSpPr>
        <p:spPr>
          <a:xfrm>
            <a:off x="3580481" y="1964459"/>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12" name="Text Placeholder 2">
            <a:extLst>
              <a:ext uri="{FF2B5EF4-FFF2-40B4-BE49-F238E27FC236}">
                <a16:creationId xmlns:a16="http://schemas.microsoft.com/office/drawing/2014/main" id="{7E0E453B-744C-4022-A182-92AE52648EEB}"/>
              </a:ext>
            </a:extLst>
          </p:cNvPr>
          <p:cNvSpPr>
            <a:spLocks noGrp="1"/>
          </p:cNvSpPr>
          <p:nvPr>
            <p:ph type="body" idx="15" hasCustomPrompt="1"/>
          </p:nvPr>
        </p:nvSpPr>
        <p:spPr>
          <a:xfrm>
            <a:off x="6299577" y="1964459"/>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2" name="Title 1">
            <a:extLst>
              <a:ext uri="{FF2B5EF4-FFF2-40B4-BE49-F238E27FC236}">
                <a16:creationId xmlns:a16="http://schemas.microsoft.com/office/drawing/2014/main" id="{48A3D0B4-0E1D-48EE-D741-DDDFC20B4E9A}"/>
              </a:ext>
            </a:extLst>
          </p:cNvPr>
          <p:cNvSpPr>
            <a:spLocks noGrp="1"/>
          </p:cNvSpPr>
          <p:nvPr>
            <p:ph type="title" hasCustomPrompt="1"/>
          </p:nvPr>
        </p:nvSpPr>
        <p:spPr>
          <a:xfrm>
            <a:off x="839788" y="519426"/>
            <a:ext cx="10515600" cy="1325563"/>
          </a:xfrm>
        </p:spPr>
        <p:txBody>
          <a:bodyPr anchor="ctr"/>
          <a:lstStyle>
            <a:lvl1pPr algn="ctr">
              <a:defRPr>
                <a:solidFill>
                  <a:schemeClr val="tx1"/>
                </a:solidFill>
              </a:defRPr>
            </a:lvl1pPr>
          </a:lstStyle>
          <a:p>
            <a:r>
              <a:rPr lang="en-US"/>
              <a:t>4-Column Comparison Layout</a:t>
            </a:r>
          </a:p>
        </p:txBody>
      </p:sp>
      <p:sp>
        <p:nvSpPr>
          <p:cNvPr id="6" name="Content Placeholder 3">
            <a:extLst>
              <a:ext uri="{FF2B5EF4-FFF2-40B4-BE49-F238E27FC236}">
                <a16:creationId xmlns:a16="http://schemas.microsoft.com/office/drawing/2014/main" id="{9FA658AE-C95C-3012-AB00-586E1A342E96}"/>
              </a:ext>
            </a:extLst>
          </p:cNvPr>
          <p:cNvSpPr>
            <a:spLocks noGrp="1"/>
          </p:cNvSpPr>
          <p:nvPr>
            <p:ph sz="half" idx="16"/>
          </p:nvPr>
        </p:nvSpPr>
        <p:spPr bwMode="ltGray">
          <a:xfrm>
            <a:off x="3571049" y="2369687"/>
            <a:ext cx="2337588" cy="3450183"/>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F726C1A4-880B-1DB7-6135-7954DE51CC53}"/>
              </a:ext>
            </a:extLst>
          </p:cNvPr>
          <p:cNvSpPr>
            <a:spLocks noGrp="1"/>
          </p:cNvSpPr>
          <p:nvPr>
            <p:ph sz="half" idx="17"/>
          </p:nvPr>
        </p:nvSpPr>
        <p:spPr bwMode="ltGray">
          <a:xfrm>
            <a:off x="6276149" y="2369687"/>
            <a:ext cx="2337588" cy="3450183"/>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3">
            <a:extLst>
              <a:ext uri="{FF2B5EF4-FFF2-40B4-BE49-F238E27FC236}">
                <a16:creationId xmlns:a16="http://schemas.microsoft.com/office/drawing/2014/main" id="{F5374405-BCA9-D702-AA85-CD7FDD74888B}"/>
              </a:ext>
            </a:extLst>
          </p:cNvPr>
          <p:cNvSpPr>
            <a:spLocks noGrp="1"/>
          </p:cNvSpPr>
          <p:nvPr>
            <p:ph sz="half" idx="18"/>
          </p:nvPr>
        </p:nvSpPr>
        <p:spPr bwMode="ltGray">
          <a:xfrm>
            <a:off x="9006649" y="2369687"/>
            <a:ext cx="2337588" cy="3450183"/>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5" name="Picture 14">
            <a:extLst>
              <a:ext uri="{FF2B5EF4-FFF2-40B4-BE49-F238E27FC236}">
                <a16:creationId xmlns:a16="http://schemas.microsoft.com/office/drawing/2014/main" id="{7014A6B1-0ED7-F837-5180-BB080B5FFC44}"/>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264351337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4-Column Comparison on Lt Purple">
    <p:bg>
      <p:bgPr>
        <a:solidFill>
          <a:schemeClr val="accent2"/>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A67D11B-5274-3A11-B0F8-D02810EE082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1" r="221"/>
          <a:stretch/>
        </p:blipFill>
        <p:spPr>
          <a:xfrm>
            <a:off x="9014" y="0"/>
            <a:ext cx="12182985" cy="6881992"/>
          </a:xfrm>
          <a:prstGeom prst="rect">
            <a:avLst/>
          </a:prstGeom>
        </p:spPr>
      </p:pic>
      <p:sp>
        <p:nvSpPr>
          <p:cNvPr id="50" name="Rectangle 49">
            <a:extLst>
              <a:ext uri="{FF2B5EF4-FFF2-40B4-BE49-F238E27FC236}">
                <a16:creationId xmlns:a16="http://schemas.microsoft.com/office/drawing/2014/main" id="{970F0625-8C68-9B76-E720-A3996B2DDD75}"/>
              </a:ext>
            </a:extLst>
          </p:cNvPr>
          <p:cNvSpPr/>
          <p:nvPr userDrawn="1"/>
        </p:nvSpPr>
        <p:spPr>
          <a:xfrm>
            <a:off x="624348" y="1"/>
            <a:ext cx="10943303" cy="629533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lvl1pPr>
              <a:defRPr>
                <a:solidFill>
                  <a:schemeClr val="bg1"/>
                </a:solidFill>
              </a:defRPr>
            </a:lvl1pPr>
          </a:lstStyle>
          <a:p>
            <a:fld id="{0355B995-37A7-4C4D-BD8D-0D0D00DC0F80}" type="datetime1">
              <a:rPr lang="en-US" smtClean="0"/>
              <a:pPr/>
              <a:t>3/17/25</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lvl1pPr>
              <a:defRPr>
                <a:solidFill>
                  <a:schemeClr val="bg1"/>
                </a:solidFill>
              </a:defRPr>
            </a:lvl1p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grpSp>
        <p:nvGrpSpPr>
          <p:cNvPr id="17" name="Graphic 11">
            <a:extLst>
              <a:ext uri="{FF2B5EF4-FFF2-40B4-BE49-F238E27FC236}">
                <a16:creationId xmlns:a16="http://schemas.microsoft.com/office/drawing/2014/main" id="{DD5ADC45-6806-49F5-B98E-3CBBD1C786F5}"/>
              </a:ext>
            </a:extLst>
          </p:cNvPr>
          <p:cNvGrpSpPr/>
          <p:nvPr userDrawn="1"/>
        </p:nvGrpSpPr>
        <p:grpSpPr>
          <a:xfrm rot="16200000">
            <a:off x="11384220" y="6170961"/>
            <a:ext cx="912230" cy="242400"/>
            <a:chOff x="11384220" y="6170961"/>
            <a:chExt cx="912230" cy="242400"/>
          </a:xfrm>
          <a:solidFill>
            <a:schemeClr val="bg1"/>
          </a:solidFill>
        </p:grpSpPr>
        <p:sp>
          <p:nvSpPr>
            <p:cNvPr id="18" name="Freeform: Shape 17">
              <a:extLst>
                <a:ext uri="{FF2B5EF4-FFF2-40B4-BE49-F238E27FC236}">
                  <a16:creationId xmlns:a16="http://schemas.microsoft.com/office/drawing/2014/main" id="{F8927C8D-1B0B-4CD4-9984-EB5107753A25}"/>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solidFill>
                  <a:schemeClr val="bg1"/>
                </a:solidFill>
              </a:endParaRPr>
            </a:p>
          </p:txBody>
        </p:sp>
        <p:sp>
          <p:nvSpPr>
            <p:cNvPr id="19" name="Freeform: Shape 18">
              <a:extLst>
                <a:ext uri="{FF2B5EF4-FFF2-40B4-BE49-F238E27FC236}">
                  <a16:creationId xmlns:a16="http://schemas.microsoft.com/office/drawing/2014/main" id="{C0416082-3FEE-4250-8254-696D27CE860A}"/>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solidFill>
                  <a:schemeClr val="bg1"/>
                </a:solidFill>
              </a:endParaRPr>
            </a:p>
          </p:txBody>
        </p:sp>
        <p:sp>
          <p:nvSpPr>
            <p:cNvPr id="20" name="Freeform: Shape 19">
              <a:extLst>
                <a:ext uri="{FF2B5EF4-FFF2-40B4-BE49-F238E27FC236}">
                  <a16:creationId xmlns:a16="http://schemas.microsoft.com/office/drawing/2014/main" id="{A44383A2-4EB0-4756-B12A-516C7E98B32F}"/>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solidFill>
                  <a:schemeClr val="bg1"/>
                </a:solidFill>
              </a:endParaRPr>
            </a:p>
          </p:txBody>
        </p:sp>
        <p:sp>
          <p:nvSpPr>
            <p:cNvPr id="21" name="Freeform: Shape 20">
              <a:extLst>
                <a:ext uri="{FF2B5EF4-FFF2-40B4-BE49-F238E27FC236}">
                  <a16:creationId xmlns:a16="http://schemas.microsoft.com/office/drawing/2014/main" id="{896E8D16-CCCE-4C1F-85C7-87D5195F6A1B}"/>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solidFill>
                  <a:schemeClr val="bg1"/>
                </a:solidFill>
              </a:endParaRPr>
            </a:p>
          </p:txBody>
        </p:sp>
        <p:sp>
          <p:nvSpPr>
            <p:cNvPr id="22" name="Freeform: Shape 21">
              <a:extLst>
                <a:ext uri="{FF2B5EF4-FFF2-40B4-BE49-F238E27FC236}">
                  <a16:creationId xmlns:a16="http://schemas.microsoft.com/office/drawing/2014/main" id="{6A300DCE-69B5-419C-8B4E-03D1E1C1DC18}"/>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solidFill>
                  <a:schemeClr val="bg1"/>
                </a:solidFill>
              </a:endParaRPr>
            </a:p>
          </p:txBody>
        </p:sp>
        <p:sp>
          <p:nvSpPr>
            <p:cNvPr id="23" name="Freeform: Shape 22">
              <a:extLst>
                <a:ext uri="{FF2B5EF4-FFF2-40B4-BE49-F238E27FC236}">
                  <a16:creationId xmlns:a16="http://schemas.microsoft.com/office/drawing/2014/main" id="{3DB92BAF-E366-40DB-90CE-72D16DA60387}"/>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solidFill>
                  <a:schemeClr val="bg1"/>
                </a:solidFill>
              </a:endParaRPr>
            </a:p>
          </p:txBody>
        </p:sp>
        <p:sp>
          <p:nvSpPr>
            <p:cNvPr id="24" name="Freeform: Shape 23">
              <a:extLst>
                <a:ext uri="{FF2B5EF4-FFF2-40B4-BE49-F238E27FC236}">
                  <a16:creationId xmlns:a16="http://schemas.microsoft.com/office/drawing/2014/main" id="{DA2735A5-8CC5-4AC3-B398-D64441A07178}"/>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solidFill>
                  <a:schemeClr val="bg1"/>
                </a:solidFill>
              </a:endParaRPr>
            </a:p>
          </p:txBody>
        </p:sp>
        <p:sp>
          <p:nvSpPr>
            <p:cNvPr id="25" name="Freeform: Shape 24">
              <a:extLst>
                <a:ext uri="{FF2B5EF4-FFF2-40B4-BE49-F238E27FC236}">
                  <a16:creationId xmlns:a16="http://schemas.microsoft.com/office/drawing/2014/main" id="{E13C4780-3EB1-458D-87CB-964F829B0554}"/>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solidFill>
                  <a:schemeClr val="bg1"/>
                </a:solidFill>
              </a:endParaRPr>
            </a:p>
          </p:txBody>
        </p:sp>
        <p:sp>
          <p:nvSpPr>
            <p:cNvPr id="26" name="Freeform: Shape 25">
              <a:extLst>
                <a:ext uri="{FF2B5EF4-FFF2-40B4-BE49-F238E27FC236}">
                  <a16:creationId xmlns:a16="http://schemas.microsoft.com/office/drawing/2014/main" id="{D68128B0-8885-4890-9C12-DA02DB771109}"/>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solidFill>
                  <a:schemeClr val="bg1"/>
                </a:solidFill>
              </a:endParaRPr>
            </a:p>
          </p:txBody>
        </p:sp>
        <p:sp>
          <p:nvSpPr>
            <p:cNvPr id="27" name="Freeform: Shape 26">
              <a:extLst>
                <a:ext uri="{FF2B5EF4-FFF2-40B4-BE49-F238E27FC236}">
                  <a16:creationId xmlns:a16="http://schemas.microsoft.com/office/drawing/2014/main" id="{C1F190C0-4B64-4444-831B-1A6D8A625414}"/>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solidFill>
                  <a:schemeClr val="bg1"/>
                </a:solidFill>
              </a:endParaRPr>
            </a:p>
          </p:txBody>
        </p:sp>
        <p:sp>
          <p:nvSpPr>
            <p:cNvPr id="28" name="Freeform: Shape 27">
              <a:extLst>
                <a:ext uri="{FF2B5EF4-FFF2-40B4-BE49-F238E27FC236}">
                  <a16:creationId xmlns:a16="http://schemas.microsoft.com/office/drawing/2014/main" id="{344EBB92-718F-49C4-8A32-FD8EA548538F}"/>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solidFill>
                  <a:schemeClr val="bg1"/>
                </a:solidFill>
              </a:endParaRPr>
            </a:p>
          </p:txBody>
        </p:sp>
        <p:sp>
          <p:nvSpPr>
            <p:cNvPr id="29" name="Freeform: Shape 28">
              <a:extLst>
                <a:ext uri="{FF2B5EF4-FFF2-40B4-BE49-F238E27FC236}">
                  <a16:creationId xmlns:a16="http://schemas.microsoft.com/office/drawing/2014/main" id="{4CA1C400-8BB1-41B3-9FD9-609543D071A8}"/>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solidFill>
                  <a:schemeClr val="bg1"/>
                </a:solidFill>
              </a:endParaRPr>
            </a:p>
          </p:txBody>
        </p:sp>
        <p:sp>
          <p:nvSpPr>
            <p:cNvPr id="30" name="Freeform: Shape 29">
              <a:extLst>
                <a:ext uri="{FF2B5EF4-FFF2-40B4-BE49-F238E27FC236}">
                  <a16:creationId xmlns:a16="http://schemas.microsoft.com/office/drawing/2014/main" id="{88B0D6C7-C1FB-4BE6-A256-CEB6522D1759}"/>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solidFill>
                  <a:schemeClr val="bg1"/>
                </a:solidFill>
              </a:endParaRPr>
            </a:p>
          </p:txBody>
        </p:sp>
        <p:sp>
          <p:nvSpPr>
            <p:cNvPr id="31" name="Freeform: Shape 30">
              <a:extLst>
                <a:ext uri="{FF2B5EF4-FFF2-40B4-BE49-F238E27FC236}">
                  <a16:creationId xmlns:a16="http://schemas.microsoft.com/office/drawing/2014/main" id="{19E3A840-0842-4E25-8503-E3A9F9809F74}"/>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solidFill>
                  <a:schemeClr val="bg1"/>
                </a:solidFill>
              </a:endParaRPr>
            </a:p>
          </p:txBody>
        </p:sp>
        <p:sp>
          <p:nvSpPr>
            <p:cNvPr id="32" name="Freeform: Shape 31">
              <a:extLst>
                <a:ext uri="{FF2B5EF4-FFF2-40B4-BE49-F238E27FC236}">
                  <a16:creationId xmlns:a16="http://schemas.microsoft.com/office/drawing/2014/main" id="{12BFB110-0A31-4424-8B0A-0AC550391B5F}"/>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solidFill>
                  <a:schemeClr val="bg1"/>
                </a:solidFill>
              </a:endParaRPr>
            </a:p>
          </p:txBody>
        </p:sp>
        <p:sp>
          <p:nvSpPr>
            <p:cNvPr id="33" name="Freeform: Shape 32">
              <a:extLst>
                <a:ext uri="{FF2B5EF4-FFF2-40B4-BE49-F238E27FC236}">
                  <a16:creationId xmlns:a16="http://schemas.microsoft.com/office/drawing/2014/main" id="{D338E68D-28C9-433C-A8F4-8BA4CCEAC014}"/>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solidFill>
                  <a:schemeClr val="bg1"/>
                </a:solidFill>
              </a:endParaRPr>
            </a:p>
          </p:txBody>
        </p:sp>
        <p:sp>
          <p:nvSpPr>
            <p:cNvPr id="34" name="Freeform: Shape 33">
              <a:extLst>
                <a:ext uri="{FF2B5EF4-FFF2-40B4-BE49-F238E27FC236}">
                  <a16:creationId xmlns:a16="http://schemas.microsoft.com/office/drawing/2014/main" id="{55A2035A-6238-453F-A9E8-C1B5499049B0}"/>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solidFill>
                  <a:schemeClr val="bg1"/>
                </a:solidFill>
              </a:endParaRPr>
            </a:p>
          </p:txBody>
        </p:sp>
        <p:sp>
          <p:nvSpPr>
            <p:cNvPr id="35" name="Freeform: Shape 34">
              <a:extLst>
                <a:ext uri="{FF2B5EF4-FFF2-40B4-BE49-F238E27FC236}">
                  <a16:creationId xmlns:a16="http://schemas.microsoft.com/office/drawing/2014/main" id="{021E965A-BCE3-48A7-A84F-027E93D31199}"/>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solidFill>
                  <a:schemeClr val="bg1"/>
                </a:solidFill>
              </a:endParaRPr>
            </a:p>
          </p:txBody>
        </p:sp>
      </p:grpSp>
      <p:sp>
        <p:nvSpPr>
          <p:cNvPr id="15" name="Content Placeholder 3">
            <a:extLst>
              <a:ext uri="{FF2B5EF4-FFF2-40B4-BE49-F238E27FC236}">
                <a16:creationId xmlns:a16="http://schemas.microsoft.com/office/drawing/2014/main" id="{3C2E1E6E-B563-426F-43F1-A3B5C95147B2}"/>
              </a:ext>
            </a:extLst>
          </p:cNvPr>
          <p:cNvSpPr>
            <a:spLocks noGrp="1"/>
          </p:cNvSpPr>
          <p:nvPr>
            <p:ph sz="half" idx="2"/>
          </p:nvPr>
        </p:nvSpPr>
        <p:spPr bwMode="ltGray">
          <a:xfrm>
            <a:off x="839789" y="2357215"/>
            <a:ext cx="2337588" cy="3450183"/>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3">
            <a:extLst>
              <a:ext uri="{FF2B5EF4-FFF2-40B4-BE49-F238E27FC236}">
                <a16:creationId xmlns:a16="http://schemas.microsoft.com/office/drawing/2014/main" id="{4F2313CC-14FB-EA49-2747-DBE09ED4285E}"/>
              </a:ext>
            </a:extLst>
          </p:cNvPr>
          <p:cNvSpPr>
            <a:spLocks noGrp="1"/>
          </p:cNvSpPr>
          <p:nvPr>
            <p:ph sz="half" idx="16"/>
          </p:nvPr>
        </p:nvSpPr>
        <p:spPr bwMode="ltGray">
          <a:xfrm>
            <a:off x="3592133" y="2357215"/>
            <a:ext cx="2337588" cy="3450183"/>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3">
            <a:extLst>
              <a:ext uri="{FF2B5EF4-FFF2-40B4-BE49-F238E27FC236}">
                <a16:creationId xmlns:a16="http://schemas.microsoft.com/office/drawing/2014/main" id="{D814D66B-BD92-03C2-BEA0-DC008E11E096}"/>
              </a:ext>
            </a:extLst>
          </p:cNvPr>
          <p:cNvSpPr>
            <a:spLocks noGrp="1"/>
          </p:cNvSpPr>
          <p:nvPr>
            <p:ph sz="half" idx="17"/>
          </p:nvPr>
        </p:nvSpPr>
        <p:spPr bwMode="ltGray">
          <a:xfrm>
            <a:off x="6289613" y="2357215"/>
            <a:ext cx="2337588" cy="3450183"/>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8" name="Content Placeholder 3">
            <a:extLst>
              <a:ext uri="{FF2B5EF4-FFF2-40B4-BE49-F238E27FC236}">
                <a16:creationId xmlns:a16="http://schemas.microsoft.com/office/drawing/2014/main" id="{8258FAAF-2F58-D9E4-5B1B-4507E878612E}"/>
              </a:ext>
            </a:extLst>
          </p:cNvPr>
          <p:cNvSpPr>
            <a:spLocks noGrp="1"/>
          </p:cNvSpPr>
          <p:nvPr>
            <p:ph sz="half" idx="18"/>
          </p:nvPr>
        </p:nvSpPr>
        <p:spPr bwMode="ltGray">
          <a:xfrm>
            <a:off x="9041957" y="2357215"/>
            <a:ext cx="2337588" cy="3450183"/>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1" name="Title 1">
            <a:extLst>
              <a:ext uri="{FF2B5EF4-FFF2-40B4-BE49-F238E27FC236}">
                <a16:creationId xmlns:a16="http://schemas.microsoft.com/office/drawing/2014/main" id="{4D551DD9-7CB4-11F1-2555-E09E861C44AF}"/>
              </a:ext>
            </a:extLst>
          </p:cNvPr>
          <p:cNvSpPr>
            <a:spLocks noGrp="1"/>
          </p:cNvSpPr>
          <p:nvPr>
            <p:ph type="title" hasCustomPrompt="1"/>
          </p:nvPr>
        </p:nvSpPr>
        <p:spPr>
          <a:xfrm>
            <a:off x="839788" y="519426"/>
            <a:ext cx="10515600" cy="1325563"/>
          </a:xfrm>
        </p:spPr>
        <p:txBody>
          <a:bodyPr anchor="ctr"/>
          <a:lstStyle>
            <a:lvl1pPr algn="ctr">
              <a:defRPr baseline="0">
                <a:solidFill>
                  <a:schemeClr val="bg1">
                    <a:lumMod val="95000"/>
                  </a:schemeClr>
                </a:solidFill>
              </a:defRPr>
            </a:lvl1pPr>
          </a:lstStyle>
          <a:p>
            <a:r>
              <a:rPr lang="en-US"/>
              <a:t>4-Column Comparison Layout</a:t>
            </a:r>
          </a:p>
        </p:txBody>
      </p:sp>
      <p:sp>
        <p:nvSpPr>
          <p:cNvPr id="43" name="Text Placeholder 2">
            <a:extLst>
              <a:ext uri="{FF2B5EF4-FFF2-40B4-BE49-F238E27FC236}">
                <a16:creationId xmlns:a16="http://schemas.microsoft.com/office/drawing/2014/main" id="{CF1A1CF1-EA88-910C-4ED4-5D5FAF542FC2}"/>
              </a:ext>
            </a:extLst>
          </p:cNvPr>
          <p:cNvSpPr>
            <a:spLocks noGrp="1"/>
          </p:cNvSpPr>
          <p:nvPr>
            <p:ph type="body" idx="1" hasCustomPrompt="1"/>
          </p:nvPr>
        </p:nvSpPr>
        <p:spPr>
          <a:xfrm>
            <a:off x="839789" y="1951987"/>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44" name="Text Placeholder 4">
            <a:extLst>
              <a:ext uri="{FF2B5EF4-FFF2-40B4-BE49-F238E27FC236}">
                <a16:creationId xmlns:a16="http://schemas.microsoft.com/office/drawing/2014/main" id="{2377D9A5-C3BC-A098-96E4-BEFE386A7B46}"/>
              </a:ext>
            </a:extLst>
          </p:cNvPr>
          <p:cNvSpPr>
            <a:spLocks noGrp="1"/>
          </p:cNvSpPr>
          <p:nvPr>
            <p:ph type="body" sz="quarter" idx="3" hasCustomPrompt="1"/>
          </p:nvPr>
        </p:nvSpPr>
        <p:spPr>
          <a:xfrm>
            <a:off x="9017914" y="1951987"/>
            <a:ext cx="2336714"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45" name="Text Placeholder 2">
            <a:extLst>
              <a:ext uri="{FF2B5EF4-FFF2-40B4-BE49-F238E27FC236}">
                <a16:creationId xmlns:a16="http://schemas.microsoft.com/office/drawing/2014/main" id="{1054D723-BCFF-76A0-0878-DBBEDC8C4841}"/>
              </a:ext>
            </a:extLst>
          </p:cNvPr>
          <p:cNvSpPr>
            <a:spLocks noGrp="1"/>
          </p:cNvSpPr>
          <p:nvPr>
            <p:ph type="body" idx="13" hasCustomPrompt="1"/>
          </p:nvPr>
        </p:nvSpPr>
        <p:spPr>
          <a:xfrm>
            <a:off x="3579721" y="1951987"/>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46" name="Text Placeholder 2">
            <a:extLst>
              <a:ext uri="{FF2B5EF4-FFF2-40B4-BE49-F238E27FC236}">
                <a16:creationId xmlns:a16="http://schemas.microsoft.com/office/drawing/2014/main" id="{6D88BD33-277D-175E-E06B-86B2CE0DDE11}"/>
              </a:ext>
            </a:extLst>
          </p:cNvPr>
          <p:cNvSpPr>
            <a:spLocks noGrp="1"/>
          </p:cNvSpPr>
          <p:nvPr>
            <p:ph type="body" idx="15" hasCustomPrompt="1"/>
          </p:nvPr>
        </p:nvSpPr>
        <p:spPr>
          <a:xfrm>
            <a:off x="6298817" y="1951987"/>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Tree>
    <p:extLst>
      <p:ext uri="{BB962C8B-B14F-4D97-AF65-F5344CB8AC3E}">
        <p14:creationId xmlns:p14="http://schemas.microsoft.com/office/powerpoint/2010/main" val="3251441999"/>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4-Column Comparison - Stroked on Light Bg">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B4E07D3-C667-4B5A-A148-434335EC339A}"/>
              </a:ext>
            </a:extLst>
          </p:cNvPr>
          <p:cNvSpPr/>
          <p:nvPr userDrawn="1"/>
        </p:nvSpPr>
        <p:spPr>
          <a:xfrm>
            <a:off x="624348" y="426011"/>
            <a:ext cx="10943303" cy="5912563"/>
          </a:xfrm>
          <a:prstGeom prst="rect">
            <a:avLst/>
          </a:prstGeom>
          <a:solidFill>
            <a:srgbClr val="44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Date Placeholder 6">
            <a:extLst>
              <a:ext uri="{FF2B5EF4-FFF2-40B4-BE49-F238E27FC236}">
                <a16:creationId xmlns:a16="http://schemas.microsoft.com/office/drawing/2014/main" id="{8D6A3F1E-61F3-A1D9-4E38-6F152354DC2B}"/>
              </a:ext>
            </a:extLst>
          </p:cNvPr>
          <p:cNvSpPr>
            <a:spLocks noGrp="1"/>
          </p:cNvSpPr>
          <p:nvPr>
            <p:ph type="dt" sz="half" idx="10"/>
          </p:nvPr>
        </p:nvSpPr>
        <p:spPr>
          <a:xfrm>
            <a:off x="10602762" y="6382494"/>
            <a:ext cx="692767" cy="365125"/>
          </a:xfrm>
        </p:spPr>
        <p:txBody>
          <a:bodyPr/>
          <a:lstStyle>
            <a:lvl1pPr>
              <a:defRPr>
                <a:solidFill>
                  <a:schemeClr val="bg1"/>
                </a:solidFill>
              </a:defRPr>
            </a:lvl1pPr>
          </a:lstStyle>
          <a:p>
            <a:fld id="{0355B995-37A7-4C4D-BD8D-0D0D00DC0F80}" type="datetime1">
              <a:rPr lang="en-US" smtClean="0"/>
              <a:pPr/>
              <a:t>3/17/25</a:t>
            </a:fld>
            <a:endParaRPr lang="en-US"/>
          </a:p>
        </p:txBody>
      </p:sp>
      <p:sp>
        <p:nvSpPr>
          <p:cNvPr id="36" name="Footer Placeholder 7">
            <a:extLst>
              <a:ext uri="{FF2B5EF4-FFF2-40B4-BE49-F238E27FC236}">
                <a16:creationId xmlns:a16="http://schemas.microsoft.com/office/drawing/2014/main" id="{CAA81B5B-5BB9-1C73-53F6-2D28A3FE64C4}"/>
              </a:ext>
            </a:extLst>
          </p:cNvPr>
          <p:cNvSpPr>
            <a:spLocks noGrp="1"/>
          </p:cNvSpPr>
          <p:nvPr>
            <p:ph type="ftr" sz="quarter" idx="11"/>
          </p:nvPr>
        </p:nvSpPr>
        <p:spPr>
          <a:xfrm>
            <a:off x="342900" y="6394105"/>
            <a:ext cx="10259861" cy="365125"/>
          </a:xfrm>
        </p:spPr>
        <p:txBody>
          <a:bodyPr/>
          <a:lstStyle>
            <a:lvl1pPr>
              <a:defRPr>
                <a:solidFill>
                  <a:schemeClr val="bg1"/>
                </a:solidFill>
              </a:defRPr>
            </a:lvl1pPr>
          </a:lstStyle>
          <a:p>
            <a:endParaRPr lang="en-US"/>
          </a:p>
        </p:txBody>
      </p:sp>
      <p:sp>
        <p:nvSpPr>
          <p:cNvPr id="37" name="Slide Number Placeholder 8">
            <a:extLst>
              <a:ext uri="{FF2B5EF4-FFF2-40B4-BE49-F238E27FC236}">
                <a16:creationId xmlns:a16="http://schemas.microsoft.com/office/drawing/2014/main" id="{30F8A254-5092-2B71-05BE-098709970998}"/>
              </a:ext>
            </a:extLst>
          </p:cNvPr>
          <p:cNvSpPr>
            <a:spLocks noGrp="1"/>
          </p:cNvSpPr>
          <p:nvPr>
            <p:ph type="sldNum" sz="quarter" idx="12"/>
          </p:nvPr>
        </p:nvSpPr>
        <p:spPr>
          <a:xfrm>
            <a:off x="11674225" y="5477347"/>
            <a:ext cx="305503" cy="306298"/>
          </a:xfrm>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grpSp>
        <p:nvGrpSpPr>
          <p:cNvPr id="38" name="Graphic 11">
            <a:extLst>
              <a:ext uri="{FF2B5EF4-FFF2-40B4-BE49-F238E27FC236}">
                <a16:creationId xmlns:a16="http://schemas.microsoft.com/office/drawing/2014/main" id="{3DEAD91C-2395-4BB1-C742-C4A265A92D1A}"/>
              </a:ext>
            </a:extLst>
          </p:cNvPr>
          <p:cNvGrpSpPr/>
          <p:nvPr userDrawn="1"/>
        </p:nvGrpSpPr>
        <p:grpSpPr>
          <a:xfrm rot="16200000">
            <a:off x="11384220" y="6170961"/>
            <a:ext cx="912230" cy="242400"/>
            <a:chOff x="11384220" y="6170961"/>
            <a:chExt cx="912230" cy="242400"/>
          </a:xfrm>
          <a:solidFill>
            <a:schemeClr val="bg1"/>
          </a:solidFill>
        </p:grpSpPr>
        <p:sp>
          <p:nvSpPr>
            <p:cNvPr id="39" name="Freeform: Shape 17">
              <a:extLst>
                <a:ext uri="{FF2B5EF4-FFF2-40B4-BE49-F238E27FC236}">
                  <a16:creationId xmlns:a16="http://schemas.microsoft.com/office/drawing/2014/main" id="{95CF6FC4-D8FE-4868-845E-B5F4CDD5FA58}"/>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solidFill>
                  <a:schemeClr val="bg1"/>
                </a:solidFill>
              </a:endParaRPr>
            </a:p>
          </p:txBody>
        </p:sp>
        <p:sp>
          <p:nvSpPr>
            <p:cNvPr id="40" name="Freeform: Shape 18">
              <a:extLst>
                <a:ext uri="{FF2B5EF4-FFF2-40B4-BE49-F238E27FC236}">
                  <a16:creationId xmlns:a16="http://schemas.microsoft.com/office/drawing/2014/main" id="{797CB68D-E372-6C83-67D0-6DD48A1BC09A}"/>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solidFill>
                  <a:schemeClr val="bg1"/>
                </a:solidFill>
              </a:endParaRPr>
            </a:p>
          </p:txBody>
        </p:sp>
        <p:sp>
          <p:nvSpPr>
            <p:cNvPr id="41" name="Freeform: Shape 19">
              <a:extLst>
                <a:ext uri="{FF2B5EF4-FFF2-40B4-BE49-F238E27FC236}">
                  <a16:creationId xmlns:a16="http://schemas.microsoft.com/office/drawing/2014/main" id="{D3823A22-696F-B9F2-F426-D3C1FB29CF84}"/>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solidFill>
                  <a:schemeClr val="bg1"/>
                </a:solidFill>
              </a:endParaRPr>
            </a:p>
          </p:txBody>
        </p:sp>
        <p:sp>
          <p:nvSpPr>
            <p:cNvPr id="42" name="Freeform: Shape 20">
              <a:extLst>
                <a:ext uri="{FF2B5EF4-FFF2-40B4-BE49-F238E27FC236}">
                  <a16:creationId xmlns:a16="http://schemas.microsoft.com/office/drawing/2014/main" id="{68BA6F90-E9FC-9B32-2E19-B38AEE3BE720}"/>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solidFill>
                  <a:schemeClr val="bg1"/>
                </a:solidFill>
              </a:endParaRPr>
            </a:p>
          </p:txBody>
        </p:sp>
        <p:sp>
          <p:nvSpPr>
            <p:cNvPr id="43" name="Freeform: Shape 21">
              <a:extLst>
                <a:ext uri="{FF2B5EF4-FFF2-40B4-BE49-F238E27FC236}">
                  <a16:creationId xmlns:a16="http://schemas.microsoft.com/office/drawing/2014/main" id="{78B34F85-B878-1A4C-9523-76BA664E1BDF}"/>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solidFill>
                  <a:schemeClr val="bg1"/>
                </a:solidFill>
              </a:endParaRPr>
            </a:p>
          </p:txBody>
        </p:sp>
        <p:sp>
          <p:nvSpPr>
            <p:cNvPr id="44" name="Freeform: Shape 22">
              <a:extLst>
                <a:ext uri="{FF2B5EF4-FFF2-40B4-BE49-F238E27FC236}">
                  <a16:creationId xmlns:a16="http://schemas.microsoft.com/office/drawing/2014/main" id="{B00CB6DB-0A99-F07A-6819-C2DBB785F625}"/>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solidFill>
                  <a:schemeClr val="bg1"/>
                </a:solidFill>
              </a:endParaRPr>
            </a:p>
          </p:txBody>
        </p:sp>
        <p:sp>
          <p:nvSpPr>
            <p:cNvPr id="45" name="Freeform: Shape 23">
              <a:extLst>
                <a:ext uri="{FF2B5EF4-FFF2-40B4-BE49-F238E27FC236}">
                  <a16:creationId xmlns:a16="http://schemas.microsoft.com/office/drawing/2014/main" id="{7027803D-351F-B807-5157-8D0361C120E2}"/>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solidFill>
                  <a:schemeClr val="bg1"/>
                </a:solidFill>
              </a:endParaRPr>
            </a:p>
          </p:txBody>
        </p:sp>
        <p:sp>
          <p:nvSpPr>
            <p:cNvPr id="46" name="Freeform: Shape 24">
              <a:extLst>
                <a:ext uri="{FF2B5EF4-FFF2-40B4-BE49-F238E27FC236}">
                  <a16:creationId xmlns:a16="http://schemas.microsoft.com/office/drawing/2014/main" id="{8CB0D5B7-3A18-F9A5-01F7-829CB570D264}"/>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solidFill>
                  <a:schemeClr val="bg1"/>
                </a:solidFill>
              </a:endParaRPr>
            </a:p>
          </p:txBody>
        </p:sp>
        <p:sp>
          <p:nvSpPr>
            <p:cNvPr id="47" name="Freeform: Shape 25">
              <a:extLst>
                <a:ext uri="{FF2B5EF4-FFF2-40B4-BE49-F238E27FC236}">
                  <a16:creationId xmlns:a16="http://schemas.microsoft.com/office/drawing/2014/main" id="{57B2775D-8207-A2DD-1026-ABB4C60CBE8A}"/>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solidFill>
                  <a:schemeClr val="bg1"/>
                </a:solidFill>
              </a:endParaRPr>
            </a:p>
          </p:txBody>
        </p:sp>
        <p:sp>
          <p:nvSpPr>
            <p:cNvPr id="48" name="Freeform: Shape 26">
              <a:extLst>
                <a:ext uri="{FF2B5EF4-FFF2-40B4-BE49-F238E27FC236}">
                  <a16:creationId xmlns:a16="http://schemas.microsoft.com/office/drawing/2014/main" id="{7E1AF397-C495-6A61-C2F6-4FF44BD5A364}"/>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solidFill>
                  <a:schemeClr val="bg1"/>
                </a:solidFill>
              </a:endParaRPr>
            </a:p>
          </p:txBody>
        </p:sp>
        <p:sp>
          <p:nvSpPr>
            <p:cNvPr id="49" name="Freeform: Shape 27">
              <a:extLst>
                <a:ext uri="{FF2B5EF4-FFF2-40B4-BE49-F238E27FC236}">
                  <a16:creationId xmlns:a16="http://schemas.microsoft.com/office/drawing/2014/main" id="{CE616E64-C73E-A10E-AE23-7F658BBBCC58}"/>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solidFill>
                  <a:schemeClr val="bg1"/>
                </a:solidFill>
              </a:endParaRPr>
            </a:p>
          </p:txBody>
        </p:sp>
        <p:sp>
          <p:nvSpPr>
            <p:cNvPr id="50" name="Freeform: Shape 28">
              <a:extLst>
                <a:ext uri="{FF2B5EF4-FFF2-40B4-BE49-F238E27FC236}">
                  <a16:creationId xmlns:a16="http://schemas.microsoft.com/office/drawing/2014/main" id="{6EEB5DCB-6DD8-2E57-A67B-66D5097C9C00}"/>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solidFill>
                  <a:schemeClr val="bg1"/>
                </a:solidFill>
              </a:endParaRPr>
            </a:p>
          </p:txBody>
        </p:sp>
        <p:sp>
          <p:nvSpPr>
            <p:cNvPr id="51" name="Freeform: Shape 29">
              <a:extLst>
                <a:ext uri="{FF2B5EF4-FFF2-40B4-BE49-F238E27FC236}">
                  <a16:creationId xmlns:a16="http://schemas.microsoft.com/office/drawing/2014/main" id="{328BDE21-BEF6-8580-CC18-2E775A8CA416}"/>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solidFill>
                  <a:schemeClr val="bg1"/>
                </a:solidFill>
              </a:endParaRPr>
            </a:p>
          </p:txBody>
        </p:sp>
        <p:sp>
          <p:nvSpPr>
            <p:cNvPr id="52" name="Freeform: Shape 30">
              <a:extLst>
                <a:ext uri="{FF2B5EF4-FFF2-40B4-BE49-F238E27FC236}">
                  <a16:creationId xmlns:a16="http://schemas.microsoft.com/office/drawing/2014/main" id="{DF427782-8208-27CC-388F-874E43A7DFE1}"/>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solidFill>
                  <a:schemeClr val="bg1"/>
                </a:solidFill>
              </a:endParaRPr>
            </a:p>
          </p:txBody>
        </p:sp>
        <p:sp>
          <p:nvSpPr>
            <p:cNvPr id="53" name="Freeform: Shape 31">
              <a:extLst>
                <a:ext uri="{FF2B5EF4-FFF2-40B4-BE49-F238E27FC236}">
                  <a16:creationId xmlns:a16="http://schemas.microsoft.com/office/drawing/2014/main" id="{B1617B1A-FB5C-AB3B-FE18-E3AA2A3A8D95}"/>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solidFill>
                  <a:schemeClr val="bg1"/>
                </a:solidFill>
              </a:endParaRPr>
            </a:p>
          </p:txBody>
        </p:sp>
        <p:sp>
          <p:nvSpPr>
            <p:cNvPr id="54" name="Freeform: Shape 32">
              <a:extLst>
                <a:ext uri="{FF2B5EF4-FFF2-40B4-BE49-F238E27FC236}">
                  <a16:creationId xmlns:a16="http://schemas.microsoft.com/office/drawing/2014/main" id="{1D5F96CF-88DC-CD18-F1A5-84F0693D93F1}"/>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solidFill>
                  <a:schemeClr val="bg1"/>
                </a:solidFill>
              </a:endParaRPr>
            </a:p>
          </p:txBody>
        </p:sp>
        <p:sp>
          <p:nvSpPr>
            <p:cNvPr id="55" name="Freeform: Shape 33">
              <a:extLst>
                <a:ext uri="{FF2B5EF4-FFF2-40B4-BE49-F238E27FC236}">
                  <a16:creationId xmlns:a16="http://schemas.microsoft.com/office/drawing/2014/main" id="{D9FC7DB6-4436-253C-BFBF-F1BB09A10A83}"/>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solidFill>
                  <a:schemeClr val="bg1"/>
                </a:solidFill>
              </a:endParaRPr>
            </a:p>
          </p:txBody>
        </p:sp>
        <p:sp>
          <p:nvSpPr>
            <p:cNvPr id="56" name="Freeform: Shape 34">
              <a:extLst>
                <a:ext uri="{FF2B5EF4-FFF2-40B4-BE49-F238E27FC236}">
                  <a16:creationId xmlns:a16="http://schemas.microsoft.com/office/drawing/2014/main" id="{D7EFC75D-CD35-A980-9804-CE48C1F2D126}"/>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solidFill>
                  <a:schemeClr val="bg1"/>
                </a:solidFill>
              </a:endParaRPr>
            </a:p>
          </p:txBody>
        </p:sp>
      </p:grpSp>
      <p:sp>
        <p:nvSpPr>
          <p:cNvPr id="57" name="Text Placeholder 2">
            <a:extLst>
              <a:ext uri="{FF2B5EF4-FFF2-40B4-BE49-F238E27FC236}">
                <a16:creationId xmlns:a16="http://schemas.microsoft.com/office/drawing/2014/main" id="{4F572EE5-321A-0599-645B-2CDD929B9ECB}"/>
              </a:ext>
            </a:extLst>
          </p:cNvPr>
          <p:cNvSpPr>
            <a:spLocks noGrp="1"/>
          </p:cNvSpPr>
          <p:nvPr>
            <p:ph type="body" idx="1" hasCustomPrompt="1"/>
          </p:nvPr>
        </p:nvSpPr>
        <p:spPr>
          <a:xfrm>
            <a:off x="839789" y="1958744"/>
            <a:ext cx="2337588" cy="303663"/>
          </a:xfrm>
          <a:noFill/>
        </p:spPr>
        <p:txBody>
          <a:bodyPr lIns="0" tIns="91440" rIns="0" bIns="91440" anchor="ctr"/>
          <a:lstStyle>
            <a:lvl1pPr marL="0" indent="0" algn="l">
              <a:lnSpc>
                <a:spcPct val="90000"/>
              </a:lnSpc>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59" name="Text Placeholder 4">
            <a:extLst>
              <a:ext uri="{FF2B5EF4-FFF2-40B4-BE49-F238E27FC236}">
                <a16:creationId xmlns:a16="http://schemas.microsoft.com/office/drawing/2014/main" id="{E7077771-AA59-A3EE-CC33-47A3B6A556E4}"/>
              </a:ext>
            </a:extLst>
          </p:cNvPr>
          <p:cNvSpPr>
            <a:spLocks noGrp="1"/>
          </p:cNvSpPr>
          <p:nvPr>
            <p:ph type="body" sz="quarter" idx="3" hasCustomPrompt="1"/>
          </p:nvPr>
        </p:nvSpPr>
        <p:spPr>
          <a:xfrm>
            <a:off x="9017914" y="1958744"/>
            <a:ext cx="2336714" cy="303663"/>
          </a:xfrm>
          <a:noFill/>
        </p:spPr>
        <p:txBody>
          <a:bodyPr lIns="0" tIns="91440" rIns="0" bIns="91440" anchor="ctr"/>
          <a:lstStyle>
            <a:lvl1pPr marL="0" indent="0" algn="l">
              <a:lnSpc>
                <a:spcPct val="90000"/>
              </a:lnSpc>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60" name="Text Placeholder 2">
            <a:extLst>
              <a:ext uri="{FF2B5EF4-FFF2-40B4-BE49-F238E27FC236}">
                <a16:creationId xmlns:a16="http://schemas.microsoft.com/office/drawing/2014/main" id="{7BA507E4-C794-1669-6682-47321D4ACFB8}"/>
              </a:ext>
            </a:extLst>
          </p:cNvPr>
          <p:cNvSpPr>
            <a:spLocks noGrp="1"/>
          </p:cNvSpPr>
          <p:nvPr>
            <p:ph type="body" idx="13" hasCustomPrompt="1"/>
          </p:nvPr>
        </p:nvSpPr>
        <p:spPr>
          <a:xfrm>
            <a:off x="3579721" y="1958744"/>
            <a:ext cx="2337588" cy="303663"/>
          </a:xfrm>
          <a:noFill/>
        </p:spPr>
        <p:txBody>
          <a:bodyPr lIns="0" tIns="91440" rIns="0" bIns="91440" anchor="ctr"/>
          <a:lstStyle>
            <a:lvl1pPr marL="0" indent="0" algn="l">
              <a:lnSpc>
                <a:spcPct val="90000"/>
              </a:lnSpc>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61" name="Text Placeholder 2">
            <a:extLst>
              <a:ext uri="{FF2B5EF4-FFF2-40B4-BE49-F238E27FC236}">
                <a16:creationId xmlns:a16="http://schemas.microsoft.com/office/drawing/2014/main" id="{CC4800C5-3C5B-B29D-12DA-EABE1658D286}"/>
              </a:ext>
            </a:extLst>
          </p:cNvPr>
          <p:cNvSpPr>
            <a:spLocks noGrp="1"/>
          </p:cNvSpPr>
          <p:nvPr>
            <p:ph type="body" idx="15" hasCustomPrompt="1"/>
          </p:nvPr>
        </p:nvSpPr>
        <p:spPr>
          <a:xfrm>
            <a:off x="6298817" y="1958744"/>
            <a:ext cx="2337588" cy="303663"/>
          </a:xfrm>
          <a:noFill/>
        </p:spPr>
        <p:txBody>
          <a:bodyPr lIns="0" tIns="91440" rIns="0" bIns="91440" anchor="ctr"/>
          <a:lstStyle>
            <a:lvl1pPr marL="0" indent="0" algn="l">
              <a:lnSpc>
                <a:spcPct val="90000"/>
              </a:lnSpc>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2" name="Content Placeholder 3">
            <a:extLst>
              <a:ext uri="{FF2B5EF4-FFF2-40B4-BE49-F238E27FC236}">
                <a16:creationId xmlns:a16="http://schemas.microsoft.com/office/drawing/2014/main" id="{FE25E174-3A70-E717-3CD6-8315381DD9C5}"/>
              </a:ext>
            </a:extLst>
          </p:cNvPr>
          <p:cNvSpPr>
            <a:spLocks noGrp="1"/>
          </p:cNvSpPr>
          <p:nvPr>
            <p:ph sz="half" idx="2"/>
          </p:nvPr>
        </p:nvSpPr>
        <p:spPr bwMode="ltGray">
          <a:xfrm>
            <a:off x="839789" y="2363972"/>
            <a:ext cx="2337588" cy="3450183"/>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7C19A2E6-9BFF-446F-B673-F4B3EF561A48}"/>
              </a:ext>
            </a:extLst>
          </p:cNvPr>
          <p:cNvSpPr>
            <a:spLocks noGrp="1"/>
          </p:cNvSpPr>
          <p:nvPr>
            <p:ph sz="half" idx="16"/>
          </p:nvPr>
        </p:nvSpPr>
        <p:spPr bwMode="ltGray">
          <a:xfrm>
            <a:off x="3592133" y="2363972"/>
            <a:ext cx="2337588" cy="3450183"/>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8742157-E43D-502D-E701-A177D68105EA}"/>
              </a:ext>
            </a:extLst>
          </p:cNvPr>
          <p:cNvSpPr>
            <a:spLocks noGrp="1"/>
          </p:cNvSpPr>
          <p:nvPr>
            <p:ph sz="half" idx="17"/>
          </p:nvPr>
        </p:nvSpPr>
        <p:spPr bwMode="ltGray">
          <a:xfrm>
            <a:off x="6289613" y="2363972"/>
            <a:ext cx="2337588" cy="3450183"/>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381B721E-2BCE-8D8F-0F13-83BC8C05D21C}"/>
              </a:ext>
            </a:extLst>
          </p:cNvPr>
          <p:cNvSpPr>
            <a:spLocks noGrp="1"/>
          </p:cNvSpPr>
          <p:nvPr>
            <p:ph sz="half" idx="18"/>
          </p:nvPr>
        </p:nvSpPr>
        <p:spPr bwMode="ltGray">
          <a:xfrm>
            <a:off x="9017914" y="2363972"/>
            <a:ext cx="2337588" cy="3450183"/>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1">
            <a:extLst>
              <a:ext uri="{FF2B5EF4-FFF2-40B4-BE49-F238E27FC236}">
                <a16:creationId xmlns:a16="http://schemas.microsoft.com/office/drawing/2014/main" id="{4C67AED2-80AB-C4AA-77B2-C47135C5802C}"/>
              </a:ext>
            </a:extLst>
          </p:cNvPr>
          <p:cNvSpPr>
            <a:spLocks noGrp="1"/>
          </p:cNvSpPr>
          <p:nvPr>
            <p:ph type="title" hasCustomPrompt="1"/>
          </p:nvPr>
        </p:nvSpPr>
        <p:spPr>
          <a:xfrm>
            <a:off x="839788" y="519426"/>
            <a:ext cx="10515600" cy="1325563"/>
          </a:xfrm>
        </p:spPr>
        <p:txBody>
          <a:bodyPr anchor="ctr"/>
          <a:lstStyle>
            <a:lvl1pPr algn="ctr">
              <a:defRPr baseline="0">
                <a:solidFill>
                  <a:schemeClr val="bg1">
                    <a:lumMod val="95000"/>
                  </a:schemeClr>
                </a:solidFill>
              </a:defRPr>
            </a:lvl1pPr>
          </a:lstStyle>
          <a:p>
            <a:r>
              <a:rPr lang="en-US"/>
              <a:t>4-Column Comparison Layout</a:t>
            </a:r>
          </a:p>
        </p:txBody>
      </p:sp>
    </p:spTree>
    <p:extLst>
      <p:ext uri="{BB962C8B-B14F-4D97-AF65-F5344CB8AC3E}">
        <p14:creationId xmlns:p14="http://schemas.microsoft.com/office/powerpoint/2010/main" val="1932886327"/>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4-Column Comparison - Dark on Light Bg">
    <p:bg>
      <p:bgRef idx="1001">
        <a:schemeClr val="bg1"/>
      </p:bgRef>
    </p:bg>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0355B995-37A7-4C4D-BD8D-0D0D00DC0F80}" type="datetime1">
              <a:rPr lang="en-US" smtClean="0"/>
              <a:t>3/17/25</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grpSp>
        <p:nvGrpSpPr>
          <p:cNvPr id="16" name="Graphic 11">
            <a:extLst>
              <a:ext uri="{FF2B5EF4-FFF2-40B4-BE49-F238E27FC236}">
                <a16:creationId xmlns:a16="http://schemas.microsoft.com/office/drawing/2014/main" id="{07DCC60D-FF24-409E-9CB5-C8CE812843BB}"/>
              </a:ext>
            </a:extLst>
          </p:cNvPr>
          <p:cNvGrpSpPr/>
          <p:nvPr userDrawn="1"/>
        </p:nvGrpSpPr>
        <p:grpSpPr>
          <a:xfrm rot="16200000">
            <a:off x="11384220" y="6170961"/>
            <a:ext cx="912230" cy="242400"/>
            <a:chOff x="11384220" y="6170961"/>
            <a:chExt cx="912230" cy="242400"/>
          </a:xfrm>
          <a:solidFill>
            <a:schemeClr val="tx1"/>
          </a:solidFill>
        </p:grpSpPr>
        <p:sp>
          <p:nvSpPr>
            <p:cNvPr id="17" name="Freeform: Shape 16">
              <a:extLst>
                <a:ext uri="{FF2B5EF4-FFF2-40B4-BE49-F238E27FC236}">
                  <a16:creationId xmlns:a16="http://schemas.microsoft.com/office/drawing/2014/main" id="{E377E15E-8964-4E45-89EF-CE3DE598AE3A}"/>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AEA7658C-5976-42A9-B911-736701ACCEE9}"/>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1ED3E160-58EE-4263-A727-FFEDEE28ABAF}"/>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CC6F2AF9-4E78-482A-926F-4CBCFC424A56}"/>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BB371756-486B-4480-9EE9-5932C39975C7}"/>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7A2B2C27-1F4D-48D9-97CA-061613C06547}"/>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FB42F43C-C573-4EA9-8167-5281374DE942}"/>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7154FCF-8CBE-4A80-A8D7-F3C58F4EB1F7}"/>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9D872A8B-7F34-4271-8C5F-3E53DFAC6D01}"/>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A5FDD9DD-526D-43BC-A23D-91B3E709405C}"/>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32F0B155-F55F-4873-93E1-E9363340FBD7}"/>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935E2409-8B2B-4E5D-83F2-6F07D0D9BF16}"/>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1BEF99AA-7D27-4A0D-AC04-52A017705C5D}"/>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4C585969-42C4-451A-9E21-51D29F45892E}"/>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BD97A450-1BB2-4E90-9E4A-BF20754143C5}"/>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76A319AD-C377-422D-BB1E-92A76369B366}"/>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A19C6D38-E8ED-49FB-99CC-B1BF91BE18DE}"/>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F18B8D09-FA52-47B0-8720-CFAD3704095B}"/>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
        <p:nvSpPr>
          <p:cNvPr id="15" name="Text Placeholder 2">
            <a:extLst>
              <a:ext uri="{FF2B5EF4-FFF2-40B4-BE49-F238E27FC236}">
                <a16:creationId xmlns:a16="http://schemas.microsoft.com/office/drawing/2014/main" id="{6BBBEF88-AE76-7752-9AD5-4DDCBD1C5FE3}"/>
              </a:ext>
            </a:extLst>
          </p:cNvPr>
          <p:cNvSpPr>
            <a:spLocks noGrp="1"/>
          </p:cNvSpPr>
          <p:nvPr>
            <p:ph type="body" idx="1" hasCustomPrompt="1"/>
          </p:nvPr>
        </p:nvSpPr>
        <p:spPr>
          <a:xfrm>
            <a:off x="839789" y="1963599"/>
            <a:ext cx="2337588" cy="303663"/>
          </a:xfrm>
          <a:noFill/>
        </p:spPr>
        <p:txBody>
          <a:bodyPr lIns="0" tIns="91440" rIns="0" bIns="91440" anchor="ctr"/>
          <a:lstStyle>
            <a:lvl1pPr marL="0" indent="0" algn="l">
              <a:lnSpc>
                <a:spcPct val="90000"/>
              </a:lnSpc>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36" name="Text Placeholder 4">
            <a:extLst>
              <a:ext uri="{FF2B5EF4-FFF2-40B4-BE49-F238E27FC236}">
                <a16:creationId xmlns:a16="http://schemas.microsoft.com/office/drawing/2014/main" id="{7D894E33-3335-06AB-158F-281AECC4AA75}"/>
              </a:ext>
            </a:extLst>
          </p:cNvPr>
          <p:cNvSpPr>
            <a:spLocks noGrp="1"/>
          </p:cNvSpPr>
          <p:nvPr>
            <p:ph type="body" sz="quarter" idx="3" hasCustomPrompt="1"/>
          </p:nvPr>
        </p:nvSpPr>
        <p:spPr>
          <a:xfrm>
            <a:off x="9017914" y="1963599"/>
            <a:ext cx="2336714" cy="303663"/>
          </a:xfrm>
          <a:noFill/>
        </p:spPr>
        <p:txBody>
          <a:bodyPr lIns="0" tIns="91440" rIns="0" bIns="91440" anchor="ctr"/>
          <a:lstStyle>
            <a:lvl1pPr marL="0" indent="0" algn="l">
              <a:lnSpc>
                <a:spcPct val="90000"/>
              </a:lnSpc>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37" name="Text Placeholder 2">
            <a:extLst>
              <a:ext uri="{FF2B5EF4-FFF2-40B4-BE49-F238E27FC236}">
                <a16:creationId xmlns:a16="http://schemas.microsoft.com/office/drawing/2014/main" id="{78EA85AE-7650-3C60-5D33-C19D9CCD19ED}"/>
              </a:ext>
            </a:extLst>
          </p:cNvPr>
          <p:cNvSpPr>
            <a:spLocks noGrp="1"/>
          </p:cNvSpPr>
          <p:nvPr>
            <p:ph type="body" idx="13" hasCustomPrompt="1"/>
          </p:nvPr>
        </p:nvSpPr>
        <p:spPr>
          <a:xfrm>
            <a:off x="3579721" y="1963599"/>
            <a:ext cx="2337588" cy="303663"/>
          </a:xfrm>
          <a:noFill/>
        </p:spPr>
        <p:txBody>
          <a:bodyPr lIns="0" tIns="91440" rIns="0" bIns="91440" anchor="ctr"/>
          <a:lstStyle>
            <a:lvl1pPr marL="0" indent="0" algn="l">
              <a:lnSpc>
                <a:spcPct val="90000"/>
              </a:lnSpc>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38" name="Text Placeholder 2">
            <a:extLst>
              <a:ext uri="{FF2B5EF4-FFF2-40B4-BE49-F238E27FC236}">
                <a16:creationId xmlns:a16="http://schemas.microsoft.com/office/drawing/2014/main" id="{167DAE70-4CE8-5E10-B78F-0BFB39A9C51C}"/>
              </a:ext>
            </a:extLst>
          </p:cNvPr>
          <p:cNvSpPr>
            <a:spLocks noGrp="1"/>
          </p:cNvSpPr>
          <p:nvPr>
            <p:ph type="body" idx="15" hasCustomPrompt="1"/>
          </p:nvPr>
        </p:nvSpPr>
        <p:spPr>
          <a:xfrm>
            <a:off x="6298817" y="1963599"/>
            <a:ext cx="2337588" cy="303663"/>
          </a:xfrm>
          <a:noFill/>
        </p:spPr>
        <p:txBody>
          <a:bodyPr lIns="0" tIns="91440" rIns="0" bIns="91440" anchor="ctr"/>
          <a:lstStyle>
            <a:lvl1pPr marL="0" indent="0" algn="l">
              <a:lnSpc>
                <a:spcPct val="90000"/>
              </a:lnSpc>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2" name="Title 1">
            <a:extLst>
              <a:ext uri="{FF2B5EF4-FFF2-40B4-BE49-F238E27FC236}">
                <a16:creationId xmlns:a16="http://schemas.microsoft.com/office/drawing/2014/main" id="{47B4EFAD-5484-C5D2-5A75-241BD4AB4CBD}"/>
              </a:ext>
            </a:extLst>
          </p:cNvPr>
          <p:cNvSpPr>
            <a:spLocks noGrp="1"/>
          </p:cNvSpPr>
          <p:nvPr>
            <p:ph type="title" hasCustomPrompt="1"/>
          </p:nvPr>
        </p:nvSpPr>
        <p:spPr>
          <a:xfrm>
            <a:off x="839788" y="519426"/>
            <a:ext cx="10515600" cy="1325563"/>
          </a:xfrm>
        </p:spPr>
        <p:txBody>
          <a:bodyPr anchor="ctr"/>
          <a:lstStyle>
            <a:lvl1pPr algn="ctr">
              <a:defRPr baseline="0">
                <a:solidFill>
                  <a:schemeClr val="accent1"/>
                </a:solidFill>
              </a:defRPr>
            </a:lvl1pPr>
          </a:lstStyle>
          <a:p>
            <a:r>
              <a:rPr lang="en-US"/>
              <a:t>4-Column Comparison Layout</a:t>
            </a:r>
          </a:p>
        </p:txBody>
      </p:sp>
      <p:sp>
        <p:nvSpPr>
          <p:cNvPr id="3" name="Content Placeholder 3">
            <a:extLst>
              <a:ext uri="{FF2B5EF4-FFF2-40B4-BE49-F238E27FC236}">
                <a16:creationId xmlns:a16="http://schemas.microsoft.com/office/drawing/2014/main" id="{57D5FFE3-9CBC-4BBA-5288-8ECA651CC374}"/>
              </a:ext>
            </a:extLst>
          </p:cNvPr>
          <p:cNvSpPr>
            <a:spLocks noGrp="1"/>
          </p:cNvSpPr>
          <p:nvPr>
            <p:ph sz="half" idx="2"/>
          </p:nvPr>
        </p:nvSpPr>
        <p:spPr bwMode="ltGray">
          <a:xfrm>
            <a:off x="839789" y="2368827"/>
            <a:ext cx="2337588" cy="3450183"/>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3D206BB-AA01-DF0E-B9F8-4EDEB210CB0E}"/>
              </a:ext>
            </a:extLst>
          </p:cNvPr>
          <p:cNvSpPr>
            <a:spLocks noGrp="1"/>
          </p:cNvSpPr>
          <p:nvPr>
            <p:ph sz="half" idx="16"/>
          </p:nvPr>
        </p:nvSpPr>
        <p:spPr bwMode="ltGray">
          <a:xfrm>
            <a:off x="3570289" y="2368827"/>
            <a:ext cx="2337588" cy="3450183"/>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EF82B850-A158-6816-983D-93BDB993DECB}"/>
              </a:ext>
            </a:extLst>
          </p:cNvPr>
          <p:cNvSpPr>
            <a:spLocks noGrp="1"/>
          </p:cNvSpPr>
          <p:nvPr>
            <p:ph sz="half" idx="17"/>
          </p:nvPr>
        </p:nvSpPr>
        <p:spPr bwMode="ltGray">
          <a:xfrm>
            <a:off x="6288089" y="2368827"/>
            <a:ext cx="2337588" cy="3450183"/>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AC7CED1C-B7EB-E8A9-ACA9-B99DA610147E}"/>
              </a:ext>
            </a:extLst>
          </p:cNvPr>
          <p:cNvSpPr>
            <a:spLocks noGrp="1"/>
          </p:cNvSpPr>
          <p:nvPr>
            <p:ph sz="half" idx="18"/>
          </p:nvPr>
        </p:nvSpPr>
        <p:spPr bwMode="ltGray">
          <a:xfrm>
            <a:off x="9018589" y="2368827"/>
            <a:ext cx="2337588" cy="3450183"/>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87709486-0B60-C8AF-BCD0-FF89FC422B9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3745547703"/>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Impact Two Sections">
    <p:bg>
      <p:bgPr>
        <a:solidFill>
          <a:schemeClr val="accent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A1AA0E5-4B05-FA7F-735E-D8779059618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688"/>
            <a:ext cx="12192000" cy="6856622"/>
          </a:xfrm>
          <a:prstGeom prst="rect">
            <a:avLst/>
          </a:prstGeom>
        </p:spPr>
      </p:pic>
      <p:sp>
        <p:nvSpPr>
          <p:cNvPr id="4" name="Rectangle 3">
            <a:extLst>
              <a:ext uri="{FF2B5EF4-FFF2-40B4-BE49-F238E27FC236}">
                <a16:creationId xmlns:a16="http://schemas.microsoft.com/office/drawing/2014/main" id="{22C1D450-C962-468C-5275-E0003F6DA693}"/>
              </a:ext>
            </a:extLst>
          </p:cNvPr>
          <p:cNvSpPr/>
          <p:nvPr userDrawn="1"/>
        </p:nvSpPr>
        <p:spPr>
          <a:xfrm>
            <a:off x="5962353" y="467833"/>
            <a:ext cx="5525737" cy="56315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F2CF77E-FCFE-EAA7-6356-DE6C65C6992B}"/>
              </a:ext>
            </a:extLst>
          </p:cNvPr>
          <p:cNvSpPr/>
          <p:nvPr userDrawn="1"/>
        </p:nvSpPr>
        <p:spPr>
          <a:xfrm>
            <a:off x="342900" y="467833"/>
            <a:ext cx="5276553" cy="56315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526F112A-5553-CA35-0CD4-91F914AAD36D}"/>
              </a:ext>
            </a:extLst>
          </p:cNvPr>
          <p:cNvSpPr>
            <a:spLocks noGrp="1"/>
          </p:cNvSpPr>
          <p:nvPr>
            <p:ph type="title" hasCustomPrompt="1"/>
          </p:nvPr>
        </p:nvSpPr>
        <p:spPr>
          <a:xfrm>
            <a:off x="760215" y="1190948"/>
            <a:ext cx="2790466" cy="246666"/>
          </a:xfrm>
        </p:spPr>
        <p:txBody>
          <a:bodyPr anchor="t"/>
          <a:lstStyle>
            <a:lvl1pPr>
              <a:defRPr sz="1400" i="0" cap="all" spc="0" baseline="0">
                <a:solidFill>
                  <a:schemeClr val="accent4"/>
                </a:solidFill>
                <a:latin typeface="+mn-lt"/>
              </a:defRPr>
            </a:lvl1pPr>
          </a:lstStyle>
          <a:p>
            <a:r>
              <a:rPr lang="en-US"/>
              <a:t>Short, concise header</a:t>
            </a:r>
          </a:p>
        </p:txBody>
      </p:sp>
      <p:sp>
        <p:nvSpPr>
          <p:cNvPr id="15" name="Text Placeholder 9">
            <a:extLst>
              <a:ext uri="{FF2B5EF4-FFF2-40B4-BE49-F238E27FC236}">
                <a16:creationId xmlns:a16="http://schemas.microsoft.com/office/drawing/2014/main" id="{8ADC19BB-6F27-3383-7EA1-8EE8F89074B3}"/>
              </a:ext>
            </a:extLst>
          </p:cNvPr>
          <p:cNvSpPr>
            <a:spLocks noGrp="1"/>
          </p:cNvSpPr>
          <p:nvPr>
            <p:ph type="body" sz="quarter" idx="13" hasCustomPrompt="1"/>
          </p:nvPr>
        </p:nvSpPr>
        <p:spPr>
          <a:xfrm>
            <a:off x="6419666" y="1192654"/>
            <a:ext cx="2818831" cy="246666"/>
          </a:xfrm>
        </p:spPr>
        <p:txBody>
          <a:bodyPr anchor="t"/>
          <a:lstStyle>
            <a:lvl1pPr marL="0" indent="0">
              <a:buFont typeface="Arial" panose="020B0604020202020204" pitchFamily="34" charset="0"/>
              <a:buNone/>
              <a:defRPr sz="1400" b="1" cap="all" baseline="0">
                <a:solidFill>
                  <a:schemeClr val="accent4"/>
                </a:solidFill>
              </a:defRPr>
            </a:lvl1pPr>
            <a:lvl2pPr marL="0" indent="0">
              <a:buFont typeface="Arial" panose="020B0604020202020204" pitchFamily="34" charset="0"/>
              <a:buNone/>
              <a:defRPr sz="1000" b="1" cap="all" baseline="0"/>
            </a:lvl2pPr>
            <a:lvl3pPr marL="0" indent="0">
              <a:buFont typeface="Arial" panose="020B0604020202020204" pitchFamily="34" charset="0"/>
              <a:buNone/>
              <a:defRPr sz="1000" b="1" cap="all" baseline="0"/>
            </a:lvl3pPr>
            <a:lvl4pPr marL="0" indent="0">
              <a:buFont typeface="Arial" panose="020B0604020202020204" pitchFamily="34" charset="0"/>
              <a:buNone/>
              <a:defRPr sz="1000" b="1" cap="all" baseline="0"/>
            </a:lvl4pPr>
            <a:lvl5pPr marL="0" indent="0">
              <a:buFont typeface="Arial" panose="020B0604020202020204" pitchFamily="34" charset="0"/>
              <a:buNone/>
              <a:defRPr sz="1000" b="1" cap="all" baseline="0"/>
            </a:lvl5pPr>
          </a:lstStyle>
          <a:p>
            <a:pPr lvl="0"/>
            <a:r>
              <a:rPr lang="en-US"/>
              <a:t>Short, concise header</a:t>
            </a:r>
          </a:p>
        </p:txBody>
      </p:sp>
      <p:sp>
        <p:nvSpPr>
          <p:cNvPr id="16" name="Content Placeholder 16">
            <a:extLst>
              <a:ext uri="{FF2B5EF4-FFF2-40B4-BE49-F238E27FC236}">
                <a16:creationId xmlns:a16="http://schemas.microsoft.com/office/drawing/2014/main" id="{EC094D9C-5006-379F-B951-A81085FE4325}"/>
              </a:ext>
            </a:extLst>
          </p:cNvPr>
          <p:cNvSpPr>
            <a:spLocks noGrp="1"/>
          </p:cNvSpPr>
          <p:nvPr>
            <p:ph sz="quarter" idx="14" hasCustomPrompt="1"/>
          </p:nvPr>
        </p:nvSpPr>
        <p:spPr>
          <a:xfrm>
            <a:off x="755733" y="1736016"/>
            <a:ext cx="4480446" cy="3745065"/>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Use the placeholders for simple, impactful comparison statements.</a:t>
            </a:r>
          </a:p>
          <a:p>
            <a:pPr lvl="0"/>
            <a:r>
              <a:rPr lang="en-US"/>
              <a:t>Or, insert charts or tables to compare.</a:t>
            </a:r>
          </a:p>
          <a:p>
            <a:pPr lvl="0"/>
            <a:r>
              <a:rPr lang="en-US"/>
              <a:t>Lorem ipsum dolor sit amet, consectetuer adipiscing elit. </a:t>
            </a:r>
          </a:p>
          <a:p>
            <a:pPr lvl="0"/>
            <a:r>
              <a:rPr lang="en-US"/>
              <a:t>Nunc viverra imperdiet enim. Fusce est. Vivamus a </a:t>
            </a:r>
            <a:r>
              <a:rPr lang="en-US" err="1"/>
              <a:t>tellus</a:t>
            </a:r>
            <a:r>
              <a:rPr lang="en-US"/>
              <a:t>.</a:t>
            </a:r>
          </a:p>
        </p:txBody>
      </p:sp>
      <p:sp>
        <p:nvSpPr>
          <p:cNvPr id="19" name="Content Placeholder 16">
            <a:extLst>
              <a:ext uri="{FF2B5EF4-FFF2-40B4-BE49-F238E27FC236}">
                <a16:creationId xmlns:a16="http://schemas.microsoft.com/office/drawing/2014/main" id="{49094459-F510-F769-6D75-3371D2F1F908}"/>
              </a:ext>
            </a:extLst>
          </p:cNvPr>
          <p:cNvSpPr>
            <a:spLocks noGrp="1"/>
          </p:cNvSpPr>
          <p:nvPr>
            <p:ph sz="quarter" idx="15" hasCustomPrompt="1"/>
          </p:nvPr>
        </p:nvSpPr>
        <p:spPr>
          <a:xfrm>
            <a:off x="6412432" y="1736016"/>
            <a:ext cx="4480446" cy="3745065"/>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Font typeface="Arial" panose="020B0604020202020204" pitchFamily="34" charset="0"/>
              <a:buNone/>
              <a:defRPr sz="1800" b="0" cap="none" baseline="0">
                <a:solidFill>
                  <a:schemeClr val="accent2"/>
                </a:solidFill>
              </a:defRPr>
            </a:lvl2pPr>
            <a:lvl3pPr marL="0" indent="0">
              <a:spcBef>
                <a:spcPts val="2400"/>
              </a:spcBef>
              <a:buFont typeface="Arial" panose="020B0604020202020204" pitchFamily="34" charset="0"/>
              <a:buNone/>
              <a:defRPr sz="1800" b="0" cap="none" baseline="0">
                <a:solidFill>
                  <a:schemeClr val="accent2"/>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Use the placeholders for simple, impactful comparison statements.</a:t>
            </a:r>
          </a:p>
          <a:p>
            <a:pPr lvl="0"/>
            <a:r>
              <a:rPr lang="en-US"/>
              <a:t>Or, insert charts or tables to compare.</a:t>
            </a:r>
          </a:p>
          <a:p>
            <a:pPr lvl="0"/>
            <a:r>
              <a:rPr lang="en-US"/>
              <a:t>Lorem ipsum dolor sit amet, consectetuer adipiscing elit. </a:t>
            </a:r>
          </a:p>
          <a:p>
            <a:pPr lvl="0"/>
            <a:r>
              <a:rPr lang="en-US"/>
              <a:t>Nunc viverra imperdiet enim. Fusce est. Vivamus a </a:t>
            </a:r>
            <a:r>
              <a:rPr lang="en-US" err="1"/>
              <a:t>tellus</a:t>
            </a:r>
            <a:r>
              <a:rPr lang="en-US"/>
              <a:t>.</a:t>
            </a:r>
          </a:p>
        </p:txBody>
      </p:sp>
      <p:sp>
        <p:nvSpPr>
          <p:cNvPr id="20" name="Date Placeholder 2">
            <a:extLst>
              <a:ext uri="{FF2B5EF4-FFF2-40B4-BE49-F238E27FC236}">
                <a16:creationId xmlns:a16="http://schemas.microsoft.com/office/drawing/2014/main" id="{A0B4D60E-4B1F-F850-AF4A-DC43DF0AA2CB}"/>
              </a:ext>
            </a:extLst>
          </p:cNvPr>
          <p:cNvSpPr>
            <a:spLocks noGrp="1"/>
          </p:cNvSpPr>
          <p:nvPr>
            <p:ph type="dt" sz="half" idx="16"/>
          </p:nvPr>
        </p:nvSpPr>
        <p:spPr>
          <a:xfrm>
            <a:off x="10602762" y="6382494"/>
            <a:ext cx="692767" cy="365125"/>
          </a:xfrm>
        </p:spPr>
        <p:txBody>
          <a:bodyPr/>
          <a:lstStyle/>
          <a:p>
            <a:fld id="{B7EB65F7-02F7-4C03-9B5E-0F72A9F540CE}" type="datetime1">
              <a:rPr lang="en-US" smtClean="0"/>
              <a:t>3/17/25</a:t>
            </a:fld>
            <a:endParaRPr lang="en-US"/>
          </a:p>
        </p:txBody>
      </p:sp>
      <p:sp>
        <p:nvSpPr>
          <p:cNvPr id="21" name="Footer Placeholder 3">
            <a:extLst>
              <a:ext uri="{FF2B5EF4-FFF2-40B4-BE49-F238E27FC236}">
                <a16:creationId xmlns:a16="http://schemas.microsoft.com/office/drawing/2014/main" id="{4A25224F-1FEC-88A8-76AB-6EF46397212F}"/>
              </a:ext>
            </a:extLst>
          </p:cNvPr>
          <p:cNvSpPr>
            <a:spLocks noGrp="1"/>
          </p:cNvSpPr>
          <p:nvPr>
            <p:ph type="ftr" sz="quarter" idx="17"/>
          </p:nvPr>
        </p:nvSpPr>
        <p:spPr>
          <a:xfrm>
            <a:off x="342900" y="6394105"/>
            <a:ext cx="10259861" cy="365125"/>
          </a:xfrm>
        </p:spPr>
        <p:txBody>
          <a:bodyPr/>
          <a:lstStyle/>
          <a:p>
            <a:endParaRPr lang="en-US"/>
          </a:p>
        </p:txBody>
      </p:sp>
      <p:sp>
        <p:nvSpPr>
          <p:cNvPr id="22" name="Slide Number Placeholder 4">
            <a:extLst>
              <a:ext uri="{FF2B5EF4-FFF2-40B4-BE49-F238E27FC236}">
                <a16:creationId xmlns:a16="http://schemas.microsoft.com/office/drawing/2014/main" id="{16CCCA85-A2C7-AB4C-5AD9-90152F48607C}"/>
              </a:ext>
            </a:extLst>
          </p:cNvPr>
          <p:cNvSpPr>
            <a:spLocks noGrp="1"/>
          </p:cNvSpPr>
          <p:nvPr>
            <p:ph type="sldNum" sz="quarter" idx="18"/>
          </p:nvPr>
        </p:nvSpPr>
        <p:spPr>
          <a:xfrm>
            <a:off x="11674225" y="5477347"/>
            <a:ext cx="305503" cy="306298"/>
          </a:xfrm>
          <a:ln>
            <a:solidFill>
              <a:schemeClr val="tx1"/>
            </a:solidFill>
          </a:ln>
        </p:spPr>
        <p:txBody>
          <a:bodyPr/>
          <a:lstStyle>
            <a:lvl1pPr>
              <a:defRPr>
                <a:solidFill>
                  <a:schemeClr val="tx1"/>
                </a:solidFill>
              </a:defRPr>
            </a:lvl1pPr>
          </a:lstStyle>
          <a:p>
            <a:fld id="{545951DD-1C6A-495F-8185-4C73F8F8B75A}" type="slidenum">
              <a:rPr lang="en-US" smtClean="0"/>
              <a:pPr/>
              <a:t>‹#›</a:t>
            </a:fld>
            <a:endParaRPr lang="en-US"/>
          </a:p>
        </p:txBody>
      </p:sp>
      <p:pic>
        <p:nvPicPr>
          <p:cNvPr id="23" name="Graphic 22">
            <a:extLst>
              <a:ext uri="{FF2B5EF4-FFF2-40B4-BE49-F238E27FC236}">
                <a16:creationId xmlns:a16="http://schemas.microsoft.com/office/drawing/2014/main" id="{DC224602-6CA3-5194-15F9-A9502DF281C9}"/>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pic>
        <p:nvPicPr>
          <p:cNvPr id="2" name="Graphic 1">
            <a:extLst>
              <a:ext uri="{FF2B5EF4-FFF2-40B4-BE49-F238E27FC236}">
                <a16:creationId xmlns:a16="http://schemas.microsoft.com/office/drawing/2014/main" id="{808FC5F8-8D51-4901-7B45-922F014AAE16}"/>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09582" y="972913"/>
            <a:ext cx="593744" cy="99635"/>
          </a:xfrm>
          <a:prstGeom prst="rect">
            <a:avLst/>
          </a:prstGeom>
        </p:spPr>
      </p:pic>
      <p:pic>
        <p:nvPicPr>
          <p:cNvPr id="3" name="Graphic 2">
            <a:extLst>
              <a:ext uri="{FF2B5EF4-FFF2-40B4-BE49-F238E27FC236}">
                <a16:creationId xmlns:a16="http://schemas.microsoft.com/office/drawing/2014/main" id="{84433B89-B29C-1E07-8C25-ED2219B66216}"/>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55733" y="967767"/>
            <a:ext cx="593744" cy="99635"/>
          </a:xfrm>
          <a:prstGeom prst="rect">
            <a:avLst/>
          </a:prstGeom>
        </p:spPr>
      </p:pic>
    </p:spTree>
    <p:extLst>
      <p:ext uri="{BB962C8B-B14F-4D97-AF65-F5344CB8AC3E}">
        <p14:creationId xmlns:p14="http://schemas.microsoft.com/office/powerpoint/2010/main" val="418539107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Impact Three Sections">
    <p:bg>
      <p:bgPr>
        <a:solidFill>
          <a:schemeClr val="accent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7BF4B073-82F6-9846-2580-3A768D4552C7}"/>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0" y="688"/>
            <a:ext cx="12192000" cy="6856622"/>
          </a:xfrm>
          <a:prstGeom prst="rect">
            <a:avLst/>
          </a:prstGeom>
        </p:spPr>
      </p:pic>
      <p:sp>
        <p:nvSpPr>
          <p:cNvPr id="4" name="Rectangle 3">
            <a:extLst>
              <a:ext uri="{FF2B5EF4-FFF2-40B4-BE49-F238E27FC236}">
                <a16:creationId xmlns:a16="http://schemas.microsoft.com/office/drawing/2014/main" id="{5690BCE0-2053-0E84-0396-859BC85ED2EE}"/>
              </a:ext>
            </a:extLst>
          </p:cNvPr>
          <p:cNvSpPr/>
          <p:nvPr userDrawn="1"/>
        </p:nvSpPr>
        <p:spPr>
          <a:xfrm>
            <a:off x="4084092" y="766483"/>
            <a:ext cx="4091313" cy="490416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4EC5297-5A3F-6048-C397-E6A2C4972944}"/>
              </a:ext>
            </a:extLst>
          </p:cNvPr>
          <p:cNvSpPr/>
          <p:nvPr userDrawn="1"/>
        </p:nvSpPr>
        <p:spPr>
          <a:xfrm>
            <a:off x="8556686" y="766482"/>
            <a:ext cx="3635313" cy="490416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25415D0-161D-2FA9-814E-1717D8B3054C}"/>
              </a:ext>
            </a:extLst>
          </p:cNvPr>
          <p:cNvSpPr/>
          <p:nvPr userDrawn="1">
            <p:custDataLst>
              <p:tags r:id="rId1"/>
            </p:custDataLst>
          </p:nvPr>
        </p:nvSpPr>
        <p:spPr bwMode="invGray">
          <a:xfrm>
            <a:off x="1" y="731520"/>
            <a:ext cx="3805518" cy="490416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3E4D3933-A2DC-65E5-07DE-FFECE6A23A4B}"/>
              </a:ext>
            </a:extLst>
          </p:cNvPr>
          <p:cNvSpPr>
            <a:spLocks noGrp="1"/>
          </p:cNvSpPr>
          <p:nvPr>
            <p:ph type="title" hasCustomPrompt="1"/>
          </p:nvPr>
        </p:nvSpPr>
        <p:spPr bwMode="white">
          <a:xfrm>
            <a:off x="486780" y="2368730"/>
            <a:ext cx="2790466" cy="148530"/>
          </a:xfrm>
        </p:spPr>
        <p:txBody>
          <a:bodyPr anchor="t"/>
          <a:lstStyle>
            <a:lvl1pPr>
              <a:defRPr sz="1050" i="0" cap="none" spc="0" baseline="0">
                <a:solidFill>
                  <a:schemeClr val="accent4"/>
                </a:solidFill>
                <a:latin typeface="+mn-lt"/>
              </a:defRPr>
            </a:lvl1pPr>
          </a:lstStyle>
          <a:p>
            <a:r>
              <a:rPr lang="en-US"/>
              <a:t>Short, concise header</a:t>
            </a:r>
          </a:p>
        </p:txBody>
      </p:sp>
      <p:sp>
        <p:nvSpPr>
          <p:cNvPr id="10" name="Content Placeholder 16">
            <a:extLst>
              <a:ext uri="{FF2B5EF4-FFF2-40B4-BE49-F238E27FC236}">
                <a16:creationId xmlns:a16="http://schemas.microsoft.com/office/drawing/2014/main" id="{7E4FB2E3-95AB-A1B0-B523-643CEC7B4207}"/>
              </a:ext>
            </a:extLst>
          </p:cNvPr>
          <p:cNvSpPr>
            <a:spLocks noGrp="1"/>
          </p:cNvSpPr>
          <p:nvPr>
            <p:ph sz="quarter" idx="14" hasCustomPrompt="1"/>
          </p:nvPr>
        </p:nvSpPr>
        <p:spPr bwMode="white">
          <a:xfrm>
            <a:off x="482297" y="2879157"/>
            <a:ext cx="2818831" cy="1240351"/>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Use the placeholders to showcase categories with detail or data highlights</a:t>
            </a:r>
          </a:p>
        </p:txBody>
      </p:sp>
      <p:sp>
        <p:nvSpPr>
          <p:cNvPr id="11" name="Content Placeholder 16">
            <a:extLst>
              <a:ext uri="{FF2B5EF4-FFF2-40B4-BE49-F238E27FC236}">
                <a16:creationId xmlns:a16="http://schemas.microsoft.com/office/drawing/2014/main" id="{A1999C88-0FD2-2DA7-98FC-75C8C22A806E}"/>
              </a:ext>
            </a:extLst>
          </p:cNvPr>
          <p:cNvSpPr>
            <a:spLocks noGrp="1"/>
          </p:cNvSpPr>
          <p:nvPr>
            <p:ph sz="quarter" idx="16" hasCustomPrompt="1"/>
          </p:nvPr>
        </p:nvSpPr>
        <p:spPr>
          <a:xfrm>
            <a:off x="8886389" y="2879157"/>
            <a:ext cx="2818831" cy="1240351"/>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Use the placeholders to showcase categories with detail or data highlights</a:t>
            </a:r>
          </a:p>
        </p:txBody>
      </p:sp>
      <p:sp>
        <p:nvSpPr>
          <p:cNvPr id="14" name="Text Placeholder 9">
            <a:extLst>
              <a:ext uri="{FF2B5EF4-FFF2-40B4-BE49-F238E27FC236}">
                <a16:creationId xmlns:a16="http://schemas.microsoft.com/office/drawing/2014/main" id="{3B141689-E4C4-091F-EEF6-97A9BB7D9D96}"/>
              </a:ext>
            </a:extLst>
          </p:cNvPr>
          <p:cNvSpPr>
            <a:spLocks noGrp="1"/>
          </p:cNvSpPr>
          <p:nvPr>
            <p:ph type="body" sz="quarter" idx="17" hasCustomPrompt="1"/>
          </p:nvPr>
        </p:nvSpPr>
        <p:spPr>
          <a:xfrm>
            <a:off x="8890823" y="2368730"/>
            <a:ext cx="2818831" cy="134746"/>
          </a:xfrm>
        </p:spPr>
        <p:txBody>
          <a:bodyPr anchor="t"/>
          <a:lstStyle>
            <a:lvl1pPr marL="0" indent="0">
              <a:buFont typeface="Arial" panose="020B0604020202020204" pitchFamily="34" charset="0"/>
              <a:buNone/>
              <a:defRPr sz="1050" b="1" cap="none" baseline="0">
                <a:solidFill>
                  <a:schemeClr val="accent4"/>
                </a:solidFill>
              </a:defRPr>
            </a:lvl1pPr>
            <a:lvl2pPr marL="0" indent="0">
              <a:buFont typeface="Arial" panose="020B0604020202020204" pitchFamily="34" charset="0"/>
              <a:buNone/>
              <a:defRPr sz="1000" b="1" cap="all" baseline="0"/>
            </a:lvl2pPr>
            <a:lvl3pPr marL="0" indent="0">
              <a:buFont typeface="Arial" panose="020B0604020202020204" pitchFamily="34" charset="0"/>
              <a:buNone/>
              <a:defRPr sz="1000" b="1" cap="all" baseline="0"/>
            </a:lvl3pPr>
            <a:lvl4pPr marL="0" indent="0">
              <a:buFont typeface="Arial" panose="020B0604020202020204" pitchFamily="34" charset="0"/>
              <a:buNone/>
              <a:defRPr sz="1000" b="1" cap="all" baseline="0"/>
            </a:lvl4pPr>
            <a:lvl5pPr marL="0" indent="0">
              <a:buFont typeface="Arial" panose="020B0604020202020204" pitchFamily="34" charset="0"/>
              <a:buNone/>
              <a:defRPr sz="1000" b="1" cap="all" baseline="0"/>
            </a:lvl5pPr>
          </a:lstStyle>
          <a:p>
            <a:pPr lvl="0"/>
            <a:r>
              <a:rPr lang="en-US"/>
              <a:t>Short, concise header</a:t>
            </a:r>
          </a:p>
        </p:txBody>
      </p:sp>
      <p:sp>
        <p:nvSpPr>
          <p:cNvPr id="15" name="Content Placeholder 16">
            <a:extLst>
              <a:ext uri="{FF2B5EF4-FFF2-40B4-BE49-F238E27FC236}">
                <a16:creationId xmlns:a16="http://schemas.microsoft.com/office/drawing/2014/main" id="{C1897D9F-251D-9A0C-D34A-2A31EE356A72}"/>
              </a:ext>
            </a:extLst>
          </p:cNvPr>
          <p:cNvSpPr>
            <a:spLocks noGrp="1"/>
          </p:cNvSpPr>
          <p:nvPr>
            <p:ph sz="quarter" idx="18" hasCustomPrompt="1"/>
          </p:nvPr>
        </p:nvSpPr>
        <p:spPr bwMode="white">
          <a:xfrm>
            <a:off x="482297" y="1622308"/>
            <a:ext cx="2818831" cy="723508"/>
          </a:xfrm>
        </p:spPr>
        <p:txBody>
          <a:bodyPr anchor="b"/>
          <a:lstStyle>
            <a:lvl1pPr marL="0" indent="0">
              <a:spcBef>
                <a:spcPts val="2400"/>
              </a:spcBef>
              <a:buClr>
                <a:schemeClr val="bg1"/>
              </a:buClr>
              <a:buFont typeface="Arial" panose="020B0604020202020204" pitchFamily="34" charset="0"/>
              <a:buNone/>
              <a:defRPr sz="4400" b="1" cap="none" baseline="0">
                <a:solidFill>
                  <a:schemeClr val="accent4"/>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XX%</a:t>
            </a:r>
          </a:p>
        </p:txBody>
      </p:sp>
      <p:sp>
        <p:nvSpPr>
          <p:cNvPr id="16" name="Content Placeholder 16">
            <a:extLst>
              <a:ext uri="{FF2B5EF4-FFF2-40B4-BE49-F238E27FC236}">
                <a16:creationId xmlns:a16="http://schemas.microsoft.com/office/drawing/2014/main" id="{567144DA-2001-7BA5-928A-781A7F44769F}"/>
              </a:ext>
            </a:extLst>
          </p:cNvPr>
          <p:cNvSpPr>
            <a:spLocks noGrp="1"/>
          </p:cNvSpPr>
          <p:nvPr>
            <p:ph sz="quarter" idx="20" hasCustomPrompt="1"/>
          </p:nvPr>
        </p:nvSpPr>
        <p:spPr>
          <a:xfrm>
            <a:off x="8886389" y="1622308"/>
            <a:ext cx="2818831" cy="723508"/>
          </a:xfrm>
        </p:spPr>
        <p:txBody>
          <a:bodyPr anchor="b"/>
          <a:lstStyle>
            <a:lvl1pPr marL="0" indent="0">
              <a:spcBef>
                <a:spcPts val="2400"/>
              </a:spcBef>
              <a:buClr>
                <a:schemeClr val="bg1"/>
              </a:buClr>
              <a:buFont typeface="Arial" panose="020B0604020202020204" pitchFamily="34" charset="0"/>
              <a:buNone/>
              <a:defRPr sz="4400" b="1" cap="none" baseline="0">
                <a:solidFill>
                  <a:schemeClr val="accent4"/>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XX%</a:t>
            </a:r>
          </a:p>
        </p:txBody>
      </p:sp>
      <p:sp>
        <p:nvSpPr>
          <p:cNvPr id="18" name="Content Placeholder 16">
            <a:extLst>
              <a:ext uri="{FF2B5EF4-FFF2-40B4-BE49-F238E27FC236}">
                <a16:creationId xmlns:a16="http://schemas.microsoft.com/office/drawing/2014/main" id="{5E099429-CA9C-9564-951D-A8258146046F}"/>
              </a:ext>
            </a:extLst>
          </p:cNvPr>
          <p:cNvSpPr>
            <a:spLocks noGrp="1"/>
          </p:cNvSpPr>
          <p:nvPr>
            <p:ph sz="quarter" idx="15" hasCustomPrompt="1"/>
          </p:nvPr>
        </p:nvSpPr>
        <p:spPr>
          <a:xfrm>
            <a:off x="4634361" y="2879157"/>
            <a:ext cx="2818831" cy="1240351"/>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Use the placeholders to showcase categories with detail or data highlights</a:t>
            </a:r>
          </a:p>
        </p:txBody>
      </p:sp>
      <p:sp>
        <p:nvSpPr>
          <p:cNvPr id="19" name="Text Placeholder 9">
            <a:extLst>
              <a:ext uri="{FF2B5EF4-FFF2-40B4-BE49-F238E27FC236}">
                <a16:creationId xmlns:a16="http://schemas.microsoft.com/office/drawing/2014/main" id="{BD3813D0-CBB6-2C2A-EF51-4FF2470953CF}"/>
              </a:ext>
            </a:extLst>
          </p:cNvPr>
          <p:cNvSpPr>
            <a:spLocks noGrp="1"/>
          </p:cNvSpPr>
          <p:nvPr>
            <p:ph type="body" sz="quarter" idx="13" hasCustomPrompt="1"/>
          </p:nvPr>
        </p:nvSpPr>
        <p:spPr>
          <a:xfrm>
            <a:off x="4634361" y="2368730"/>
            <a:ext cx="1989493" cy="134746"/>
          </a:xfrm>
        </p:spPr>
        <p:txBody>
          <a:bodyPr anchor="t"/>
          <a:lstStyle>
            <a:lvl1pPr marL="0" indent="0">
              <a:buFont typeface="Arial" panose="020B0604020202020204" pitchFamily="34" charset="0"/>
              <a:buNone/>
              <a:defRPr sz="1050" b="1" cap="none" baseline="0">
                <a:solidFill>
                  <a:schemeClr val="accent4"/>
                </a:solidFill>
              </a:defRPr>
            </a:lvl1pPr>
            <a:lvl2pPr marL="0" indent="0">
              <a:buFont typeface="Arial" panose="020B0604020202020204" pitchFamily="34" charset="0"/>
              <a:buNone/>
              <a:defRPr sz="1000" b="1" cap="all" baseline="0"/>
            </a:lvl2pPr>
            <a:lvl3pPr marL="0" indent="0">
              <a:buFont typeface="Arial" panose="020B0604020202020204" pitchFamily="34" charset="0"/>
              <a:buNone/>
              <a:defRPr sz="1000" b="1" cap="all" baseline="0"/>
            </a:lvl3pPr>
            <a:lvl4pPr marL="0" indent="0">
              <a:buFont typeface="Arial" panose="020B0604020202020204" pitchFamily="34" charset="0"/>
              <a:buNone/>
              <a:defRPr sz="1000" b="1" cap="all" baseline="0"/>
            </a:lvl4pPr>
            <a:lvl5pPr marL="0" indent="0">
              <a:buFont typeface="Arial" panose="020B0604020202020204" pitchFamily="34" charset="0"/>
              <a:buNone/>
              <a:defRPr sz="1000" b="1" cap="all" baseline="0"/>
            </a:lvl5pPr>
          </a:lstStyle>
          <a:p>
            <a:pPr lvl="0"/>
            <a:r>
              <a:rPr lang="en-US"/>
              <a:t>Short, concise header</a:t>
            </a:r>
          </a:p>
        </p:txBody>
      </p:sp>
      <p:sp>
        <p:nvSpPr>
          <p:cNvPr id="20" name="Content Placeholder 16">
            <a:extLst>
              <a:ext uri="{FF2B5EF4-FFF2-40B4-BE49-F238E27FC236}">
                <a16:creationId xmlns:a16="http://schemas.microsoft.com/office/drawing/2014/main" id="{4B8A1698-5E5D-E16C-4E96-C57892E0C837}"/>
              </a:ext>
            </a:extLst>
          </p:cNvPr>
          <p:cNvSpPr>
            <a:spLocks noGrp="1"/>
          </p:cNvSpPr>
          <p:nvPr>
            <p:ph sz="quarter" idx="19" hasCustomPrompt="1"/>
          </p:nvPr>
        </p:nvSpPr>
        <p:spPr>
          <a:xfrm>
            <a:off x="4634361" y="1622308"/>
            <a:ext cx="1989493" cy="723508"/>
          </a:xfrm>
        </p:spPr>
        <p:txBody>
          <a:bodyPr anchor="b"/>
          <a:lstStyle>
            <a:lvl1pPr marL="0" indent="0">
              <a:spcBef>
                <a:spcPts val="2400"/>
              </a:spcBef>
              <a:buClr>
                <a:schemeClr val="bg1"/>
              </a:buClr>
              <a:buFont typeface="Arial" panose="020B0604020202020204" pitchFamily="34" charset="0"/>
              <a:buNone/>
              <a:defRPr sz="4400" b="1" cap="none" baseline="0">
                <a:solidFill>
                  <a:schemeClr val="accent4"/>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XX%</a:t>
            </a:r>
          </a:p>
        </p:txBody>
      </p:sp>
      <p:pic>
        <p:nvPicPr>
          <p:cNvPr id="6" name="Graphic 5">
            <a:extLst>
              <a:ext uri="{FF2B5EF4-FFF2-40B4-BE49-F238E27FC236}">
                <a16:creationId xmlns:a16="http://schemas.microsoft.com/office/drawing/2014/main" id="{8B59AEC0-8228-7DF9-5E61-BD725271F385}"/>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34361" y="1522673"/>
            <a:ext cx="593744" cy="99635"/>
          </a:xfrm>
          <a:prstGeom prst="rect">
            <a:avLst/>
          </a:prstGeom>
        </p:spPr>
      </p:pic>
      <p:pic>
        <p:nvPicPr>
          <p:cNvPr id="7" name="Graphic 6">
            <a:extLst>
              <a:ext uri="{FF2B5EF4-FFF2-40B4-BE49-F238E27FC236}">
                <a16:creationId xmlns:a16="http://schemas.microsoft.com/office/drawing/2014/main" id="{2C80CFBF-73AD-8255-D1AC-52766D8A646D}"/>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82296" y="1522673"/>
            <a:ext cx="593744" cy="99635"/>
          </a:xfrm>
          <a:prstGeom prst="rect">
            <a:avLst/>
          </a:prstGeom>
        </p:spPr>
      </p:pic>
      <p:pic>
        <p:nvPicPr>
          <p:cNvPr id="12" name="Graphic 11">
            <a:extLst>
              <a:ext uri="{FF2B5EF4-FFF2-40B4-BE49-F238E27FC236}">
                <a16:creationId xmlns:a16="http://schemas.microsoft.com/office/drawing/2014/main" id="{8B9C8103-F420-2DA7-A7FD-50BDB4D34A46}"/>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854764" y="1522673"/>
            <a:ext cx="593744" cy="99635"/>
          </a:xfrm>
          <a:prstGeom prst="rect">
            <a:avLst/>
          </a:prstGeom>
        </p:spPr>
      </p:pic>
      <p:pic>
        <p:nvPicPr>
          <p:cNvPr id="2" name="Graphic 1">
            <a:extLst>
              <a:ext uri="{FF2B5EF4-FFF2-40B4-BE49-F238E27FC236}">
                <a16:creationId xmlns:a16="http://schemas.microsoft.com/office/drawing/2014/main" id="{EA282987-FC0C-CA4B-839D-C69001DF55A0}"/>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16200000">
            <a:off x="11384223" y="6170966"/>
            <a:ext cx="911645" cy="241661"/>
          </a:xfrm>
          <a:prstGeom prst="rect">
            <a:avLst/>
          </a:prstGeom>
        </p:spPr>
      </p:pic>
      <p:sp>
        <p:nvSpPr>
          <p:cNvPr id="3" name="Date Placeholder 2">
            <a:extLst>
              <a:ext uri="{FF2B5EF4-FFF2-40B4-BE49-F238E27FC236}">
                <a16:creationId xmlns:a16="http://schemas.microsoft.com/office/drawing/2014/main" id="{7D7FC531-4073-82FA-8B1C-5731114F1D4A}"/>
              </a:ext>
            </a:extLst>
          </p:cNvPr>
          <p:cNvSpPr>
            <a:spLocks noGrp="1"/>
          </p:cNvSpPr>
          <p:nvPr>
            <p:ph type="dt" sz="half" idx="21"/>
          </p:nvPr>
        </p:nvSpPr>
        <p:spPr/>
        <p:txBody>
          <a:bodyPr/>
          <a:lstStyle/>
          <a:p>
            <a:fld id="{B7EB65F7-02F7-4C03-9B5E-0F72A9F540CE}" type="datetime1">
              <a:rPr lang="en-US" smtClean="0"/>
              <a:pPr/>
              <a:t>3/17/25</a:t>
            </a:fld>
            <a:endParaRPr lang="en-US"/>
          </a:p>
        </p:txBody>
      </p:sp>
      <p:sp>
        <p:nvSpPr>
          <p:cNvPr id="17" name="Footer Placeholder 16">
            <a:extLst>
              <a:ext uri="{FF2B5EF4-FFF2-40B4-BE49-F238E27FC236}">
                <a16:creationId xmlns:a16="http://schemas.microsoft.com/office/drawing/2014/main" id="{23FE9CC2-650C-9517-5E65-904F5FF49E7E}"/>
              </a:ext>
            </a:extLst>
          </p:cNvPr>
          <p:cNvSpPr>
            <a:spLocks noGrp="1"/>
          </p:cNvSpPr>
          <p:nvPr>
            <p:ph type="ftr" sz="quarter" idx="22"/>
          </p:nvPr>
        </p:nvSpPr>
        <p:spPr/>
        <p:txBody>
          <a:bodyPr/>
          <a:lstStyle/>
          <a:p>
            <a:endParaRPr lang="en-US"/>
          </a:p>
        </p:txBody>
      </p:sp>
      <p:sp>
        <p:nvSpPr>
          <p:cNvPr id="21" name="Slide Number Placeholder 20">
            <a:extLst>
              <a:ext uri="{FF2B5EF4-FFF2-40B4-BE49-F238E27FC236}">
                <a16:creationId xmlns:a16="http://schemas.microsoft.com/office/drawing/2014/main" id="{0A39336A-5BD8-FB3A-1320-FA37A87BC0F6}"/>
              </a:ext>
            </a:extLst>
          </p:cNvPr>
          <p:cNvSpPr>
            <a:spLocks noGrp="1"/>
          </p:cNvSpPr>
          <p:nvPr>
            <p:ph type="sldNum" sz="quarter" idx="23"/>
          </p:nvPr>
        </p:nvSpPr>
        <p:spPr/>
        <p:txBody>
          <a:bodyPr/>
          <a:lstStyle/>
          <a:p>
            <a:fld id="{545951DD-1C6A-495F-8185-4C73F8F8B75A}" type="slidenum">
              <a:rPr lang="en-US" smtClean="0"/>
              <a:pPr/>
              <a:t>‹#›</a:t>
            </a:fld>
            <a:endParaRPr lang="en-US"/>
          </a:p>
        </p:txBody>
      </p:sp>
    </p:spTree>
    <p:extLst>
      <p:ext uri="{BB962C8B-B14F-4D97-AF65-F5344CB8AC3E}">
        <p14:creationId xmlns:p14="http://schemas.microsoft.com/office/powerpoint/2010/main" val="18147152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F5946-6C9B-4EA4-AE93-A7B01A157C5B}"/>
              </a:ext>
            </a:extLst>
          </p:cNvPr>
          <p:cNvSpPr>
            <a:spLocks noGrp="1"/>
          </p:cNvSpPr>
          <p:nvPr userDrawn="1">
            <p:ph type="title" hasCustomPrompt="1"/>
          </p:nvPr>
        </p:nvSpPr>
        <p:spPr>
          <a:xfrm>
            <a:off x="797174" y="970772"/>
            <a:ext cx="4453150" cy="1600200"/>
          </a:xfrm>
        </p:spPr>
        <p:txBody>
          <a:bodyPr anchor="b"/>
          <a:lstStyle>
            <a:lvl1pPr>
              <a:defRPr sz="4400">
                <a:solidFill>
                  <a:schemeClr val="tx1">
                    <a:lumMod val="95000"/>
                  </a:schemeClr>
                </a:solidFill>
              </a:defRPr>
            </a:lvl1pPr>
          </a:lstStyle>
          <a:p>
            <a:r>
              <a:rPr lang="en-US"/>
              <a:t>Content with Caption Layout</a:t>
            </a:r>
          </a:p>
        </p:txBody>
      </p:sp>
      <p:sp>
        <p:nvSpPr>
          <p:cNvPr id="3" name="Content Placeholder 2">
            <a:extLst>
              <a:ext uri="{FF2B5EF4-FFF2-40B4-BE49-F238E27FC236}">
                <a16:creationId xmlns:a16="http://schemas.microsoft.com/office/drawing/2014/main" id="{CF4F0041-77FC-4BF9-8586-A5C2EFFCCE9D}"/>
              </a:ext>
            </a:extLst>
          </p:cNvPr>
          <p:cNvSpPr>
            <a:spLocks noGrp="1"/>
          </p:cNvSpPr>
          <p:nvPr userDrawn="1">
            <p:ph idx="1"/>
          </p:nvPr>
        </p:nvSpPr>
        <p:spPr>
          <a:xfrm>
            <a:off x="797174" y="2836406"/>
            <a:ext cx="4627160" cy="2726857"/>
          </a:xfrm>
        </p:spPr>
        <p:txBody>
          <a:bodyPr/>
          <a:lstStyle>
            <a:lvl1pPr>
              <a:buClr>
                <a:schemeClr val="accent4"/>
              </a:buClr>
              <a:defRPr sz="1600"/>
            </a:lvl1pPr>
            <a:lvl2pPr>
              <a:spcBef>
                <a:spcPts val="500"/>
              </a:spcBef>
              <a:defRPr sz="1200"/>
            </a:lvl2pPr>
            <a:lvl3pPr>
              <a:defRPr sz="1100"/>
            </a:lvl3pPr>
            <a:lvl4pPr>
              <a:defRPr sz="1000"/>
            </a:lvl4pPr>
            <a:lvl5pPr>
              <a:defRPr sz="9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AFDB54C-1858-4207-918E-D18252F0AFB1}"/>
              </a:ext>
            </a:extLst>
          </p:cNvPr>
          <p:cNvSpPr>
            <a:spLocks noGrp="1"/>
          </p:cNvSpPr>
          <p:nvPr userDrawn="1">
            <p:ph type="body" sz="half" idx="2" hasCustomPrompt="1"/>
          </p:nvPr>
        </p:nvSpPr>
        <p:spPr>
          <a:xfrm>
            <a:off x="6221508" y="1503127"/>
            <a:ext cx="4941708" cy="3215568"/>
          </a:xfrm>
        </p:spPr>
        <p:txBody>
          <a:bodyPr anchor="ctr"/>
          <a:lstStyle>
            <a:lvl1pPr marL="0" indent="0" algn="ctr">
              <a:lnSpc>
                <a:spcPct val="100000"/>
              </a:lnSpc>
              <a:buNone/>
              <a:defRPr sz="3600" cap="none" spc="0" baseline="0">
                <a:solidFill>
                  <a:schemeClr val="accent4"/>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A punchy callout</a:t>
            </a:r>
            <a:br>
              <a:rPr lang="en-US"/>
            </a:br>
            <a:r>
              <a:rPr lang="en-US"/>
              <a:t>here to add visual impact. </a:t>
            </a:r>
          </a:p>
        </p:txBody>
      </p:sp>
      <p:sp>
        <p:nvSpPr>
          <p:cNvPr id="5" name="Date Placeholder 4">
            <a:extLst>
              <a:ext uri="{FF2B5EF4-FFF2-40B4-BE49-F238E27FC236}">
                <a16:creationId xmlns:a16="http://schemas.microsoft.com/office/drawing/2014/main" id="{5E238970-FAD6-429C-AC16-C5086F6EFA3F}"/>
              </a:ext>
            </a:extLst>
          </p:cNvPr>
          <p:cNvSpPr>
            <a:spLocks noGrp="1"/>
          </p:cNvSpPr>
          <p:nvPr userDrawn="1">
            <p:ph type="dt" sz="half" idx="10"/>
          </p:nvPr>
        </p:nvSpPr>
        <p:spPr/>
        <p:txBody>
          <a:bodyPr/>
          <a:lstStyle/>
          <a:p>
            <a:fld id="{141626D5-1C9F-41BC-98D1-440026FFA664}" type="datetime1">
              <a:rPr lang="en-US" smtClean="0"/>
              <a:t>3/17/25</a:t>
            </a:fld>
            <a:endParaRPr lang="en-US"/>
          </a:p>
        </p:txBody>
      </p:sp>
      <p:sp>
        <p:nvSpPr>
          <p:cNvPr id="6" name="Footer Placeholder 5">
            <a:extLst>
              <a:ext uri="{FF2B5EF4-FFF2-40B4-BE49-F238E27FC236}">
                <a16:creationId xmlns:a16="http://schemas.microsoft.com/office/drawing/2014/main" id="{D3837E6D-BA60-432D-8761-85066714E07C}"/>
              </a:ext>
            </a:extLst>
          </p:cNvPr>
          <p:cNvSpPr>
            <a:spLocks noGrp="1"/>
          </p:cNvSpPr>
          <p:nvPr userDrawn="1">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C796D2-2224-4806-B254-DD2EDFC38195}"/>
              </a:ext>
            </a:extLst>
          </p:cNvPr>
          <p:cNvSpPr>
            <a:spLocks noGrp="1"/>
          </p:cNvSpPr>
          <p:nvPr userDrawn="1">
            <p:ph type="sldNum" sz="quarter" idx="12"/>
          </p:nvPr>
        </p:nvSpPr>
        <p:spPr/>
        <p:txBody>
          <a:bodyPr/>
          <a:lstStyle/>
          <a:p>
            <a:fld id="{545951DD-1C6A-495F-8185-4C73F8F8B75A}" type="slidenum">
              <a:rPr lang="en-US" smtClean="0"/>
              <a:t>‹#›</a:t>
            </a:fld>
            <a:endParaRPr lang="en-US"/>
          </a:p>
        </p:txBody>
      </p:sp>
      <p:sp>
        <p:nvSpPr>
          <p:cNvPr id="18" name="Freeform: Shape 17">
            <a:extLst>
              <a:ext uri="{FF2B5EF4-FFF2-40B4-BE49-F238E27FC236}">
                <a16:creationId xmlns:a16="http://schemas.microsoft.com/office/drawing/2014/main" id="{56344645-9AF0-407C-B7FD-D98F3648AF6E}"/>
              </a:ext>
            </a:extLst>
          </p:cNvPr>
          <p:cNvSpPr/>
          <p:nvPr userDrawn="1"/>
        </p:nvSpPr>
        <p:spPr>
          <a:xfrm>
            <a:off x="15200015" y="1011086"/>
            <a:ext cx="25276" cy="1481"/>
          </a:xfrm>
          <a:custGeom>
            <a:avLst/>
            <a:gdLst>
              <a:gd name="connsiteX0" fmla="*/ 16254 w 25276"/>
              <a:gd name="connsiteY0" fmla="*/ -572 h 1481"/>
              <a:gd name="connsiteX1" fmla="*/ 14378 w 25276"/>
              <a:gd name="connsiteY1" fmla="*/ 909 h 1481"/>
              <a:gd name="connsiteX2" fmla="*/ 39655 w 25276"/>
              <a:gd name="connsiteY2" fmla="*/ -572 h 1481"/>
            </a:gdLst>
            <a:ahLst/>
            <a:cxnLst>
              <a:cxn ang="0">
                <a:pos x="connsiteX0" y="connsiteY0"/>
              </a:cxn>
              <a:cxn ang="0">
                <a:pos x="connsiteX1" y="connsiteY1"/>
              </a:cxn>
              <a:cxn ang="0">
                <a:pos x="connsiteX2" y="connsiteY2"/>
              </a:cxn>
            </a:cxnLst>
            <a:rect l="l" t="t" r="r" b="b"/>
            <a:pathLst>
              <a:path w="25276" h="1481">
                <a:moveTo>
                  <a:pt x="16254" y="-572"/>
                </a:moveTo>
                <a:cubicBezTo>
                  <a:pt x="15625" y="-82"/>
                  <a:pt x="15007" y="419"/>
                  <a:pt x="14378" y="909"/>
                </a:cubicBezTo>
                <a:cubicBezTo>
                  <a:pt x="22818" y="494"/>
                  <a:pt x="31244" y="0"/>
                  <a:pt x="39655" y="-572"/>
                </a:cubicBezTo>
                <a:close/>
              </a:path>
            </a:pathLst>
          </a:custGeom>
          <a:solidFill>
            <a:srgbClr val="1A1D54"/>
          </a:solidFill>
          <a:ln w="557" cap="flat">
            <a:noFill/>
            <a:prstDash val="solid"/>
            <a:miter/>
          </a:ln>
        </p:spPr>
        <p:txBody>
          <a:bodyPr rtlCol="0" anchor="ctr"/>
          <a:lstStyle/>
          <a:p>
            <a:endParaRPr lang="en-US"/>
          </a:p>
        </p:txBody>
      </p:sp>
      <p:pic>
        <p:nvPicPr>
          <p:cNvPr id="8" name="Picture 7">
            <a:extLst>
              <a:ext uri="{FF2B5EF4-FFF2-40B4-BE49-F238E27FC236}">
                <a16:creationId xmlns:a16="http://schemas.microsoft.com/office/drawing/2014/main" id="{35BA5593-A016-57E4-EB26-180E3F5F2DFD}"/>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49928852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Simple Title and Text">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6A9C61D-9E7D-3E0C-5D3B-DEC3A560C365}"/>
              </a:ext>
            </a:extLst>
          </p:cNvPr>
          <p:cNvSpPr/>
          <p:nvPr userDrawn="1"/>
        </p:nvSpPr>
        <p:spPr>
          <a:xfrm>
            <a:off x="722489" y="752798"/>
            <a:ext cx="11469511" cy="611587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1078526" y="2460663"/>
            <a:ext cx="3614593" cy="2006284"/>
          </a:xfrm>
        </p:spPr>
        <p:txBody>
          <a:bodyPr anchor="ctr"/>
          <a:lstStyle>
            <a:lvl1pPr>
              <a:defRPr>
                <a:solidFill>
                  <a:schemeClr val="tx1"/>
                </a:solidFill>
              </a:defRPr>
            </a:lvl1pPr>
          </a:lstStyle>
          <a:p>
            <a:r>
              <a:rPr lang="en-US"/>
              <a:t>Simple Title and Content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p>
            <a:fld id="{DD504963-5C48-4A20-B6E4-936A3248B6D6}" type="datetime1">
              <a:rPr lang="en-US" smtClean="0"/>
              <a:t>3/17/25</a:t>
            </a:fld>
            <a:endParaRPr lang="en-US"/>
          </a:p>
        </p:txBody>
      </p:sp>
      <p:sp>
        <p:nvSpPr>
          <p:cNvPr id="4" name="Footer Placeholder 3">
            <a:extLst>
              <a:ext uri="{FF2B5EF4-FFF2-40B4-BE49-F238E27FC236}">
                <a16:creationId xmlns:a16="http://schemas.microsoft.com/office/drawing/2014/main" id="{932DC89B-4068-48CC-854E-8194F94552EB}"/>
              </a:ext>
            </a:extLst>
          </p:cNvPr>
          <p:cNvSpPr>
            <a:spLocks noGrp="1"/>
          </p:cNvSpPr>
          <p:nvPr>
            <p:ph type="ftr" sz="quarter" idx="11"/>
          </p:nvPr>
        </p:nvSpPr>
        <p:spPr>
          <a:xfrm>
            <a:off x="960835" y="6394105"/>
            <a:ext cx="9693913" cy="365125"/>
          </a:xfrm>
        </p:spPr>
        <p:txBody>
          <a:bodyPr/>
          <a:lstStyle/>
          <a:p>
            <a:endParaRPr lang="en-US"/>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a:ln>
            <a:solidFill>
              <a:schemeClr val="tx1"/>
            </a:solidFill>
          </a:ln>
        </p:spPr>
        <p:txBody>
          <a:bodyPr/>
          <a:lstStyle>
            <a:lvl1pPr>
              <a:defRPr>
                <a:solidFill>
                  <a:schemeClr val="tx1"/>
                </a:solidFill>
              </a:defRPr>
            </a:lvl1pPr>
          </a:lstStyle>
          <a:p>
            <a:fld id="{545951DD-1C6A-495F-8185-4C73F8F8B75A}" type="slidenum">
              <a:rPr lang="en-US" smtClean="0"/>
              <a:pPr/>
              <a:t>‹#›</a:t>
            </a:fld>
            <a:endParaRPr lang="en-US"/>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5153856" y="999455"/>
            <a:ext cx="6259364" cy="4859089"/>
          </a:xfrm>
        </p:spPr>
        <p:txBody>
          <a:bodyPr anchor="ctr"/>
          <a:lstStyle>
            <a:lvl1pPr>
              <a:buClr>
                <a:schemeClr val="accent3"/>
              </a:buClr>
              <a:defRPr>
                <a:solidFill>
                  <a:schemeClr val="tx1"/>
                </a:solidFill>
              </a:defRPr>
            </a:lvl1pPr>
            <a:lvl2pPr>
              <a:spcBef>
                <a:spcPts val="500"/>
              </a:spcBef>
              <a:defRPr>
                <a:solidFill>
                  <a:schemeClr val="tx1"/>
                </a:solidFill>
              </a:defRPr>
            </a:lvl2pPr>
            <a:lvl3pPr>
              <a:buClr>
                <a:schemeClr val="tx1"/>
              </a:buClr>
              <a:defRPr>
                <a:solidFill>
                  <a:schemeClr val="tx1"/>
                </a:solidFill>
              </a:defRPr>
            </a:lvl3pPr>
            <a:lvl4pPr>
              <a:buClr>
                <a:schemeClr val="tx1"/>
              </a:buClr>
              <a:defRPr>
                <a:solidFill>
                  <a:schemeClr val="tx1"/>
                </a:solidFill>
              </a:defRPr>
            </a:lvl4pPr>
            <a:lvl5pPr>
              <a:buClr>
                <a:schemeClr val="tx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9" name="Group 28">
            <a:extLst>
              <a:ext uri="{FF2B5EF4-FFF2-40B4-BE49-F238E27FC236}">
                <a16:creationId xmlns:a16="http://schemas.microsoft.com/office/drawing/2014/main" id="{D47E555F-0D85-4723-A517-43C422829B5D}"/>
              </a:ext>
            </a:extLst>
          </p:cNvPr>
          <p:cNvGrpSpPr/>
          <p:nvPr userDrawn="1"/>
        </p:nvGrpSpPr>
        <p:grpSpPr>
          <a:xfrm>
            <a:off x="11719136" y="5836046"/>
            <a:ext cx="242400" cy="912229"/>
            <a:chOff x="11719136" y="5836046"/>
            <a:chExt cx="242400" cy="912229"/>
          </a:xfrm>
          <a:solidFill>
            <a:schemeClr val="tx1"/>
          </a:solidFill>
        </p:grpSpPr>
        <p:grpSp>
          <p:nvGrpSpPr>
            <p:cNvPr id="6" name="Group 5">
              <a:extLst>
                <a:ext uri="{FF2B5EF4-FFF2-40B4-BE49-F238E27FC236}">
                  <a16:creationId xmlns:a16="http://schemas.microsoft.com/office/drawing/2014/main" id="{1D3CDFC5-BA44-4467-B5AE-AFC3588EE604}"/>
                </a:ext>
              </a:extLst>
            </p:cNvPr>
            <p:cNvGrpSpPr/>
            <p:nvPr userDrawn="1"/>
          </p:nvGrpSpPr>
          <p:grpSpPr>
            <a:xfrm>
              <a:off x="11742577" y="5836046"/>
              <a:ext cx="183640" cy="668800"/>
              <a:chOff x="11742577" y="5836046"/>
              <a:chExt cx="183640" cy="668800"/>
            </a:xfrm>
            <a:grpFill/>
          </p:grpSpPr>
          <p:sp>
            <p:nvSpPr>
              <p:cNvPr id="10" name="Freeform: Shape 9">
                <a:extLst>
                  <a:ext uri="{FF2B5EF4-FFF2-40B4-BE49-F238E27FC236}">
                    <a16:creationId xmlns:a16="http://schemas.microsoft.com/office/drawing/2014/main" id="{9F852FCB-CE46-4141-8584-7A33EC8EE2DF}"/>
                  </a:ext>
                </a:extLst>
              </p:cNvPr>
              <p:cNvSpPr/>
              <p:nvPr/>
            </p:nvSpPr>
            <p:spPr>
              <a:xfrm rot="16200000">
                <a:off x="11842762" y="6422473"/>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03822D02-28B3-4B18-A15A-906975B5FCC9}"/>
                  </a:ext>
                </a:extLst>
              </p:cNvPr>
              <p:cNvSpPr/>
              <p:nvPr/>
            </p:nvSpPr>
            <p:spPr>
              <a:xfrm rot="16200000">
                <a:off x="11876278" y="6351541"/>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196F58A7-A506-424F-8369-192906B366D3}"/>
                  </a:ext>
                </a:extLst>
              </p:cNvPr>
              <p:cNvSpPr/>
              <p:nvPr/>
            </p:nvSpPr>
            <p:spPr>
              <a:xfrm rot="16200000">
                <a:off x="11844470" y="6285084"/>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DF039984-AA97-4D54-A531-C3FE90D75554}"/>
                  </a:ext>
                </a:extLst>
              </p:cNvPr>
              <p:cNvSpPr/>
              <p:nvPr/>
            </p:nvSpPr>
            <p:spPr>
              <a:xfrm rot="16200000">
                <a:off x="11740880" y="6121297"/>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F62E2389-961E-4B08-B1DE-BC15695B04E7}"/>
                  </a:ext>
                </a:extLst>
              </p:cNvPr>
              <p:cNvSpPr/>
              <p:nvPr/>
            </p:nvSpPr>
            <p:spPr>
              <a:xfrm rot="16200000">
                <a:off x="11736724" y="631467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7D406465-38D1-4E50-B13D-8F4966CFDA16}"/>
                  </a:ext>
                </a:extLst>
              </p:cNvPr>
              <p:cNvSpPr/>
              <p:nvPr/>
            </p:nvSpPr>
            <p:spPr>
              <a:xfrm rot="16200000">
                <a:off x="11840565" y="6181884"/>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D14F231A-F7C7-4721-B2EB-1572666A9505}"/>
                  </a:ext>
                </a:extLst>
              </p:cNvPr>
              <p:cNvSpPr/>
              <p:nvPr/>
            </p:nvSpPr>
            <p:spPr>
              <a:xfrm rot="16200000">
                <a:off x="11838871" y="5968459"/>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5D050063-EE48-4966-9A74-A2586B586A30}"/>
                  </a:ext>
                </a:extLst>
              </p:cNvPr>
              <p:cNvSpPr/>
              <p:nvPr/>
            </p:nvSpPr>
            <p:spPr>
              <a:xfrm rot="16200000">
                <a:off x="11738914" y="5861336"/>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29F9D9D3-267B-4E02-93F0-495C0FE17721}"/>
                  </a:ext>
                </a:extLst>
              </p:cNvPr>
              <p:cNvSpPr/>
              <p:nvPr/>
            </p:nvSpPr>
            <p:spPr>
              <a:xfrm rot="16200000">
                <a:off x="11915094" y="5839103"/>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1B8E4094-9A8A-487C-A7E9-7B4D50D7E2A8}"/>
                  </a:ext>
                </a:extLst>
              </p:cNvPr>
              <p:cNvSpPr/>
              <p:nvPr/>
            </p:nvSpPr>
            <p:spPr>
              <a:xfrm rot="16200000">
                <a:off x="11911385" y="5836046"/>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8CEED2F4-7356-451B-AFAB-C5255759D232}"/>
                  </a:ext>
                </a:extLst>
              </p:cNvPr>
              <p:cNvSpPr/>
              <p:nvPr/>
            </p:nvSpPr>
            <p:spPr>
              <a:xfrm rot="16200000">
                <a:off x="11842096" y="6075915"/>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3B72A06-8A8C-4C7F-80B7-D900056650C4}"/>
                  </a:ext>
                </a:extLst>
              </p:cNvPr>
              <p:cNvSpPr/>
              <p:nvPr/>
            </p:nvSpPr>
            <p:spPr>
              <a:xfrm rot="16200000">
                <a:off x="11772680" y="6057282"/>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4781A27-A8C8-4EB1-B9C0-C584F71FAE07}"/>
                  </a:ext>
                </a:extLst>
              </p:cNvPr>
              <p:cNvSpPr/>
              <p:nvPr/>
            </p:nvSpPr>
            <p:spPr>
              <a:xfrm rot="16200000">
                <a:off x="11723697" y="5975905"/>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C3E3E83D-DBC3-42FD-939D-CB8154F9D736}"/>
                  </a:ext>
                </a:extLst>
              </p:cNvPr>
              <p:cNvSpPr/>
              <p:nvPr/>
            </p:nvSpPr>
            <p:spPr>
              <a:xfrm rot="16200000">
                <a:off x="11734572" y="6216253"/>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1AE53000-73F6-4983-9130-2590CBB7BC1B}"/>
                  </a:ext>
                </a:extLst>
              </p:cNvPr>
              <p:cNvSpPr/>
              <p:nvPr/>
            </p:nvSpPr>
            <p:spPr>
              <a:xfrm rot="16200000">
                <a:off x="11838871" y="5861062"/>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9236FA0D-A61D-4D22-8102-1CB053CA4C0E}"/>
                  </a:ext>
                </a:extLst>
              </p:cNvPr>
              <p:cNvSpPr/>
              <p:nvPr/>
            </p:nvSpPr>
            <p:spPr>
              <a:xfrm rot="16200000">
                <a:off x="11732614" y="6415924"/>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grpSp>
        <p:grpSp>
          <p:nvGrpSpPr>
            <p:cNvPr id="7" name="Group 6">
              <a:extLst>
                <a:ext uri="{FF2B5EF4-FFF2-40B4-BE49-F238E27FC236}">
                  <a16:creationId xmlns:a16="http://schemas.microsoft.com/office/drawing/2014/main" id="{7ABC3142-72CC-4A6C-9F56-470F51A4EE95}"/>
                </a:ext>
              </a:extLst>
            </p:cNvPr>
            <p:cNvGrpSpPr/>
            <p:nvPr userDrawn="1"/>
          </p:nvGrpSpPr>
          <p:grpSpPr>
            <a:xfrm>
              <a:off x="11719136" y="6522150"/>
              <a:ext cx="242400" cy="226125"/>
              <a:chOff x="11719136" y="6522150"/>
              <a:chExt cx="242400" cy="226125"/>
            </a:xfrm>
            <a:grpFill/>
          </p:grpSpPr>
          <p:sp>
            <p:nvSpPr>
              <p:cNvPr id="27" name="Freeform: Shape 26">
                <a:extLst>
                  <a:ext uri="{FF2B5EF4-FFF2-40B4-BE49-F238E27FC236}">
                    <a16:creationId xmlns:a16="http://schemas.microsoft.com/office/drawing/2014/main" id="{70E63281-2494-4AAB-9C91-8A3D0C70317B}"/>
                  </a:ext>
                </a:extLst>
              </p:cNvPr>
              <p:cNvSpPr/>
              <p:nvPr/>
            </p:nvSpPr>
            <p:spPr>
              <a:xfrm rot="16200000">
                <a:off x="11727273" y="6514013"/>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7340BF95-9B53-4193-96F9-F88955D92134}"/>
                  </a:ext>
                </a:extLst>
              </p:cNvPr>
              <p:cNvSpPr/>
              <p:nvPr/>
            </p:nvSpPr>
            <p:spPr>
              <a:xfrm rot="16200000">
                <a:off x="11731706" y="6640610"/>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84692509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Simple Title and Text - Teal">
    <p:bg>
      <p:bgPr>
        <a:solidFill>
          <a:schemeClr val="accent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C3687B6-8933-6A48-5705-8FF4F705B41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1" r="221"/>
          <a:stretch/>
        </p:blipFill>
        <p:spPr>
          <a:xfrm flipV="1">
            <a:off x="9014" y="0"/>
            <a:ext cx="12182985" cy="6881992"/>
          </a:xfrm>
          <a:prstGeom prst="rect">
            <a:avLst/>
          </a:prstGeom>
        </p:spPr>
      </p:pic>
      <p:sp>
        <p:nvSpPr>
          <p:cNvPr id="6" name="Rectangle 5">
            <a:extLst>
              <a:ext uri="{FF2B5EF4-FFF2-40B4-BE49-F238E27FC236}">
                <a16:creationId xmlns:a16="http://schemas.microsoft.com/office/drawing/2014/main" id="{3551CF6F-448F-2E2B-E0E0-371F7FCDCD74}"/>
              </a:ext>
            </a:extLst>
          </p:cNvPr>
          <p:cNvSpPr/>
          <p:nvPr userDrawn="1"/>
        </p:nvSpPr>
        <p:spPr>
          <a:xfrm>
            <a:off x="0" y="-913"/>
            <a:ext cx="11295529" cy="611587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24949" y="2460663"/>
            <a:ext cx="3614593" cy="2006284"/>
          </a:xfrm>
        </p:spPr>
        <p:txBody>
          <a:bodyPr anchor="ctr"/>
          <a:lstStyle>
            <a:lvl1pPr>
              <a:defRPr>
                <a:solidFill>
                  <a:schemeClr val="bg1"/>
                </a:solidFill>
              </a:defRPr>
            </a:lvl1pPr>
          </a:lstStyle>
          <a:p>
            <a:r>
              <a:rPr lang="en-US"/>
              <a:t>Simple Title and Content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lvl1pPr>
              <a:defRPr>
                <a:solidFill>
                  <a:schemeClr val="bg1"/>
                </a:solidFill>
              </a:defRPr>
            </a:lvl1pPr>
          </a:lstStyle>
          <a:p>
            <a:fld id="{DD504963-5C48-4A20-B6E4-936A3248B6D6}" type="datetime1">
              <a:rPr lang="en-US" smtClean="0"/>
              <a:pPr/>
              <a:t>3/17/25</a:t>
            </a:fld>
            <a:endParaRPr lang="en-US"/>
          </a:p>
        </p:txBody>
      </p:sp>
      <p:sp>
        <p:nvSpPr>
          <p:cNvPr id="4" name="Footer Placeholder 3">
            <a:extLst>
              <a:ext uri="{FF2B5EF4-FFF2-40B4-BE49-F238E27FC236}">
                <a16:creationId xmlns:a16="http://schemas.microsoft.com/office/drawing/2014/main" id="{932DC89B-4068-48CC-854E-8194F94552EB}"/>
              </a:ext>
            </a:extLst>
          </p:cNvPr>
          <p:cNvSpPr>
            <a:spLocks noGrp="1"/>
          </p:cNvSpPr>
          <p:nvPr>
            <p:ph type="ftr" sz="quarter" idx="11"/>
          </p:nvPr>
        </p:nvSpPr>
        <p:spPr>
          <a:xfrm>
            <a:off x="342901" y="6394105"/>
            <a:ext cx="10311847" cy="365125"/>
          </a:xfrm>
        </p:spPr>
        <p:txBody>
          <a:bodyPr/>
          <a:lstStyle>
            <a:lvl1pPr>
              <a:defRPr>
                <a:solidFill>
                  <a:schemeClr val="bg1"/>
                </a:solidFill>
              </a:defRPr>
            </a:lvl1pPr>
          </a:lstStyle>
          <a:p>
            <a:endParaRPr lang="en-US"/>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4693701" y="999455"/>
            <a:ext cx="6265942" cy="4859089"/>
          </a:xfrm>
        </p:spPr>
        <p:txBody>
          <a:bodyPr anchor="ctr"/>
          <a:lstStyle>
            <a:lvl1pPr>
              <a:buClr>
                <a:schemeClr val="bg1"/>
              </a:buClr>
              <a:defRPr>
                <a:solidFill>
                  <a:schemeClr val="bg1"/>
                </a:solidFill>
              </a:defRPr>
            </a:lvl1pPr>
            <a:lvl2pPr>
              <a:spcBef>
                <a:spcPts val="500"/>
              </a:spcBef>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1" name="Graphic 11">
            <a:extLst>
              <a:ext uri="{FF2B5EF4-FFF2-40B4-BE49-F238E27FC236}">
                <a16:creationId xmlns:a16="http://schemas.microsoft.com/office/drawing/2014/main" id="{1D223314-6776-43FA-8398-50710337EF4D}"/>
              </a:ext>
            </a:extLst>
          </p:cNvPr>
          <p:cNvGrpSpPr/>
          <p:nvPr userDrawn="1"/>
        </p:nvGrpSpPr>
        <p:grpSpPr>
          <a:xfrm rot="16200000">
            <a:off x="11384220" y="6170961"/>
            <a:ext cx="912230" cy="242400"/>
            <a:chOff x="11384220" y="6170961"/>
            <a:chExt cx="912230" cy="242400"/>
          </a:xfrm>
          <a:solidFill>
            <a:schemeClr val="bg1"/>
          </a:solidFill>
        </p:grpSpPr>
        <p:sp>
          <p:nvSpPr>
            <p:cNvPr id="12" name="Freeform: Shape 11">
              <a:extLst>
                <a:ext uri="{FF2B5EF4-FFF2-40B4-BE49-F238E27FC236}">
                  <a16:creationId xmlns:a16="http://schemas.microsoft.com/office/drawing/2014/main" id="{7DD1129A-3BCF-4E47-9343-38651B5C2734}"/>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8D3A2FF2-1C7F-4903-8120-73B1BD1AE704}"/>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74828876-584A-465E-BF7C-7D30C52EE24C}"/>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E602F55C-CC01-4AF8-91DE-699E87F3EDA5}"/>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3D94E456-D628-4E5A-8394-56CAB4C4F22A}"/>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581B895A-8949-4D10-9209-38C95C5A5A14}"/>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9D5F80D1-5F76-4BC0-B24A-556C6B6776DA}"/>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6DD91E2-175E-460A-8394-8F84F02F28F5}"/>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464C6CA2-76BC-4C66-81D8-2442FA5B0D53}"/>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E38DAC1B-E4F0-4BC2-85B0-DFAAE737DFC8}"/>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1D606B14-9D50-4BF5-B04B-78AC9CBD06E2}"/>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0B60096A-0E4C-4CB6-9B15-E89731DF3E7F}"/>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C43C6376-F9E1-46BE-9AD0-4B3E82F4EB68}"/>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6453BD17-1909-444C-9889-2804F28A8F68}"/>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96F61F40-69D4-4967-9506-824EDC894163}"/>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DC06F201-CB4E-42E6-869E-2FE328AB6D61}"/>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CD3C817A-5338-4FC4-8ECB-03A73E66FA72}"/>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0640385-811A-4C22-AC7F-0D53BBE765D8}"/>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Tree>
    <p:extLst>
      <p:ext uri="{BB962C8B-B14F-4D97-AF65-F5344CB8AC3E}">
        <p14:creationId xmlns:p14="http://schemas.microsoft.com/office/powerpoint/2010/main" val="2530349316"/>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imple Title and Text - Aqua">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1A04B8B-6E7C-5FE5-7013-3202719F08E0}"/>
              </a:ext>
            </a:extLst>
          </p:cNvPr>
          <p:cNvSpPr/>
          <p:nvPr userDrawn="1"/>
        </p:nvSpPr>
        <p:spPr>
          <a:xfrm>
            <a:off x="0" y="742123"/>
            <a:ext cx="11295529" cy="611587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24949" y="2460663"/>
            <a:ext cx="3614593" cy="2006284"/>
          </a:xfrm>
        </p:spPr>
        <p:txBody>
          <a:bodyPr anchor="ctr"/>
          <a:lstStyle>
            <a:lvl1pPr>
              <a:defRPr>
                <a:solidFill>
                  <a:schemeClr val="bg1"/>
                </a:solidFill>
              </a:defRPr>
            </a:lvl1pPr>
          </a:lstStyle>
          <a:p>
            <a:r>
              <a:rPr lang="en-US"/>
              <a:t>Simple Title and Content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p>
            <a:fld id="{DD504963-5C48-4A20-B6E4-936A3248B6D6}" type="datetime1">
              <a:rPr lang="en-US" smtClean="0"/>
              <a:t>3/17/25</a:t>
            </a:fld>
            <a:endParaRPr lang="en-US"/>
          </a:p>
        </p:txBody>
      </p:sp>
      <p:sp>
        <p:nvSpPr>
          <p:cNvPr id="4" name="Footer Placeholder 3">
            <a:extLst>
              <a:ext uri="{FF2B5EF4-FFF2-40B4-BE49-F238E27FC236}">
                <a16:creationId xmlns:a16="http://schemas.microsoft.com/office/drawing/2014/main" id="{932DC89B-4068-48CC-854E-8194F94552EB}"/>
              </a:ext>
            </a:extLst>
          </p:cNvPr>
          <p:cNvSpPr>
            <a:spLocks noGrp="1"/>
          </p:cNvSpPr>
          <p:nvPr>
            <p:ph type="ftr" sz="quarter" idx="11"/>
          </p:nvPr>
        </p:nvSpPr>
        <p:spPr>
          <a:xfrm>
            <a:off x="342901" y="6394105"/>
            <a:ext cx="10311847" cy="365125"/>
          </a:xfrm>
        </p:spPr>
        <p:txBody>
          <a:bodyPr/>
          <a:lstStyle>
            <a:lvl1pPr>
              <a:defRPr>
                <a:solidFill>
                  <a:schemeClr val="bg1"/>
                </a:solidFill>
              </a:defRPr>
            </a:lvl1pPr>
          </a:lstStyle>
          <a:p>
            <a:endParaRPr lang="en-US"/>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a:ln>
            <a:solidFill>
              <a:schemeClr val="bg2"/>
            </a:solidFill>
          </a:ln>
        </p:spPr>
        <p:txBody>
          <a:bodyPr/>
          <a:lstStyle>
            <a:lvl1pPr>
              <a:defRPr>
                <a:solidFill>
                  <a:schemeClr val="bg2"/>
                </a:solidFill>
              </a:defRPr>
            </a:lvl1pPr>
          </a:lstStyle>
          <a:p>
            <a:fld id="{545951DD-1C6A-495F-8185-4C73F8F8B75A}" type="slidenum">
              <a:rPr lang="en-US" smtClean="0"/>
              <a:pPr/>
              <a:t>‹#›</a:t>
            </a:fld>
            <a:endParaRPr lang="en-US"/>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4693701" y="999455"/>
            <a:ext cx="6265942" cy="4859089"/>
          </a:xfrm>
        </p:spPr>
        <p:txBody>
          <a:bodyPr anchor="ctr"/>
          <a:lstStyle>
            <a:lvl1pPr>
              <a:buClr>
                <a:schemeClr val="accent4"/>
              </a:buClr>
              <a:defRPr>
                <a:solidFill>
                  <a:schemeClr val="bg1"/>
                </a:solidFill>
              </a:defRPr>
            </a:lvl1pPr>
            <a:lvl2pPr>
              <a:spcBef>
                <a:spcPts val="500"/>
              </a:spcBef>
              <a:defRPr>
                <a:solidFill>
                  <a:schemeClr val="bg1"/>
                </a:solidFill>
              </a:defRPr>
            </a:lvl2pPr>
            <a:lvl3pPr>
              <a:buClr>
                <a:schemeClr val="tx1"/>
              </a:buClr>
              <a:defRPr>
                <a:solidFill>
                  <a:schemeClr val="bg1"/>
                </a:solidFill>
              </a:defRPr>
            </a:lvl3pPr>
            <a:lvl4pPr>
              <a:buClr>
                <a:schemeClr val="tx1"/>
              </a:buClr>
              <a:defRPr>
                <a:solidFill>
                  <a:schemeClr val="bg1"/>
                </a:solidFill>
              </a:defRPr>
            </a:lvl4pPr>
            <a:lvl5pPr>
              <a:buClr>
                <a:schemeClr val="tx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Graphic 9">
            <a:extLst>
              <a:ext uri="{FF2B5EF4-FFF2-40B4-BE49-F238E27FC236}">
                <a16:creationId xmlns:a16="http://schemas.microsoft.com/office/drawing/2014/main" id="{AED0BBB1-5726-4311-8FFA-AFCDCA1C1A0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781980626"/>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xt with Large Flexible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880783" y="846999"/>
            <a:ext cx="4022175" cy="2006284"/>
          </a:xfrm>
        </p:spPr>
        <p:txBody>
          <a:bodyPr/>
          <a:lstStyle>
            <a:lvl1pPr>
              <a:defRPr>
                <a:solidFill>
                  <a:schemeClr val="tx1">
                    <a:lumMod val="95000"/>
                  </a:schemeClr>
                </a:solidFill>
              </a:defRPr>
            </a:lvl1pPr>
          </a:lstStyle>
          <a:p>
            <a:r>
              <a:rPr lang="en-US"/>
              <a:t>Text with Large Flexible Content Area</a:t>
            </a:r>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876300" y="3119810"/>
            <a:ext cx="4021789" cy="3081337"/>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7E588E7E-D8D9-4FCD-AE09-B830C7371667}"/>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For a library of presentation-ready images, visit the library on </a:t>
            </a:r>
            <a:r>
              <a:rPr lang="en-US" sz="900">
                <a:solidFill>
                  <a:schemeClr val="bg1"/>
                </a:solidFill>
              </a:rPr>
              <a:t>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hlinkClick r:id="rId2"/>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p:txBody>
      </p:sp>
      <p:sp>
        <p:nvSpPr>
          <p:cNvPr id="6" name="Date Placeholder 5">
            <a:extLst>
              <a:ext uri="{FF2B5EF4-FFF2-40B4-BE49-F238E27FC236}">
                <a16:creationId xmlns:a16="http://schemas.microsoft.com/office/drawing/2014/main" id="{B27CC78F-21FA-486E-B822-E2C5293A1C47}"/>
              </a:ext>
            </a:extLst>
          </p:cNvPr>
          <p:cNvSpPr>
            <a:spLocks noGrp="1"/>
          </p:cNvSpPr>
          <p:nvPr>
            <p:ph type="dt" sz="half" idx="16"/>
          </p:nvPr>
        </p:nvSpPr>
        <p:spPr/>
        <p:txBody>
          <a:bodyPr/>
          <a:lstStyle/>
          <a:p>
            <a:fld id="{90E8FA97-1F4F-4EFF-B11C-4FBCE90C0918}" type="datetime1">
              <a:rPr lang="en-US" smtClean="0"/>
              <a:t>3/17/25</a:t>
            </a:fld>
            <a:endParaRPr lang="en-US"/>
          </a:p>
        </p:txBody>
      </p:sp>
      <p:sp>
        <p:nvSpPr>
          <p:cNvPr id="13" name="Footer Placeholder 12">
            <a:extLst>
              <a:ext uri="{FF2B5EF4-FFF2-40B4-BE49-F238E27FC236}">
                <a16:creationId xmlns:a16="http://schemas.microsoft.com/office/drawing/2014/main" id="{168B3CC2-AFD1-4477-B45D-28E1464D08F1}"/>
              </a:ext>
            </a:extLst>
          </p:cNvPr>
          <p:cNvSpPr>
            <a:spLocks noGrp="1"/>
          </p:cNvSpPr>
          <p:nvPr>
            <p:ph type="ftr" sz="quarter" idx="17"/>
          </p:nvPr>
        </p:nvSpPr>
        <p:spPr/>
        <p:txBody>
          <a:bodyPr/>
          <a:lstStyle/>
          <a:p>
            <a:endParaRPr lang="en-US"/>
          </a:p>
        </p:txBody>
      </p:sp>
      <p:sp>
        <p:nvSpPr>
          <p:cNvPr id="14" name="Slide Number Placeholder 13">
            <a:extLst>
              <a:ext uri="{FF2B5EF4-FFF2-40B4-BE49-F238E27FC236}">
                <a16:creationId xmlns:a16="http://schemas.microsoft.com/office/drawing/2014/main" id="{801C41A1-6B7A-44E5-AD4A-108298003E6A}"/>
              </a:ext>
            </a:extLst>
          </p:cNvPr>
          <p:cNvSpPr>
            <a:spLocks noGrp="1"/>
          </p:cNvSpPr>
          <p:nvPr>
            <p:ph type="sldNum" sz="quarter" idx="18"/>
          </p:nvPr>
        </p:nvSpPr>
        <p:spPr/>
        <p:txBody>
          <a:bodyPr/>
          <a:lstStyle/>
          <a:p>
            <a:fld id="{545951DD-1C6A-495F-8185-4C73F8F8B75A}" type="slidenum">
              <a:rPr lang="en-US" smtClean="0"/>
              <a:pPr/>
              <a:t>‹#›</a:t>
            </a:fld>
            <a:endParaRPr lang="en-US"/>
          </a:p>
        </p:txBody>
      </p:sp>
      <p:sp>
        <p:nvSpPr>
          <p:cNvPr id="4" name="Content Placeholder 3">
            <a:extLst>
              <a:ext uri="{FF2B5EF4-FFF2-40B4-BE49-F238E27FC236}">
                <a16:creationId xmlns:a16="http://schemas.microsoft.com/office/drawing/2014/main" id="{D114395F-6F35-4185-97B2-F5247D759F33}"/>
              </a:ext>
            </a:extLst>
          </p:cNvPr>
          <p:cNvSpPr>
            <a:spLocks noGrp="1"/>
          </p:cNvSpPr>
          <p:nvPr>
            <p:ph sz="quarter" idx="19"/>
          </p:nvPr>
        </p:nvSpPr>
        <p:spPr>
          <a:xfrm>
            <a:off x="5206817" y="846510"/>
            <a:ext cx="6088712" cy="5354637"/>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a:extLst>
              <a:ext uri="{FF2B5EF4-FFF2-40B4-BE49-F238E27FC236}">
                <a16:creationId xmlns:a16="http://schemas.microsoft.com/office/drawing/2014/main" id="{4FA03B2C-A88E-7D5F-0EED-6AF30D4D605F}"/>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19202" b="74530"/>
          <a:stretch/>
        </p:blipFill>
        <p:spPr>
          <a:xfrm>
            <a:off x="0" y="0"/>
            <a:ext cx="12191999" cy="466997"/>
          </a:xfrm>
          <a:prstGeom prst="rect">
            <a:avLst/>
          </a:prstGeom>
        </p:spPr>
      </p:pic>
    </p:spTree>
    <p:extLst>
      <p:ext uri="{BB962C8B-B14F-4D97-AF65-F5344CB8AC3E}">
        <p14:creationId xmlns:p14="http://schemas.microsoft.com/office/powerpoint/2010/main" val="297969770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ext with Large Flexible Content - Light Bg">
    <p:bg>
      <p:bgRef idx="1001">
        <a:schemeClr val="bg1"/>
      </p:bgRef>
    </p:bg>
    <p:spTree>
      <p:nvGrpSpPr>
        <p:cNvPr id="1" name=""/>
        <p:cNvGrpSpPr/>
        <p:nvPr/>
      </p:nvGrpSpPr>
      <p:grpSpPr>
        <a:xfrm>
          <a:off x="0" y="0"/>
          <a:ext cx="0" cy="0"/>
          <a:chOff x="0" y="0"/>
          <a:chExt cx="0" cy="0"/>
        </a:xfrm>
      </p:grpSpPr>
      <p:sp>
        <p:nvSpPr>
          <p:cNvPr id="14" name="Slide Number Placeholder 13">
            <a:extLst>
              <a:ext uri="{FF2B5EF4-FFF2-40B4-BE49-F238E27FC236}">
                <a16:creationId xmlns:a16="http://schemas.microsoft.com/office/drawing/2014/main" id="{801C41A1-6B7A-44E5-AD4A-108298003E6A}"/>
              </a:ext>
            </a:extLst>
          </p:cNvPr>
          <p:cNvSpPr>
            <a:spLocks noGrp="1"/>
          </p:cNvSpPr>
          <p:nvPr>
            <p:ph type="sldNum" sz="quarter" idx="18"/>
          </p:nvPr>
        </p:nvSpPr>
        <p:spPr/>
        <p:txBody>
          <a:bodyPr/>
          <a:lstStyle/>
          <a:p>
            <a:fld id="{545951DD-1C6A-495F-8185-4C73F8F8B75A}" type="slidenum">
              <a:rPr lang="en-US" smtClean="0"/>
              <a:pPr/>
              <a:t>‹#›</a:t>
            </a:fld>
            <a:endParaRPr lang="en-US"/>
          </a:p>
        </p:txBody>
      </p:sp>
      <p:grpSp>
        <p:nvGrpSpPr>
          <p:cNvPr id="15" name="Graphic 11">
            <a:extLst>
              <a:ext uri="{FF2B5EF4-FFF2-40B4-BE49-F238E27FC236}">
                <a16:creationId xmlns:a16="http://schemas.microsoft.com/office/drawing/2014/main" id="{0614E999-6E73-4ECA-9E67-7901DCC5145D}"/>
              </a:ext>
            </a:extLst>
          </p:cNvPr>
          <p:cNvGrpSpPr/>
          <p:nvPr userDrawn="1"/>
        </p:nvGrpSpPr>
        <p:grpSpPr>
          <a:xfrm rot="16200000">
            <a:off x="11384220" y="6170961"/>
            <a:ext cx="912230" cy="242400"/>
            <a:chOff x="11384220" y="6170961"/>
            <a:chExt cx="912230" cy="242400"/>
          </a:xfrm>
          <a:solidFill>
            <a:schemeClr val="tx1"/>
          </a:solidFill>
        </p:grpSpPr>
        <p:sp>
          <p:nvSpPr>
            <p:cNvPr id="16" name="Freeform: Shape 15">
              <a:extLst>
                <a:ext uri="{FF2B5EF4-FFF2-40B4-BE49-F238E27FC236}">
                  <a16:creationId xmlns:a16="http://schemas.microsoft.com/office/drawing/2014/main" id="{5ACD8790-3A42-4B46-B04C-D4E13A0C08DD}"/>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6E317303-C4D6-4F1D-9002-47E75AEA17E9}"/>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CD83DCD6-D5B2-4193-A473-0403A7FF0660}"/>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21C7274B-6A1C-4E1C-BD11-ECFCB7A33CCE}"/>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D6021035-AA55-4F4E-9ECA-EABC3B1AC98B}"/>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DCD57A36-45D9-4AB7-9720-BBB2F21AC465}"/>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74C6B2F-7E28-48A7-A431-A093F4533941}"/>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93F23518-EEE2-4875-A8CB-997A3B03B8EE}"/>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EF809E2B-E67E-4EA0-A8C0-C2A3F1B3EE63}"/>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EEB282AF-55DC-4C18-AC8C-DD80CBDCB141}"/>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6973AFD6-52A2-4C73-9DD7-E453E31FE6F8}"/>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BF40B4BB-5424-41E7-9548-41C2D58BCDD8}"/>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54F8916-1A4E-4014-BAA0-2D3482A9179B}"/>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B25CBA63-AFDE-4EEE-8700-D84942E661A0}"/>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E6819261-C599-4EEB-A2F1-6BE39CBCE984}"/>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B8E7752D-CBE5-44E7-980F-92B2BF03D301}"/>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75F77EB5-0EE5-4607-8505-026979C8D388}"/>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7088692A-AC37-4BC6-93AA-93B8BF5D6D55}"/>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
        <p:nvSpPr>
          <p:cNvPr id="37" name="Title 1">
            <a:extLst>
              <a:ext uri="{FF2B5EF4-FFF2-40B4-BE49-F238E27FC236}">
                <a16:creationId xmlns:a16="http://schemas.microsoft.com/office/drawing/2014/main" id="{D9113ACF-D9C6-47B9-4949-F1391B0637B6}"/>
              </a:ext>
            </a:extLst>
          </p:cNvPr>
          <p:cNvSpPr>
            <a:spLocks noGrp="1"/>
          </p:cNvSpPr>
          <p:nvPr>
            <p:ph type="title" hasCustomPrompt="1"/>
          </p:nvPr>
        </p:nvSpPr>
        <p:spPr>
          <a:xfrm>
            <a:off x="880783" y="846999"/>
            <a:ext cx="4022175" cy="2006284"/>
          </a:xfrm>
        </p:spPr>
        <p:txBody>
          <a:bodyPr/>
          <a:lstStyle>
            <a:lvl1pPr>
              <a:defRPr>
                <a:solidFill>
                  <a:schemeClr val="accent1"/>
                </a:solidFill>
              </a:defRPr>
            </a:lvl1pPr>
          </a:lstStyle>
          <a:p>
            <a:r>
              <a:rPr lang="en-US"/>
              <a:t>Text with Large Flexible Content Area</a:t>
            </a:r>
          </a:p>
        </p:txBody>
      </p:sp>
      <p:sp>
        <p:nvSpPr>
          <p:cNvPr id="38" name="Text Placeholder 8">
            <a:extLst>
              <a:ext uri="{FF2B5EF4-FFF2-40B4-BE49-F238E27FC236}">
                <a16:creationId xmlns:a16="http://schemas.microsoft.com/office/drawing/2014/main" id="{C8CFE503-1AE2-8CF6-0D63-95F912803A5A}"/>
              </a:ext>
            </a:extLst>
          </p:cNvPr>
          <p:cNvSpPr>
            <a:spLocks noGrp="1"/>
          </p:cNvSpPr>
          <p:nvPr>
            <p:ph type="body" sz="quarter" idx="13"/>
          </p:nvPr>
        </p:nvSpPr>
        <p:spPr>
          <a:xfrm>
            <a:off x="876300" y="3119810"/>
            <a:ext cx="4021789" cy="3081337"/>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9" name="TextBox 38">
            <a:extLst>
              <a:ext uri="{FF2B5EF4-FFF2-40B4-BE49-F238E27FC236}">
                <a16:creationId xmlns:a16="http://schemas.microsoft.com/office/drawing/2014/main" id="{4153A014-260D-65A9-9437-9A4E34AA1B28}"/>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tx1"/>
                </a:solidFill>
                <a:effectLst/>
                <a:uLnTx/>
                <a:uFillTx/>
              </a:rPr>
              <a:t>TEMPLATE NOTES </a:t>
            </a:r>
            <a:br>
              <a:rPr kumimoji="0" lang="en-US" sz="900" b="1" i="0" u="none" strike="noStrike" kern="0" cap="none" spc="0" normalizeH="0" baseline="0" noProof="0">
                <a:ln>
                  <a:noFill/>
                </a:ln>
                <a:solidFill>
                  <a:schemeClr val="tx1"/>
                </a:solidFill>
                <a:effectLst/>
                <a:uLnTx/>
                <a:uFillTx/>
              </a:rPr>
            </a:br>
            <a:r>
              <a:rPr kumimoji="0" lang="en-US" sz="900" b="0" i="1" u="none" strike="noStrike" kern="0" cap="none" spc="0" normalizeH="0" baseline="0" noProof="0">
                <a:ln>
                  <a:noFill/>
                </a:ln>
                <a:solidFill>
                  <a:schemeClr val="tx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For a library of presentation-ready images, visit the library on </a:t>
            </a:r>
            <a:r>
              <a:rPr lang="en-US" sz="900">
                <a:solidFill>
                  <a:schemeClr val="tx1"/>
                </a:solidFill>
              </a:rPr>
              <a:t>SharePoint &gt; </a:t>
            </a:r>
            <a:br>
              <a:rPr lang="en-US" sz="900">
                <a:solidFill>
                  <a:schemeClr val="tx1"/>
                </a:solidFill>
              </a:rPr>
            </a:br>
            <a:r>
              <a:rPr lang="en-US" sz="900">
                <a:solidFill>
                  <a:schemeClr val="tx1"/>
                </a:solidFill>
              </a:rPr>
              <a:t>Marketing &gt; </a:t>
            </a:r>
            <a:br>
              <a:rPr lang="en-US" sz="900">
                <a:solidFill>
                  <a:schemeClr val="tx1"/>
                </a:solidFill>
              </a:rPr>
            </a:br>
            <a:r>
              <a:rPr lang="en-US" sz="900">
                <a:solidFill>
                  <a:schemeClr val="tx1"/>
                </a:solidFill>
              </a:rPr>
              <a:t>Documents &gt; </a:t>
            </a:r>
            <a:br>
              <a:rPr lang="en-US" sz="900">
                <a:solidFill>
                  <a:schemeClr val="tx1"/>
                </a:solidFill>
              </a:rPr>
            </a:br>
            <a:r>
              <a:rPr lang="en-US" sz="900">
                <a:solidFill>
                  <a:schemeClr val="tx1"/>
                </a:solidFill>
              </a:rPr>
              <a:t>Design Resources &gt;  PowerPoint Templates &gt; Anytime Fitness &gt; </a:t>
            </a:r>
            <a:br>
              <a:rPr lang="en-US" sz="900">
                <a:solidFill>
                  <a:schemeClr val="tx1"/>
                </a:solidFill>
              </a:rPr>
            </a:br>
            <a:r>
              <a:rPr lang="en-US" sz="900">
                <a:solidFill>
                  <a:schemeClr val="tx1"/>
                </a:solidFill>
              </a:rPr>
              <a:t>PPT Image Library. </a:t>
            </a:r>
            <a:br>
              <a:rPr lang="en-US" sz="900">
                <a:solidFill>
                  <a:schemeClr val="tx1"/>
                </a:solidFill>
              </a:rPr>
            </a:br>
            <a:r>
              <a:rPr lang="en-US" sz="900">
                <a:solidFill>
                  <a:schemeClr val="tx1"/>
                </a:solidFill>
              </a:rPr>
              <a:t>Or, simply type in this URL: </a:t>
            </a:r>
            <a:r>
              <a:rPr lang="en-US" sz="900">
                <a:hlinkClick r:id="rId2"/>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p:txBody>
      </p:sp>
      <p:sp>
        <p:nvSpPr>
          <p:cNvPr id="40" name="Date Placeholder 5">
            <a:extLst>
              <a:ext uri="{FF2B5EF4-FFF2-40B4-BE49-F238E27FC236}">
                <a16:creationId xmlns:a16="http://schemas.microsoft.com/office/drawing/2014/main" id="{B38E0F8B-67C2-E60C-C24E-A3A5E623D09A}"/>
              </a:ext>
            </a:extLst>
          </p:cNvPr>
          <p:cNvSpPr>
            <a:spLocks noGrp="1"/>
          </p:cNvSpPr>
          <p:nvPr>
            <p:ph type="dt" sz="half" idx="16"/>
          </p:nvPr>
        </p:nvSpPr>
        <p:spPr>
          <a:xfrm>
            <a:off x="10602762" y="6382494"/>
            <a:ext cx="692767" cy="365125"/>
          </a:xfrm>
        </p:spPr>
        <p:txBody>
          <a:bodyPr/>
          <a:lstStyle/>
          <a:p>
            <a:fld id="{90E8FA97-1F4F-4EFF-B11C-4FBCE90C0918}" type="datetime1">
              <a:rPr lang="en-US" smtClean="0"/>
              <a:t>3/17/25</a:t>
            </a:fld>
            <a:endParaRPr lang="en-US"/>
          </a:p>
        </p:txBody>
      </p:sp>
      <p:sp>
        <p:nvSpPr>
          <p:cNvPr id="41" name="Footer Placeholder 12">
            <a:extLst>
              <a:ext uri="{FF2B5EF4-FFF2-40B4-BE49-F238E27FC236}">
                <a16:creationId xmlns:a16="http://schemas.microsoft.com/office/drawing/2014/main" id="{083B19C0-CB28-C248-5F81-AC76CC1361D7}"/>
              </a:ext>
            </a:extLst>
          </p:cNvPr>
          <p:cNvSpPr>
            <a:spLocks noGrp="1"/>
          </p:cNvSpPr>
          <p:nvPr>
            <p:ph type="ftr" sz="quarter" idx="17"/>
          </p:nvPr>
        </p:nvSpPr>
        <p:spPr>
          <a:xfrm>
            <a:off x="876300" y="6394105"/>
            <a:ext cx="9726461" cy="365126"/>
          </a:xfrm>
        </p:spPr>
        <p:txBody>
          <a:bodyPr/>
          <a:lstStyle/>
          <a:p>
            <a:endParaRPr lang="en-US"/>
          </a:p>
        </p:txBody>
      </p:sp>
      <p:sp>
        <p:nvSpPr>
          <p:cNvPr id="43" name="Content Placeholder 3">
            <a:extLst>
              <a:ext uri="{FF2B5EF4-FFF2-40B4-BE49-F238E27FC236}">
                <a16:creationId xmlns:a16="http://schemas.microsoft.com/office/drawing/2014/main" id="{C0AB04C7-565C-8E0A-DABE-2927DA9B63C0}"/>
              </a:ext>
            </a:extLst>
          </p:cNvPr>
          <p:cNvSpPr>
            <a:spLocks noGrp="1"/>
          </p:cNvSpPr>
          <p:nvPr>
            <p:ph sz="quarter" idx="19"/>
          </p:nvPr>
        </p:nvSpPr>
        <p:spPr>
          <a:xfrm>
            <a:off x="5206817" y="846510"/>
            <a:ext cx="6088712" cy="5354637"/>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a:extLst>
              <a:ext uri="{FF2B5EF4-FFF2-40B4-BE49-F238E27FC236}">
                <a16:creationId xmlns:a16="http://schemas.microsoft.com/office/drawing/2014/main" id="{E7E3426B-EC6F-7CDA-61BB-59BEEEA5E902}"/>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2964555952"/>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ext with Large Left Image - Lt Purple">
    <p:bg>
      <p:bgPr>
        <a:solidFill>
          <a:schemeClr val="accent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75EB503-6A5E-D169-DF43-D8719A5ED508}"/>
              </a:ext>
            </a:extLst>
          </p:cNvPr>
          <p:cNvSpPr>
            <a:spLocks noGrp="1"/>
          </p:cNvSpPr>
          <p:nvPr>
            <p:ph type="title" hasCustomPrompt="1"/>
          </p:nvPr>
        </p:nvSpPr>
        <p:spPr>
          <a:xfrm>
            <a:off x="7029238" y="665652"/>
            <a:ext cx="4022175" cy="2006284"/>
          </a:xfrm>
        </p:spPr>
        <p:txBody>
          <a:bodyPr/>
          <a:lstStyle>
            <a:lvl1pPr>
              <a:defRPr>
                <a:solidFill>
                  <a:schemeClr val="tx1"/>
                </a:solidFill>
              </a:defRPr>
            </a:lvl1pPr>
          </a:lstStyle>
          <a:p>
            <a:r>
              <a:rPr lang="en-US"/>
              <a:t>Text with Large Image</a:t>
            </a:r>
          </a:p>
        </p:txBody>
      </p:sp>
      <p:sp>
        <p:nvSpPr>
          <p:cNvPr id="16" name="Text Placeholder 8">
            <a:extLst>
              <a:ext uri="{FF2B5EF4-FFF2-40B4-BE49-F238E27FC236}">
                <a16:creationId xmlns:a16="http://schemas.microsoft.com/office/drawing/2014/main" id="{F8B03BA0-DA03-EE8D-1C43-2E92061C7F3A}"/>
              </a:ext>
            </a:extLst>
          </p:cNvPr>
          <p:cNvSpPr>
            <a:spLocks noGrp="1"/>
          </p:cNvSpPr>
          <p:nvPr>
            <p:ph type="body" sz="quarter" idx="13"/>
          </p:nvPr>
        </p:nvSpPr>
        <p:spPr>
          <a:xfrm>
            <a:off x="7024755" y="2938463"/>
            <a:ext cx="4021789" cy="3081337"/>
          </a:xfrm>
        </p:spPr>
        <p:txBody>
          <a:bodyPr/>
          <a:lstStyle>
            <a:lvl1pPr>
              <a:buClr>
                <a:schemeClr val="accent4"/>
              </a:buClr>
              <a:defRPr>
                <a:solidFill>
                  <a:schemeClr val="tx1"/>
                </a:solidFill>
              </a:defRPr>
            </a:lvl1pPr>
            <a:lvl2pPr>
              <a:spcBef>
                <a:spcPts val="500"/>
              </a:spcBef>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Box 16">
            <a:extLst>
              <a:ext uri="{FF2B5EF4-FFF2-40B4-BE49-F238E27FC236}">
                <a16:creationId xmlns:a16="http://schemas.microsoft.com/office/drawing/2014/main" id="{C784D04E-4E1E-8A21-2C9A-970EBA32062E}"/>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bg1"/>
                </a:solidFill>
                <a:effectLst/>
                <a:uLnTx/>
                <a:uFillTx/>
              </a:rPr>
              <a:t>TEMPLATE NOTES </a:t>
            </a:r>
            <a:br>
              <a:rPr kumimoji="0" lang="en-US" sz="900" b="1" i="0" u="none" strike="noStrike" kern="0" cap="none" spc="0" normalizeH="0" baseline="0" noProof="0">
                <a:ln>
                  <a:noFill/>
                </a:ln>
                <a:solidFill>
                  <a:schemeClr val="bg1"/>
                </a:solidFill>
                <a:effectLst/>
                <a:uLnTx/>
                <a:uFillTx/>
              </a:rPr>
            </a:br>
            <a:r>
              <a:rPr kumimoji="0" lang="en-US" sz="900" b="0" i="1" u="none" strike="noStrike" kern="0" cap="none" spc="0" normalizeH="0" baseline="0" noProof="0">
                <a:ln>
                  <a:noFill/>
                </a:ln>
                <a:solidFill>
                  <a:schemeClr val="bg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bg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rPr>
              <a:t>For a library of presentation-ready images, visit the library on </a:t>
            </a:r>
            <a:r>
              <a:rPr lang="en-US" sz="900">
                <a:solidFill>
                  <a:schemeClr val="bg1"/>
                </a:solidFill>
              </a:rPr>
              <a:t>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solidFill>
                  <a:schemeClr val="bg1"/>
                </a:solidFill>
                <a:hlinkClick r:id="rId2">
                  <a:extLst>
                    <a:ext uri="{A12FA001-AC4F-418D-AE19-62706E023703}">
                      <ahyp:hlinkClr xmlns:ahyp="http://schemas.microsoft.com/office/drawing/2018/hyperlinkcolor" val="tx"/>
                    </a:ext>
                  </a:extLst>
                </a:hlinkClick>
              </a:rPr>
              <a:t>bit.ly/AF-PPT</a:t>
            </a:r>
            <a:r>
              <a:rPr lang="en-US" sz="900">
                <a:solidFill>
                  <a:schemeClr val="bg1"/>
                </a:solidFill>
              </a:rPr>
              <a:t> </a:t>
            </a:r>
            <a:endParaRPr lang="en-US" sz="900" i="1">
              <a:solidFill>
                <a:schemeClr val="bg1"/>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bg1"/>
              </a:solidFill>
              <a:effectLst/>
              <a:uLnTx/>
              <a:uFillTx/>
            </a:endParaRPr>
          </a:p>
        </p:txBody>
      </p:sp>
      <p:sp>
        <p:nvSpPr>
          <p:cNvPr id="19" name="Footer Placeholder 12">
            <a:extLst>
              <a:ext uri="{FF2B5EF4-FFF2-40B4-BE49-F238E27FC236}">
                <a16:creationId xmlns:a16="http://schemas.microsoft.com/office/drawing/2014/main" id="{3347F7F6-DA51-58D6-2C85-ED48992E1203}"/>
              </a:ext>
            </a:extLst>
          </p:cNvPr>
          <p:cNvSpPr>
            <a:spLocks noGrp="1"/>
          </p:cNvSpPr>
          <p:nvPr>
            <p:ph type="ftr" sz="quarter" idx="17"/>
          </p:nvPr>
        </p:nvSpPr>
        <p:spPr>
          <a:xfrm>
            <a:off x="7024755" y="6394105"/>
            <a:ext cx="4361261" cy="365125"/>
          </a:xfrm>
        </p:spPr>
        <p:txBody>
          <a:bodyPr/>
          <a:lstStyle/>
          <a:p>
            <a:endParaRPr lang="en-US"/>
          </a:p>
        </p:txBody>
      </p:sp>
      <p:sp>
        <p:nvSpPr>
          <p:cNvPr id="21" name="Picture Placeholder 4">
            <a:extLst>
              <a:ext uri="{FF2B5EF4-FFF2-40B4-BE49-F238E27FC236}">
                <a16:creationId xmlns:a16="http://schemas.microsoft.com/office/drawing/2014/main" id="{2A22A248-A561-4ED4-306F-9F755219AE2B}"/>
              </a:ext>
            </a:extLst>
          </p:cNvPr>
          <p:cNvSpPr>
            <a:spLocks noGrp="1"/>
          </p:cNvSpPr>
          <p:nvPr>
            <p:ph type="pic" sz="quarter" idx="18" hasCustomPrompt="1"/>
          </p:nvPr>
        </p:nvSpPr>
        <p:spPr>
          <a:xfrm>
            <a:off x="0" y="0"/>
            <a:ext cx="6557319" cy="6857999"/>
          </a:xfrm>
          <a:prstGeom prst="rect">
            <a:avLst/>
          </a:prstGeom>
          <a:ln>
            <a:noFill/>
          </a:ln>
        </p:spPr>
        <p:txBody>
          <a:bodyPr bIns="822960" anchor="ctr"/>
          <a:lstStyle>
            <a:lvl1pPr marL="0" indent="0" algn="ctr">
              <a:buNone/>
              <a:defRPr/>
            </a:lvl1pPr>
          </a:lstStyle>
          <a:p>
            <a:r>
              <a:rPr lang="en-US"/>
              <a:t>Click the Icon to Insert Image</a:t>
            </a:r>
          </a:p>
        </p:txBody>
      </p:sp>
      <p:sp>
        <p:nvSpPr>
          <p:cNvPr id="3" name="Date Placeholder 2">
            <a:extLst>
              <a:ext uri="{FF2B5EF4-FFF2-40B4-BE49-F238E27FC236}">
                <a16:creationId xmlns:a16="http://schemas.microsoft.com/office/drawing/2014/main" id="{C8983892-7A0A-E9DB-3755-E4F0DF4C83E0}"/>
              </a:ext>
            </a:extLst>
          </p:cNvPr>
          <p:cNvSpPr>
            <a:spLocks noGrp="1"/>
          </p:cNvSpPr>
          <p:nvPr>
            <p:ph type="dt" sz="half" idx="19"/>
          </p:nvPr>
        </p:nvSpPr>
        <p:spPr/>
        <p:txBody>
          <a:bodyPr/>
          <a:lstStyle/>
          <a:p>
            <a:fld id="{B7EB65F7-02F7-4C03-9B5E-0F72A9F540CE}" type="datetime1">
              <a:rPr lang="en-US" smtClean="0"/>
              <a:pPr/>
              <a:t>3/17/25</a:t>
            </a:fld>
            <a:endParaRPr lang="en-US"/>
          </a:p>
        </p:txBody>
      </p:sp>
      <p:pic>
        <p:nvPicPr>
          <p:cNvPr id="5" name="Picture 4">
            <a:extLst>
              <a:ext uri="{FF2B5EF4-FFF2-40B4-BE49-F238E27FC236}">
                <a16:creationId xmlns:a16="http://schemas.microsoft.com/office/drawing/2014/main" id="{EE23D776-94AE-A0F5-9184-5BB995497D92}"/>
              </a:ext>
            </a:extLst>
          </p:cNvPr>
          <p:cNvPicPr>
            <a:picLocks noChangeAspect="1"/>
          </p:cNvPicPr>
          <p:nvPr userDrawn="1"/>
        </p:nvPicPr>
        <p:blipFill>
          <a:blip r:embed="rId3"/>
          <a:stretch>
            <a:fillRect/>
          </a:stretch>
        </p:blipFill>
        <p:spPr>
          <a:xfrm>
            <a:off x="11588496" y="0"/>
            <a:ext cx="603504" cy="6858000"/>
          </a:xfrm>
          <a:prstGeom prst="rect">
            <a:avLst/>
          </a:prstGeom>
        </p:spPr>
      </p:pic>
      <p:pic>
        <p:nvPicPr>
          <p:cNvPr id="2" name="Graphic 1">
            <a:extLst>
              <a:ext uri="{FF2B5EF4-FFF2-40B4-BE49-F238E27FC236}">
                <a16:creationId xmlns:a16="http://schemas.microsoft.com/office/drawing/2014/main" id="{6047E895-FF32-9B0B-AE13-FF55BFBAC424}"/>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70966"/>
            <a:ext cx="911645" cy="241661"/>
          </a:xfrm>
          <a:prstGeom prst="rect">
            <a:avLst/>
          </a:prstGeom>
        </p:spPr>
      </p:pic>
      <p:sp>
        <p:nvSpPr>
          <p:cNvPr id="4" name="Slide Number Placeholder 3">
            <a:extLst>
              <a:ext uri="{FF2B5EF4-FFF2-40B4-BE49-F238E27FC236}">
                <a16:creationId xmlns:a16="http://schemas.microsoft.com/office/drawing/2014/main" id="{04F8B0BE-1B53-4B16-3B7B-70B335BC06DE}"/>
              </a:ext>
            </a:extLst>
          </p:cNvPr>
          <p:cNvSpPr>
            <a:spLocks noGrp="1"/>
          </p:cNvSpPr>
          <p:nvPr>
            <p:ph type="sldNum" sz="quarter" idx="20"/>
          </p:nvPr>
        </p:nvSpPr>
        <p:spPr/>
        <p:txBody>
          <a:bodyPr/>
          <a:lstStyle/>
          <a:p>
            <a:fld id="{545951DD-1C6A-495F-8185-4C73F8F8B75A}" type="slidenum">
              <a:rPr lang="en-US" smtClean="0"/>
              <a:pPr/>
              <a:t>‹#›</a:t>
            </a:fld>
            <a:endParaRPr lang="en-US"/>
          </a:p>
        </p:txBody>
      </p:sp>
    </p:spTree>
    <p:extLst>
      <p:ext uri="{BB962C8B-B14F-4D97-AF65-F5344CB8AC3E}">
        <p14:creationId xmlns:p14="http://schemas.microsoft.com/office/powerpoint/2010/main" val="12428991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ext with Large Right Image - Lt Purple">
    <p:bg>
      <p:bgPr>
        <a:solidFill>
          <a:schemeClr val="accent2"/>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6FD31F38-3EB2-0873-8F25-62C85BC3ACF8}"/>
              </a:ext>
            </a:extLst>
          </p:cNvPr>
          <p:cNvPicPr>
            <a:picLocks noChangeAspect="1"/>
          </p:cNvPicPr>
          <p:nvPr userDrawn="1"/>
        </p:nvPicPr>
        <p:blipFill>
          <a:blip r:embed="rId2"/>
          <a:stretch>
            <a:fillRect/>
          </a:stretch>
        </p:blipFill>
        <p:spPr>
          <a:xfrm>
            <a:off x="5111908" y="0"/>
            <a:ext cx="1091184" cy="6858000"/>
          </a:xfrm>
          <a:prstGeom prst="rect">
            <a:avLst/>
          </a:prstGeom>
        </p:spPr>
      </p:pic>
      <p:sp>
        <p:nvSpPr>
          <p:cNvPr id="2" name="Title 1">
            <a:extLst>
              <a:ext uri="{FF2B5EF4-FFF2-40B4-BE49-F238E27FC236}">
                <a16:creationId xmlns:a16="http://schemas.microsoft.com/office/drawing/2014/main" id="{147CBE3A-1371-4086-83CA-4B7B61C86C9D}"/>
              </a:ext>
            </a:extLst>
          </p:cNvPr>
          <p:cNvSpPr>
            <a:spLocks noGrp="1"/>
          </p:cNvSpPr>
          <p:nvPr>
            <p:ph type="title" hasCustomPrompt="1"/>
          </p:nvPr>
        </p:nvSpPr>
        <p:spPr>
          <a:xfrm>
            <a:off x="876300" y="1252778"/>
            <a:ext cx="3932237" cy="1600200"/>
          </a:xfrm>
        </p:spPr>
        <p:txBody>
          <a:bodyPr anchor="b"/>
          <a:lstStyle>
            <a:lvl1pPr>
              <a:defRPr sz="4400">
                <a:solidFill>
                  <a:schemeClr val="tx1">
                    <a:lumMod val="95000"/>
                  </a:schemeClr>
                </a:solidFill>
              </a:defRPr>
            </a:lvl1pPr>
          </a:lstStyle>
          <a:p>
            <a:r>
              <a:rPr lang="en-US"/>
              <a:t>Picture with Caption Layout</a:t>
            </a:r>
          </a:p>
        </p:txBody>
      </p:sp>
      <p:sp>
        <p:nvSpPr>
          <p:cNvPr id="5" name="Date Placeholder 4">
            <a:extLst>
              <a:ext uri="{FF2B5EF4-FFF2-40B4-BE49-F238E27FC236}">
                <a16:creationId xmlns:a16="http://schemas.microsoft.com/office/drawing/2014/main" id="{4AEAB837-B477-4381-9E50-1014984EB7D9}"/>
              </a:ext>
            </a:extLst>
          </p:cNvPr>
          <p:cNvSpPr>
            <a:spLocks noGrp="1"/>
          </p:cNvSpPr>
          <p:nvPr>
            <p:ph type="dt" sz="half" idx="10"/>
          </p:nvPr>
        </p:nvSpPr>
        <p:spPr/>
        <p:txBody>
          <a:bodyPr/>
          <a:lstStyle/>
          <a:p>
            <a:fld id="{6974DEDA-3E46-4272-B7C0-873B8E9D9D5B}" type="datetime1">
              <a:rPr lang="en-US" smtClean="0"/>
              <a:t>3/17/25</a:t>
            </a:fld>
            <a:endParaRPr lang="en-US"/>
          </a:p>
        </p:txBody>
      </p:sp>
      <p:sp>
        <p:nvSpPr>
          <p:cNvPr id="6" name="Footer Placeholder 5">
            <a:extLst>
              <a:ext uri="{FF2B5EF4-FFF2-40B4-BE49-F238E27FC236}">
                <a16:creationId xmlns:a16="http://schemas.microsoft.com/office/drawing/2014/main" id="{4EE72D9F-9271-4C1D-8743-9736C3B2E0C0}"/>
              </a:ext>
            </a:extLst>
          </p:cNvPr>
          <p:cNvSpPr>
            <a:spLocks noGrp="1"/>
          </p:cNvSpPr>
          <p:nvPr>
            <p:ph type="ftr" sz="quarter" idx="11"/>
          </p:nvPr>
        </p:nvSpPr>
        <p:spPr>
          <a:xfrm>
            <a:off x="342900" y="6394105"/>
            <a:ext cx="5251801" cy="365125"/>
          </a:xfrm>
        </p:spPr>
        <p:txBody>
          <a:bodyPr/>
          <a:lstStyle/>
          <a:p>
            <a:endParaRPr lang="en-US"/>
          </a:p>
        </p:txBody>
      </p:sp>
      <p:sp>
        <p:nvSpPr>
          <p:cNvPr id="7" name="Slide Number Placeholder 6">
            <a:extLst>
              <a:ext uri="{FF2B5EF4-FFF2-40B4-BE49-F238E27FC236}">
                <a16:creationId xmlns:a16="http://schemas.microsoft.com/office/drawing/2014/main" id="{808C2FDB-A372-405D-BD4F-27DAC42ADCAE}"/>
              </a:ext>
            </a:extLst>
          </p:cNvPr>
          <p:cNvSpPr>
            <a:spLocks noGrp="1"/>
          </p:cNvSpPr>
          <p:nvPr>
            <p:ph type="sldNum" sz="quarter" idx="12"/>
          </p:nvPr>
        </p:nvSpPr>
        <p:spPr/>
        <p:txBody>
          <a:bodyPr/>
          <a:lstStyle/>
          <a:p>
            <a:fld id="{545951DD-1C6A-495F-8185-4C73F8F8B75A}" type="slidenum">
              <a:rPr lang="en-US" smtClean="0"/>
              <a:t>‹#›</a:t>
            </a:fld>
            <a:endParaRPr lang="en-US"/>
          </a:p>
        </p:txBody>
      </p:sp>
      <p:sp>
        <p:nvSpPr>
          <p:cNvPr id="8" name="TextBox 7">
            <a:extLst>
              <a:ext uri="{FF2B5EF4-FFF2-40B4-BE49-F238E27FC236}">
                <a16:creationId xmlns:a16="http://schemas.microsoft.com/office/drawing/2014/main" id="{E70C427F-57A5-4C05-9944-747C08A8F684}"/>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For a library of presentation-ready images, visit the library </a:t>
            </a:r>
            <a:r>
              <a:rPr lang="en-US" sz="900">
                <a:solidFill>
                  <a:schemeClr val="bg1"/>
                </a:solidFill>
              </a:rPr>
              <a:t>on 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a:t>
            </a:r>
            <a:r>
              <a:rPr lang="en-US" sz="900"/>
              <a:t> </a:t>
            </a:r>
            <a:r>
              <a:rPr lang="en-US" sz="900">
                <a:hlinkClick r:id="rId3"/>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p:txBody>
      </p:sp>
      <p:sp>
        <p:nvSpPr>
          <p:cNvPr id="3" name="Picture Placeholder 4">
            <a:extLst>
              <a:ext uri="{FF2B5EF4-FFF2-40B4-BE49-F238E27FC236}">
                <a16:creationId xmlns:a16="http://schemas.microsoft.com/office/drawing/2014/main" id="{222F7817-9E4B-4D38-1067-0802726ABB84}"/>
              </a:ext>
            </a:extLst>
          </p:cNvPr>
          <p:cNvSpPr>
            <a:spLocks noGrp="1"/>
          </p:cNvSpPr>
          <p:nvPr>
            <p:ph type="pic" sz="quarter" idx="13" hasCustomPrompt="1"/>
          </p:nvPr>
        </p:nvSpPr>
        <p:spPr>
          <a:xfrm>
            <a:off x="6203092" y="0"/>
            <a:ext cx="5988908" cy="6857999"/>
          </a:xfrm>
          <a:prstGeom prst="rect">
            <a:avLst/>
          </a:prstGeom>
          <a:ln>
            <a:noFill/>
          </a:ln>
        </p:spPr>
        <p:txBody>
          <a:bodyPr bIns="822960" anchor="ctr"/>
          <a:lstStyle>
            <a:lvl1pPr marL="0" indent="0" algn="ctr">
              <a:buNone/>
              <a:defRPr/>
            </a:lvl1pPr>
          </a:lstStyle>
          <a:p>
            <a:r>
              <a:rPr lang="en-US"/>
              <a:t>Click the Icon to Insert Image</a:t>
            </a:r>
          </a:p>
        </p:txBody>
      </p:sp>
      <p:sp>
        <p:nvSpPr>
          <p:cNvPr id="10" name="Text Placeholder 8">
            <a:extLst>
              <a:ext uri="{FF2B5EF4-FFF2-40B4-BE49-F238E27FC236}">
                <a16:creationId xmlns:a16="http://schemas.microsoft.com/office/drawing/2014/main" id="{ED42ABC2-A677-1D12-4596-F119ECDF861A}"/>
              </a:ext>
            </a:extLst>
          </p:cNvPr>
          <p:cNvSpPr>
            <a:spLocks noGrp="1"/>
          </p:cNvSpPr>
          <p:nvPr>
            <p:ph type="body" sz="quarter" idx="14"/>
          </p:nvPr>
        </p:nvSpPr>
        <p:spPr>
          <a:xfrm>
            <a:off x="880761" y="3082873"/>
            <a:ext cx="4021789" cy="3081337"/>
          </a:xfrm>
        </p:spPr>
        <p:txBody>
          <a:bodyPr/>
          <a:lstStyle>
            <a:lvl1pPr>
              <a:buClr>
                <a:schemeClr val="accent4"/>
              </a:buClr>
              <a:defRPr>
                <a:solidFill>
                  <a:schemeClr val="tx1"/>
                </a:solidFill>
              </a:defRPr>
            </a:lvl1pPr>
            <a:lvl2pPr>
              <a:spcBef>
                <a:spcPts val="500"/>
              </a:spcBef>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7209348"/>
      </p:ext>
    </p:extLst>
  </p:cSld>
  <p:clrMapOvr>
    <a:masterClrMapping/>
  </p:clrMapOvr>
  <p:extLst>
    <p:ext uri="{DCECCB84-F9BA-43D5-87BE-67443E8EF086}">
      <p15:sldGuideLst xmlns:p15="http://schemas.microsoft.com/office/powerpoint/2012/main">
        <p15:guide id="1" pos="3024" userDrawn="1">
          <p15:clr>
            <a:srgbClr val="FBAE40"/>
          </p15:clr>
        </p15:guide>
        <p15:guide id="2" orient="horz" pos="1851" userDrawn="1">
          <p15:clr>
            <a:srgbClr val="FBAE40"/>
          </p15:clr>
        </p15:guide>
        <p15:guide id="3" orient="horz" pos="1681"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ext with Right Large Image - Dk Purple">
    <p:bg bwMode="gray">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55168DB-E914-DADD-489F-01257F94B183}"/>
              </a:ext>
            </a:extLst>
          </p:cNvPr>
          <p:cNvSpPr/>
          <p:nvPr userDrawn="1"/>
        </p:nvSpPr>
        <p:spPr>
          <a:xfrm>
            <a:off x="342900" y="556054"/>
            <a:ext cx="5291780" cy="560996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902362" y="1346298"/>
            <a:ext cx="4107247" cy="2006284"/>
          </a:xfrm>
        </p:spPr>
        <p:txBody>
          <a:bodyPr/>
          <a:lstStyle>
            <a:lvl1pPr>
              <a:defRPr>
                <a:solidFill>
                  <a:schemeClr val="tx1">
                    <a:lumMod val="95000"/>
                  </a:schemeClr>
                </a:solidFill>
              </a:defRPr>
            </a:lvl1pPr>
          </a:lstStyle>
          <a:p>
            <a:r>
              <a:rPr lang="en-US"/>
              <a:t>Content with Large Image on the Right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p>
            <a:fld id="{7750942F-FE04-4295-8AA7-1B8CA8C1E7F5}" type="datetime1">
              <a:rPr lang="en-US" smtClean="0"/>
              <a:t>3/17/25</a:t>
            </a:fld>
            <a:endParaRPr lang="en-US"/>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a:xfrm>
            <a:off x="11674225" y="5415563"/>
            <a:ext cx="305503" cy="306298"/>
          </a:xfrm>
          <a:ln>
            <a:solidFill>
              <a:schemeClr val="tx1"/>
            </a:solidFill>
          </a:ln>
        </p:spPr>
        <p:txBody>
          <a:bodyPr/>
          <a:lstStyle>
            <a:lvl1pPr>
              <a:defRPr>
                <a:solidFill>
                  <a:schemeClr val="tx1"/>
                </a:solidFill>
              </a:defRPr>
            </a:lvl1pPr>
          </a:lstStyle>
          <a:p>
            <a:fld id="{545951DD-1C6A-495F-8185-4C73F8F8B75A}" type="slidenum">
              <a:rPr lang="en-US" smtClean="0"/>
              <a:pPr/>
              <a:t>‹#›</a:t>
            </a:fld>
            <a:endParaRPr lang="en-US"/>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897879" y="3619110"/>
            <a:ext cx="4106853" cy="1524548"/>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206357EE-7324-4E9D-A650-60C96D800F81}"/>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For a library of presentation-ready images, visit the library </a:t>
            </a:r>
            <a:r>
              <a:rPr lang="en-US" sz="900">
                <a:solidFill>
                  <a:schemeClr val="bg1"/>
                </a:solidFill>
              </a:rPr>
              <a:t>on 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hlinkClick r:id="rId3"/>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p:txBody>
      </p:sp>
      <p:sp>
        <p:nvSpPr>
          <p:cNvPr id="7" name="Picture Placeholder 4">
            <a:extLst>
              <a:ext uri="{FF2B5EF4-FFF2-40B4-BE49-F238E27FC236}">
                <a16:creationId xmlns:a16="http://schemas.microsoft.com/office/drawing/2014/main" id="{EBBFB1AC-062E-48E2-DEA0-70D332678B00}"/>
              </a:ext>
            </a:extLst>
          </p:cNvPr>
          <p:cNvSpPr>
            <a:spLocks noGrp="1"/>
          </p:cNvSpPr>
          <p:nvPr>
            <p:ph type="pic" sz="quarter" idx="14" hasCustomPrompt="1"/>
          </p:nvPr>
        </p:nvSpPr>
        <p:spPr>
          <a:xfrm>
            <a:off x="5634680" y="580769"/>
            <a:ext cx="5881817" cy="5609968"/>
          </a:xfrm>
          <a:prstGeom prst="rect">
            <a:avLst/>
          </a:prstGeom>
          <a:ln>
            <a:noFill/>
          </a:ln>
        </p:spPr>
        <p:txBody>
          <a:bodyPr bIns="822960" anchor="ctr"/>
          <a:lstStyle>
            <a:lvl1pPr marL="0" indent="0" algn="ctr">
              <a:buNone/>
              <a:defRPr/>
            </a:lvl1pPr>
          </a:lstStyle>
          <a:p>
            <a:r>
              <a:rPr lang="en-US"/>
              <a:t>Click the Icon to Insert Image</a:t>
            </a:r>
          </a:p>
        </p:txBody>
      </p:sp>
      <p:sp>
        <p:nvSpPr>
          <p:cNvPr id="11" name="Footer Placeholder 5">
            <a:extLst>
              <a:ext uri="{FF2B5EF4-FFF2-40B4-BE49-F238E27FC236}">
                <a16:creationId xmlns:a16="http://schemas.microsoft.com/office/drawing/2014/main" id="{04AFA2B4-3E35-AF4F-2DC1-EE3201A44FB4}"/>
              </a:ext>
            </a:extLst>
          </p:cNvPr>
          <p:cNvSpPr>
            <a:spLocks noGrp="1"/>
          </p:cNvSpPr>
          <p:nvPr>
            <p:ph type="ftr" sz="quarter" idx="11"/>
          </p:nvPr>
        </p:nvSpPr>
        <p:spPr>
          <a:xfrm>
            <a:off x="342900" y="6394105"/>
            <a:ext cx="5251801" cy="365125"/>
          </a:xfrm>
        </p:spPr>
        <p:txBody>
          <a:bodyPr/>
          <a:lstStyle/>
          <a:p>
            <a:endParaRPr lang="en-US"/>
          </a:p>
        </p:txBody>
      </p:sp>
    </p:spTree>
    <p:extLst>
      <p:ext uri="{BB962C8B-B14F-4D97-AF65-F5344CB8AC3E}">
        <p14:creationId xmlns:p14="http://schemas.microsoft.com/office/powerpoint/2010/main" val="330005686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ext with Large Left Image - Dk Purple">
    <p:bg bwMode="gray">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66A34F3-535E-D168-1C7B-A0D34E551C87}"/>
              </a:ext>
            </a:extLst>
          </p:cNvPr>
          <p:cNvSpPr/>
          <p:nvPr userDrawn="1"/>
        </p:nvSpPr>
        <p:spPr>
          <a:xfrm>
            <a:off x="5681764" y="556054"/>
            <a:ext cx="5793342" cy="560996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412418" y="991133"/>
            <a:ext cx="4683950" cy="2006284"/>
          </a:xfrm>
        </p:spPr>
        <p:txBody>
          <a:bodyPr/>
          <a:lstStyle>
            <a:lvl1pPr>
              <a:defRPr>
                <a:solidFill>
                  <a:schemeClr val="tx1"/>
                </a:solidFill>
              </a:defRPr>
            </a:lvl1pPr>
          </a:lstStyle>
          <a:p>
            <a:r>
              <a:rPr lang="en-US"/>
              <a:t>Content with Large Image on the Left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p>
            <a:fld id="{F3AC5A41-916D-4914-928C-14F9E3496C2D}" type="datetime1">
              <a:rPr lang="en-US" smtClean="0"/>
              <a:t>3/17/25</a:t>
            </a:fld>
            <a:endParaRPr lang="en-US"/>
          </a:p>
        </p:txBody>
      </p:sp>
      <p:sp>
        <p:nvSpPr>
          <p:cNvPr id="4" name="Footer Placeholder 3">
            <a:extLst>
              <a:ext uri="{FF2B5EF4-FFF2-40B4-BE49-F238E27FC236}">
                <a16:creationId xmlns:a16="http://schemas.microsoft.com/office/drawing/2014/main" id="{932DC89B-4068-48CC-854E-8194F94552EB}"/>
              </a:ext>
            </a:extLst>
          </p:cNvPr>
          <p:cNvSpPr>
            <a:spLocks noGrp="1"/>
          </p:cNvSpPr>
          <p:nvPr>
            <p:ph type="ftr" sz="quarter" idx="11"/>
          </p:nvPr>
        </p:nvSpPr>
        <p:spPr>
          <a:xfrm>
            <a:off x="6407935" y="6394105"/>
            <a:ext cx="4194827" cy="365125"/>
          </a:xfrm>
        </p:spPr>
        <p:txBody>
          <a:bodyPr/>
          <a:lstStyle/>
          <a:p>
            <a:endParaRPr lang="en-US"/>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p:txBody>
          <a:bodyPr/>
          <a:lstStyle/>
          <a:p>
            <a:fld id="{545951DD-1C6A-495F-8185-4C73F8F8B75A}" type="slidenum">
              <a:rPr lang="en-US" smtClean="0"/>
              <a:pPr/>
              <a:t>‹#›</a:t>
            </a:fld>
            <a:endParaRPr lang="en-US"/>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6407935" y="3263945"/>
            <a:ext cx="4683500" cy="2519700"/>
          </a:xfrm>
        </p:spPr>
        <p:txBody>
          <a:bodyPr/>
          <a:lstStyle>
            <a:lvl1pPr>
              <a:buClr>
                <a:schemeClr val="accent4"/>
              </a:buClr>
              <a:defRPr/>
            </a:lvl1pPr>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3ECFAEC9-107E-4C12-8C20-C62DC077EDC5}"/>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For a library of presentation-ready images, visit the library </a:t>
            </a:r>
            <a:r>
              <a:rPr lang="en-US" sz="900">
                <a:solidFill>
                  <a:schemeClr val="bg1"/>
                </a:solidFill>
              </a:rPr>
              <a:t>on 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hlinkClick r:id="rId3"/>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p:txBody>
      </p:sp>
      <p:sp>
        <p:nvSpPr>
          <p:cNvPr id="6" name="Picture Placeholder 4">
            <a:extLst>
              <a:ext uri="{FF2B5EF4-FFF2-40B4-BE49-F238E27FC236}">
                <a16:creationId xmlns:a16="http://schemas.microsoft.com/office/drawing/2014/main" id="{28FA5F90-CC48-8392-5B76-6A50CC473E3E}"/>
              </a:ext>
            </a:extLst>
          </p:cNvPr>
          <p:cNvSpPr>
            <a:spLocks noGrp="1"/>
          </p:cNvSpPr>
          <p:nvPr>
            <p:ph type="pic" sz="quarter" idx="14" hasCustomPrompt="1"/>
          </p:nvPr>
        </p:nvSpPr>
        <p:spPr>
          <a:xfrm>
            <a:off x="5542" y="0"/>
            <a:ext cx="5793342" cy="6857999"/>
          </a:xfrm>
          <a:prstGeom prst="rect">
            <a:avLst/>
          </a:prstGeom>
          <a:ln>
            <a:noFill/>
          </a:ln>
        </p:spPr>
        <p:txBody>
          <a:bodyPr bIns="822960" anchor="ctr"/>
          <a:lstStyle>
            <a:lvl1pPr marL="0" indent="0" algn="ctr">
              <a:buNone/>
              <a:defRPr/>
            </a:lvl1pPr>
          </a:lstStyle>
          <a:p>
            <a:r>
              <a:rPr lang="en-US"/>
              <a:t>Click the Icon to Insert Image</a:t>
            </a:r>
          </a:p>
        </p:txBody>
      </p:sp>
    </p:spTree>
    <p:extLst>
      <p:ext uri="{BB962C8B-B14F-4D97-AF65-F5344CB8AC3E}">
        <p14:creationId xmlns:p14="http://schemas.microsoft.com/office/powerpoint/2010/main" val="87707493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ext with Left Image - Dark Bg">
    <p:bg bwMode="ltGray">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CD822-AC3E-9535-CFA0-156ABCA3E84A}"/>
              </a:ext>
            </a:extLst>
          </p:cNvPr>
          <p:cNvSpPr>
            <a:spLocks noGrp="1"/>
          </p:cNvSpPr>
          <p:nvPr>
            <p:ph type="title" hasCustomPrompt="1"/>
          </p:nvPr>
        </p:nvSpPr>
        <p:spPr>
          <a:xfrm>
            <a:off x="6095999" y="1774065"/>
            <a:ext cx="4977414" cy="1955308"/>
          </a:xfrm>
        </p:spPr>
        <p:txBody>
          <a:bodyPr/>
          <a:lstStyle>
            <a:lvl1pPr>
              <a:defRPr>
                <a:solidFill>
                  <a:schemeClr val="tx1"/>
                </a:solidFill>
              </a:defRPr>
            </a:lvl1pPr>
          </a:lstStyle>
          <a:p>
            <a:r>
              <a:rPr lang="en-US">
                <a:solidFill>
                  <a:schemeClr val="tx1">
                    <a:lumMod val="95000"/>
                  </a:schemeClr>
                </a:solidFill>
              </a:rPr>
              <a:t>Divider or Impact Slide Option 2</a:t>
            </a:r>
          </a:p>
        </p:txBody>
      </p:sp>
      <p:sp>
        <p:nvSpPr>
          <p:cNvPr id="5" name="Text Placeholder 12">
            <a:extLst>
              <a:ext uri="{FF2B5EF4-FFF2-40B4-BE49-F238E27FC236}">
                <a16:creationId xmlns:a16="http://schemas.microsoft.com/office/drawing/2014/main" id="{061B5DED-D73D-015F-4AE5-745B1E18C4D0}"/>
              </a:ext>
            </a:extLst>
          </p:cNvPr>
          <p:cNvSpPr>
            <a:spLocks noGrp="1"/>
          </p:cNvSpPr>
          <p:nvPr>
            <p:ph type="body" sz="quarter" idx="14"/>
          </p:nvPr>
        </p:nvSpPr>
        <p:spPr bwMode="white">
          <a:xfrm>
            <a:off x="6096000" y="3841968"/>
            <a:ext cx="4977413" cy="1301750"/>
          </a:xfrm>
        </p:spPr>
        <p:txBody>
          <a:bodyPr/>
          <a:lstStyle>
            <a:lvl1pPr>
              <a:buClr>
                <a:schemeClr val="accent4"/>
              </a:buClr>
              <a:defRPr/>
            </a:lvl1pPr>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7">
            <a:extLst>
              <a:ext uri="{FF2B5EF4-FFF2-40B4-BE49-F238E27FC236}">
                <a16:creationId xmlns:a16="http://schemas.microsoft.com/office/drawing/2014/main" id="{0DA05514-6B1B-9F0E-84BF-814FDC4826EB}"/>
              </a:ext>
            </a:extLst>
          </p:cNvPr>
          <p:cNvSpPr>
            <a:spLocks noGrp="1"/>
          </p:cNvSpPr>
          <p:nvPr>
            <p:ph type="pic" sz="quarter" idx="15" hasCustomPrompt="1"/>
          </p:nvPr>
        </p:nvSpPr>
        <p:spPr>
          <a:xfrm>
            <a:off x="0" y="0"/>
            <a:ext cx="4078444" cy="6858000"/>
          </a:xfrm>
        </p:spPr>
        <p:txBody>
          <a:bodyPr bIns="914400" anchor="ctr"/>
          <a:lstStyle>
            <a:lvl1pPr marL="0" indent="0" algn="ctr">
              <a:buFontTx/>
              <a:buNone/>
              <a:defRPr/>
            </a:lvl1pPr>
          </a:lstStyle>
          <a:p>
            <a:r>
              <a:rPr lang="en-US"/>
              <a:t>Click the Icon to Insert Image</a:t>
            </a:r>
          </a:p>
        </p:txBody>
      </p:sp>
      <p:sp>
        <p:nvSpPr>
          <p:cNvPr id="3" name="TextBox 2">
            <a:extLst>
              <a:ext uri="{FF2B5EF4-FFF2-40B4-BE49-F238E27FC236}">
                <a16:creationId xmlns:a16="http://schemas.microsoft.com/office/drawing/2014/main" id="{6FAC5571-E6BE-8030-4F4B-C6D3C5C62005}"/>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2D2926"/>
                </a:solidFill>
                <a:effectLst/>
                <a:uLnTx/>
                <a:uFillTx/>
              </a:rPr>
              <a:t>TEMPLATE NOTES </a:t>
            </a:r>
            <a:br>
              <a:rPr kumimoji="0" lang="en-US" sz="900" b="1" i="0" u="none" strike="noStrike" kern="0" cap="none" spc="0" normalizeH="0" baseline="0" noProof="0">
                <a:ln>
                  <a:noFill/>
                </a:ln>
                <a:solidFill>
                  <a:srgbClr val="2D2926"/>
                </a:solidFill>
                <a:effectLst/>
                <a:uLnTx/>
                <a:uFillTx/>
              </a:rPr>
            </a:br>
            <a:r>
              <a:rPr kumimoji="0" lang="en-US" sz="900" b="0" i="1" u="none" strike="noStrike" kern="0" cap="none" spc="0" normalizeH="0" baseline="0" noProof="0">
                <a:ln>
                  <a:noFill/>
                </a:ln>
                <a:solidFill>
                  <a:srgbClr val="2D2926"/>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2D2926"/>
                </a:solidFill>
                <a:effectLst/>
                <a:uLnTx/>
                <a:uFillTx/>
              </a:rPr>
              <a:t>For a library of presentation-ready images, visit the library on SharePoint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Marketing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Documents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Design Resources &gt;  PowerPoint Templates &gt; Anytime Fitness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PPT Image Library.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Or, simply type in this URL: </a:t>
            </a:r>
            <a:r>
              <a:rPr kumimoji="0" lang="en-US" sz="900" b="0" i="0" u="none" strike="noStrike" kern="0" cap="none" spc="0" normalizeH="0" baseline="0" noProof="0">
                <a:ln>
                  <a:noFill/>
                </a:ln>
                <a:solidFill>
                  <a:srgbClr val="FF7500"/>
                </a:solidFill>
                <a:effectLst/>
                <a:uLnTx/>
                <a:uFillTx/>
                <a:hlinkClick r:id="rId2">
                  <a:extLst>
                    <a:ext uri="{A12FA001-AC4F-418D-AE19-62706E023703}">
                      <ahyp:hlinkClr xmlns:ahyp="http://schemas.microsoft.com/office/drawing/2018/hyperlinkcolor" val="tx"/>
                    </a:ext>
                  </a:extLst>
                </a:hlinkClick>
              </a:rPr>
              <a:t>bit.ly/AF-PPT</a:t>
            </a:r>
            <a:r>
              <a:rPr kumimoji="0" lang="en-US" sz="900" b="0" i="0" u="none" strike="noStrike" kern="0" cap="none" spc="0" normalizeH="0" baseline="0" noProof="0">
                <a:ln>
                  <a:noFill/>
                </a:ln>
                <a:solidFill>
                  <a:srgbClr val="FF7500"/>
                </a:solidFill>
                <a:effectLst/>
                <a:uLnTx/>
                <a:uFillTx/>
              </a:rPr>
              <a:t> </a:t>
            </a:r>
            <a:endParaRPr kumimoji="0" lang="en-US" sz="900" b="0" i="1" u="none" strike="noStrike" kern="0" cap="none" spc="0" normalizeH="0" baseline="0" noProof="0">
              <a:ln>
                <a:noFill/>
              </a:ln>
              <a:solidFill>
                <a:srgbClr val="FF75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p:txBody>
      </p:sp>
      <p:pic>
        <p:nvPicPr>
          <p:cNvPr id="7" name="Picture 6">
            <a:extLst>
              <a:ext uri="{FF2B5EF4-FFF2-40B4-BE49-F238E27FC236}">
                <a16:creationId xmlns:a16="http://schemas.microsoft.com/office/drawing/2014/main" id="{E76671F2-0D61-52BC-4697-DAF58767F2CA}"/>
              </a:ext>
            </a:extLst>
          </p:cNvPr>
          <p:cNvPicPr>
            <a:picLocks noChangeAspect="1"/>
          </p:cNvPicPr>
          <p:nvPr userDrawn="1"/>
        </p:nvPicPr>
        <p:blipFill>
          <a:blip r:embed="rId3"/>
          <a:stretch>
            <a:fillRect/>
          </a:stretch>
        </p:blipFill>
        <p:spPr>
          <a:xfrm>
            <a:off x="4078444" y="0"/>
            <a:ext cx="1572768" cy="6858000"/>
          </a:xfrm>
          <a:prstGeom prst="rect">
            <a:avLst/>
          </a:prstGeom>
        </p:spPr>
      </p:pic>
      <p:sp>
        <p:nvSpPr>
          <p:cNvPr id="10" name="Date Placeholder 9">
            <a:extLst>
              <a:ext uri="{FF2B5EF4-FFF2-40B4-BE49-F238E27FC236}">
                <a16:creationId xmlns:a16="http://schemas.microsoft.com/office/drawing/2014/main" id="{8083A65D-4331-EE9C-4E88-FB1161B83003}"/>
              </a:ext>
            </a:extLst>
          </p:cNvPr>
          <p:cNvSpPr>
            <a:spLocks noGrp="1"/>
          </p:cNvSpPr>
          <p:nvPr>
            <p:ph type="dt" sz="half" idx="16"/>
          </p:nvPr>
        </p:nvSpPr>
        <p:spPr/>
        <p:txBody>
          <a:bodyPr/>
          <a:lstStyle/>
          <a:p>
            <a:fld id="{B7EB65F7-02F7-4C03-9B5E-0F72A9F540CE}" type="datetime1">
              <a:rPr lang="en-US" smtClean="0"/>
              <a:pPr/>
              <a:t>3/17/25</a:t>
            </a:fld>
            <a:endParaRPr lang="en-US"/>
          </a:p>
        </p:txBody>
      </p:sp>
      <p:sp>
        <p:nvSpPr>
          <p:cNvPr id="11" name="Footer Placeholder 10">
            <a:extLst>
              <a:ext uri="{FF2B5EF4-FFF2-40B4-BE49-F238E27FC236}">
                <a16:creationId xmlns:a16="http://schemas.microsoft.com/office/drawing/2014/main" id="{569641BE-1BE1-EB54-23B4-6F4B33A13E9D}"/>
              </a:ext>
            </a:extLst>
          </p:cNvPr>
          <p:cNvSpPr>
            <a:spLocks noGrp="1"/>
          </p:cNvSpPr>
          <p:nvPr>
            <p:ph type="ftr" sz="quarter" idx="17"/>
          </p:nvPr>
        </p:nvSpPr>
        <p:spPr>
          <a:xfrm>
            <a:off x="6096000" y="6394105"/>
            <a:ext cx="4506761" cy="365125"/>
          </a:xfrm>
        </p:spPr>
        <p:txBody>
          <a:bodyPr/>
          <a:lstStyle/>
          <a:p>
            <a:endParaRPr lang="en-US"/>
          </a:p>
        </p:txBody>
      </p:sp>
      <p:sp>
        <p:nvSpPr>
          <p:cNvPr id="12" name="Slide Number Placeholder 11">
            <a:extLst>
              <a:ext uri="{FF2B5EF4-FFF2-40B4-BE49-F238E27FC236}">
                <a16:creationId xmlns:a16="http://schemas.microsoft.com/office/drawing/2014/main" id="{167A052B-5F77-C85C-6A56-14AC15161947}"/>
              </a:ext>
            </a:extLst>
          </p:cNvPr>
          <p:cNvSpPr>
            <a:spLocks noGrp="1"/>
          </p:cNvSpPr>
          <p:nvPr>
            <p:ph type="sldNum" sz="quarter" idx="18"/>
          </p:nvPr>
        </p:nvSpPr>
        <p:spPr/>
        <p:txBody>
          <a:bodyPr/>
          <a:lstStyle/>
          <a:p>
            <a:fld id="{545951DD-1C6A-495F-8185-4C73F8F8B75A}" type="slidenum">
              <a:rPr lang="en-US" smtClean="0"/>
              <a:pPr/>
              <a:t>‹#›</a:t>
            </a:fld>
            <a:endParaRPr lang="en-US"/>
          </a:p>
        </p:txBody>
      </p:sp>
    </p:spTree>
    <p:extLst>
      <p:ext uri="{BB962C8B-B14F-4D97-AF65-F5344CB8AC3E}">
        <p14:creationId xmlns:p14="http://schemas.microsoft.com/office/powerpoint/2010/main" val="364478954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Text with Large Left Image - Light Bg">
    <p:bg>
      <p:bgRef idx="1001">
        <a:schemeClr val="bg1"/>
      </p:bgRef>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3390CDE5-E10E-9F48-C106-7D987530EDB9}"/>
              </a:ext>
            </a:extLst>
          </p:cNvPr>
          <p:cNvSpPr>
            <a:spLocks noGrp="1"/>
          </p:cNvSpPr>
          <p:nvPr>
            <p:ph type="pic" sz="quarter" idx="18" hasCustomPrompt="1"/>
          </p:nvPr>
        </p:nvSpPr>
        <p:spPr>
          <a:xfrm>
            <a:off x="0" y="0"/>
            <a:ext cx="6557319" cy="6857999"/>
          </a:xfrm>
          <a:prstGeom prst="rect">
            <a:avLst/>
          </a:prstGeom>
          <a:ln>
            <a:noFill/>
          </a:ln>
        </p:spPr>
        <p:txBody>
          <a:bodyPr bIns="822960" anchor="ctr"/>
          <a:lstStyle>
            <a:lvl1pPr marL="0" indent="0" algn="ctr">
              <a:buNone/>
              <a:defRPr/>
            </a:lvl1pPr>
          </a:lstStyle>
          <a:p>
            <a:r>
              <a:rPr lang="en-US"/>
              <a:t>Click the Icon to Insert Image</a:t>
            </a:r>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974811" y="665652"/>
            <a:ext cx="4022175" cy="2006284"/>
          </a:xfrm>
        </p:spPr>
        <p:txBody>
          <a:bodyPr/>
          <a:lstStyle>
            <a:lvl1pPr>
              <a:defRPr>
                <a:solidFill>
                  <a:schemeClr val="accent1"/>
                </a:solidFill>
              </a:defRPr>
            </a:lvl1pPr>
          </a:lstStyle>
          <a:p>
            <a:r>
              <a:rPr lang="en-US"/>
              <a:t>Text with Large Image</a:t>
            </a:r>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6970328" y="2938463"/>
            <a:ext cx="4021789" cy="3081337"/>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7E588E7E-D8D9-4FCD-AE09-B830C7371667}"/>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tx1"/>
                </a:solidFill>
                <a:effectLst/>
                <a:uLnTx/>
                <a:uFillTx/>
              </a:rPr>
              <a:t>TEMPLATE NOTES </a:t>
            </a:r>
            <a:br>
              <a:rPr kumimoji="0" lang="en-US" sz="900" b="1" i="0" u="none" strike="noStrike" kern="0" cap="none" spc="0" normalizeH="0" baseline="0" noProof="0">
                <a:ln>
                  <a:noFill/>
                </a:ln>
                <a:solidFill>
                  <a:schemeClr val="tx1"/>
                </a:solidFill>
                <a:effectLst/>
                <a:uLnTx/>
                <a:uFillTx/>
              </a:rPr>
            </a:br>
            <a:r>
              <a:rPr kumimoji="0" lang="en-US" sz="900" b="0" i="1" u="none" strike="noStrike" kern="0" cap="none" spc="0" normalizeH="0" baseline="0" noProof="0">
                <a:ln>
                  <a:noFill/>
                </a:ln>
                <a:solidFill>
                  <a:schemeClr val="tx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For a library of presentation-ready images, visit the library on </a:t>
            </a:r>
            <a:r>
              <a:rPr lang="en-US" sz="900">
                <a:solidFill>
                  <a:schemeClr val="tx1"/>
                </a:solidFill>
              </a:rPr>
              <a:t>SharePoint &gt; </a:t>
            </a:r>
            <a:br>
              <a:rPr lang="en-US" sz="900">
                <a:solidFill>
                  <a:schemeClr val="tx1"/>
                </a:solidFill>
              </a:rPr>
            </a:br>
            <a:r>
              <a:rPr lang="en-US" sz="900">
                <a:solidFill>
                  <a:schemeClr val="tx1"/>
                </a:solidFill>
              </a:rPr>
              <a:t>Marketing &gt; </a:t>
            </a:r>
            <a:br>
              <a:rPr lang="en-US" sz="900">
                <a:solidFill>
                  <a:schemeClr val="tx1"/>
                </a:solidFill>
              </a:rPr>
            </a:br>
            <a:r>
              <a:rPr lang="en-US" sz="900">
                <a:solidFill>
                  <a:schemeClr val="tx1"/>
                </a:solidFill>
              </a:rPr>
              <a:t>Documents &gt; </a:t>
            </a:r>
            <a:br>
              <a:rPr lang="en-US" sz="900">
                <a:solidFill>
                  <a:schemeClr val="tx1"/>
                </a:solidFill>
              </a:rPr>
            </a:br>
            <a:r>
              <a:rPr lang="en-US" sz="900">
                <a:solidFill>
                  <a:schemeClr val="tx1"/>
                </a:solidFill>
              </a:rPr>
              <a:t>Design Resources &gt;  PowerPoint Templates &gt; Anytime Fitness &gt; </a:t>
            </a:r>
            <a:br>
              <a:rPr lang="en-US" sz="900">
                <a:solidFill>
                  <a:schemeClr val="tx1"/>
                </a:solidFill>
              </a:rPr>
            </a:br>
            <a:r>
              <a:rPr lang="en-US" sz="900">
                <a:solidFill>
                  <a:schemeClr val="tx1"/>
                </a:solidFill>
              </a:rPr>
              <a:t>PPT Image Library. </a:t>
            </a:r>
            <a:br>
              <a:rPr lang="en-US" sz="900">
                <a:solidFill>
                  <a:schemeClr val="tx1"/>
                </a:solidFill>
              </a:rPr>
            </a:br>
            <a:r>
              <a:rPr lang="en-US" sz="900">
                <a:solidFill>
                  <a:schemeClr val="tx1"/>
                </a:solidFill>
              </a:rPr>
              <a:t>Or, simply type in this URL: </a:t>
            </a:r>
            <a:r>
              <a:rPr lang="en-US" sz="900">
                <a:solidFill>
                  <a:schemeClr val="accent6"/>
                </a:solidFill>
                <a:hlinkClick r:id="rId2">
                  <a:extLst>
                    <a:ext uri="{A12FA001-AC4F-418D-AE19-62706E023703}">
                      <ahyp:hlinkClr xmlns:ahyp="http://schemas.microsoft.com/office/drawing/2018/hyperlinkcolor" val="tx"/>
                    </a:ext>
                  </a:extLst>
                </a:hlinkClick>
              </a:rPr>
              <a:t>bit.ly/AF-PPT</a:t>
            </a:r>
            <a:r>
              <a:rPr lang="en-US" sz="900">
                <a:solidFill>
                  <a:schemeClr val="accent6"/>
                </a:solidFill>
              </a:rPr>
              <a:t> </a:t>
            </a:r>
            <a:endParaRPr lang="en-US" sz="900" i="1">
              <a:solidFill>
                <a:schemeClr val="accent6"/>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p:txBody>
      </p:sp>
      <p:sp>
        <p:nvSpPr>
          <p:cNvPr id="13" name="Footer Placeholder 12">
            <a:extLst>
              <a:ext uri="{FF2B5EF4-FFF2-40B4-BE49-F238E27FC236}">
                <a16:creationId xmlns:a16="http://schemas.microsoft.com/office/drawing/2014/main" id="{168B3CC2-AFD1-4477-B45D-28E1464D08F1}"/>
              </a:ext>
            </a:extLst>
          </p:cNvPr>
          <p:cNvSpPr>
            <a:spLocks noGrp="1"/>
          </p:cNvSpPr>
          <p:nvPr>
            <p:ph type="ftr" sz="quarter" idx="17"/>
          </p:nvPr>
        </p:nvSpPr>
        <p:spPr>
          <a:xfrm>
            <a:off x="6970328" y="6394105"/>
            <a:ext cx="4361261" cy="365125"/>
          </a:xfrm>
        </p:spPr>
        <p:txBody>
          <a:bodyPr/>
          <a:lstStyle/>
          <a:p>
            <a:endParaRPr lang="en-US"/>
          </a:p>
        </p:txBody>
      </p:sp>
      <p:pic>
        <p:nvPicPr>
          <p:cNvPr id="3" name="Picture 2">
            <a:extLst>
              <a:ext uri="{FF2B5EF4-FFF2-40B4-BE49-F238E27FC236}">
                <a16:creationId xmlns:a16="http://schemas.microsoft.com/office/drawing/2014/main" id="{161E6687-4B96-E3CB-765F-312A09794CB2}"/>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982" r="93760"/>
          <a:stretch/>
        </p:blipFill>
        <p:spPr>
          <a:xfrm>
            <a:off x="11651211" y="0"/>
            <a:ext cx="540789" cy="6858000"/>
          </a:xfrm>
          <a:prstGeom prst="rect">
            <a:avLst/>
          </a:prstGeom>
        </p:spPr>
      </p:pic>
      <p:pic>
        <p:nvPicPr>
          <p:cNvPr id="5" name="Graphic 4">
            <a:extLst>
              <a:ext uri="{FF2B5EF4-FFF2-40B4-BE49-F238E27FC236}">
                <a16:creationId xmlns:a16="http://schemas.microsoft.com/office/drawing/2014/main" id="{7962B426-EE28-3D4F-2226-AB989EB3A17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70966"/>
            <a:ext cx="911645" cy="241661"/>
          </a:xfrm>
          <a:prstGeom prst="rect">
            <a:avLst/>
          </a:prstGeom>
        </p:spPr>
      </p:pic>
      <p:sp>
        <p:nvSpPr>
          <p:cNvPr id="6" name="Date Placeholder 5">
            <a:extLst>
              <a:ext uri="{FF2B5EF4-FFF2-40B4-BE49-F238E27FC236}">
                <a16:creationId xmlns:a16="http://schemas.microsoft.com/office/drawing/2014/main" id="{812A9857-7E1B-8723-2438-760855E5C06B}"/>
              </a:ext>
            </a:extLst>
          </p:cNvPr>
          <p:cNvSpPr>
            <a:spLocks noGrp="1"/>
          </p:cNvSpPr>
          <p:nvPr>
            <p:ph type="dt" sz="half" idx="19"/>
          </p:nvPr>
        </p:nvSpPr>
        <p:spPr/>
        <p:txBody>
          <a:bodyPr/>
          <a:lstStyle/>
          <a:p>
            <a:fld id="{B7EB65F7-02F7-4C03-9B5E-0F72A9F540CE}" type="datetime1">
              <a:rPr lang="en-US" smtClean="0"/>
              <a:pPr/>
              <a:t>3/17/25</a:t>
            </a:fld>
            <a:endParaRPr lang="en-US"/>
          </a:p>
        </p:txBody>
      </p:sp>
      <p:sp>
        <p:nvSpPr>
          <p:cNvPr id="10" name="Slide Number Placeholder 9">
            <a:extLst>
              <a:ext uri="{FF2B5EF4-FFF2-40B4-BE49-F238E27FC236}">
                <a16:creationId xmlns:a16="http://schemas.microsoft.com/office/drawing/2014/main" id="{B06EBAB5-213A-F3AD-DB61-0953276BD31F}"/>
              </a:ext>
            </a:extLst>
          </p:cNvPr>
          <p:cNvSpPr>
            <a:spLocks noGrp="1"/>
          </p:cNvSpPr>
          <p:nvPr>
            <p:ph type="sldNum" sz="quarter" idx="20"/>
          </p:nvPr>
        </p:nvSpPr>
        <p:spPr>
          <a:ln>
            <a:solidFill>
              <a:schemeClr val="bg2">
                <a:lumMod val="90000"/>
              </a:schemeClr>
            </a:solidFill>
          </a:ln>
        </p:spPr>
        <p:txBody>
          <a:bodyPr/>
          <a:lstStyle>
            <a:lvl1pPr>
              <a:defRPr>
                <a:solidFill>
                  <a:schemeClr val="bg1"/>
                </a:solidFill>
              </a:defRPr>
            </a:lvl1pPr>
          </a:lstStyle>
          <a:p>
            <a:fld id="{545951DD-1C6A-495F-8185-4C73F8F8B75A}" type="slidenum">
              <a:rPr lang="en-US" smtClean="0"/>
              <a:pPr/>
              <a:t>‹#›</a:t>
            </a:fld>
            <a:endParaRPr lang="en-US"/>
          </a:p>
        </p:txBody>
      </p:sp>
    </p:spTree>
    <p:extLst>
      <p:ext uri="{BB962C8B-B14F-4D97-AF65-F5344CB8AC3E}">
        <p14:creationId xmlns:p14="http://schemas.microsoft.com/office/powerpoint/2010/main" val="1819443670"/>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Text with Large Left Image - Dark Purple">
    <p:bg>
      <p:bgPr>
        <a:solidFill>
          <a:schemeClr val="accent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3390CDE5-E10E-9F48-C106-7D987530EDB9}"/>
              </a:ext>
            </a:extLst>
          </p:cNvPr>
          <p:cNvSpPr>
            <a:spLocks noGrp="1"/>
          </p:cNvSpPr>
          <p:nvPr>
            <p:ph type="pic" sz="quarter" idx="18" hasCustomPrompt="1"/>
          </p:nvPr>
        </p:nvSpPr>
        <p:spPr>
          <a:xfrm>
            <a:off x="0" y="0"/>
            <a:ext cx="6557319" cy="6857999"/>
          </a:xfrm>
          <a:prstGeom prst="rect">
            <a:avLst/>
          </a:prstGeom>
          <a:ln>
            <a:noFill/>
          </a:ln>
        </p:spPr>
        <p:txBody>
          <a:bodyPr bIns="822960" anchor="ctr"/>
          <a:lstStyle>
            <a:lvl1pPr marL="0" indent="0" algn="ctr">
              <a:buNone/>
              <a:defRPr/>
            </a:lvl1pPr>
          </a:lstStyle>
          <a:p>
            <a:r>
              <a:rPr lang="en-US"/>
              <a:t>Click the Icon to Insert Image</a:t>
            </a:r>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974811" y="665652"/>
            <a:ext cx="4022175" cy="2006284"/>
          </a:xfrm>
        </p:spPr>
        <p:txBody>
          <a:bodyPr/>
          <a:lstStyle>
            <a:lvl1pPr>
              <a:defRPr>
                <a:solidFill>
                  <a:schemeClr val="tx1"/>
                </a:solidFill>
              </a:defRPr>
            </a:lvl1pPr>
          </a:lstStyle>
          <a:p>
            <a:r>
              <a:rPr lang="en-US"/>
              <a:t>Text with Large Image</a:t>
            </a:r>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6970328" y="2938463"/>
            <a:ext cx="4021789" cy="3081337"/>
          </a:xfrm>
        </p:spPr>
        <p:txBody>
          <a:bodyPr/>
          <a:lstStyle>
            <a:lvl1pPr>
              <a:buClr>
                <a:schemeClr val="accent4"/>
              </a:buClr>
              <a:defRPr/>
            </a:lvl1pPr>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7E588E7E-D8D9-4FCD-AE09-B830C7371667}"/>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bg1"/>
                </a:solidFill>
                <a:effectLst/>
                <a:uLnTx/>
                <a:uFillTx/>
              </a:rPr>
              <a:t>TEMPLATE NOTES </a:t>
            </a:r>
            <a:br>
              <a:rPr kumimoji="0" lang="en-US" sz="900" b="1" i="0" u="none" strike="noStrike" kern="0" cap="none" spc="0" normalizeH="0" baseline="0" noProof="0">
                <a:ln>
                  <a:noFill/>
                </a:ln>
                <a:solidFill>
                  <a:schemeClr val="bg1"/>
                </a:solidFill>
                <a:effectLst/>
                <a:uLnTx/>
                <a:uFillTx/>
              </a:rPr>
            </a:br>
            <a:r>
              <a:rPr kumimoji="0" lang="en-US" sz="900" b="0" i="1" u="none" strike="noStrike" kern="0" cap="none" spc="0" normalizeH="0" baseline="0" noProof="0">
                <a:ln>
                  <a:noFill/>
                </a:ln>
                <a:solidFill>
                  <a:schemeClr val="bg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bg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rPr>
              <a:t>For a library of presentation-ready images, visit the library on </a:t>
            </a:r>
            <a:r>
              <a:rPr lang="en-US" sz="900">
                <a:solidFill>
                  <a:schemeClr val="bg1"/>
                </a:solidFill>
              </a:rPr>
              <a:t>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solidFill>
                  <a:schemeClr val="accent6"/>
                </a:solidFill>
                <a:hlinkClick r:id="rId2">
                  <a:extLst>
                    <a:ext uri="{A12FA001-AC4F-418D-AE19-62706E023703}">
                      <ahyp:hlinkClr xmlns:ahyp="http://schemas.microsoft.com/office/drawing/2018/hyperlinkcolor" val="tx"/>
                    </a:ext>
                  </a:extLst>
                </a:hlinkClick>
              </a:rPr>
              <a:t>bit.ly/AF-PPT</a:t>
            </a:r>
            <a:r>
              <a:rPr lang="en-US" sz="900">
                <a:solidFill>
                  <a:schemeClr val="accent6"/>
                </a:solidFill>
              </a:rPr>
              <a:t> </a:t>
            </a:r>
            <a:endParaRPr lang="en-US" sz="900" i="1">
              <a:solidFill>
                <a:schemeClr val="accent6"/>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p:txBody>
      </p:sp>
      <p:sp>
        <p:nvSpPr>
          <p:cNvPr id="13" name="Footer Placeholder 12">
            <a:extLst>
              <a:ext uri="{FF2B5EF4-FFF2-40B4-BE49-F238E27FC236}">
                <a16:creationId xmlns:a16="http://schemas.microsoft.com/office/drawing/2014/main" id="{168B3CC2-AFD1-4477-B45D-28E1464D08F1}"/>
              </a:ext>
            </a:extLst>
          </p:cNvPr>
          <p:cNvSpPr>
            <a:spLocks noGrp="1"/>
          </p:cNvSpPr>
          <p:nvPr>
            <p:ph type="ftr" sz="quarter" idx="17"/>
          </p:nvPr>
        </p:nvSpPr>
        <p:spPr>
          <a:xfrm>
            <a:off x="6970328" y="6394105"/>
            <a:ext cx="4361261" cy="365125"/>
          </a:xfrm>
        </p:spPr>
        <p:txBody>
          <a:bodyPr/>
          <a:lstStyle/>
          <a:p>
            <a:endParaRPr lang="en-US"/>
          </a:p>
        </p:txBody>
      </p:sp>
      <p:pic>
        <p:nvPicPr>
          <p:cNvPr id="5" name="Picture 4">
            <a:extLst>
              <a:ext uri="{FF2B5EF4-FFF2-40B4-BE49-F238E27FC236}">
                <a16:creationId xmlns:a16="http://schemas.microsoft.com/office/drawing/2014/main" id="{0F972565-4E9F-E115-14E6-4713149D276F}"/>
              </a:ext>
            </a:extLst>
          </p:cNvPr>
          <p:cNvPicPr>
            <a:picLocks noChangeAspect="1"/>
          </p:cNvPicPr>
          <p:nvPr userDrawn="1"/>
        </p:nvPicPr>
        <p:blipFill>
          <a:blip r:embed="rId3"/>
          <a:stretch>
            <a:fillRect/>
          </a:stretch>
        </p:blipFill>
        <p:spPr>
          <a:xfrm>
            <a:off x="11649456" y="0"/>
            <a:ext cx="542544" cy="6858000"/>
          </a:xfrm>
          <a:prstGeom prst="rect">
            <a:avLst/>
          </a:prstGeom>
        </p:spPr>
      </p:pic>
      <p:pic>
        <p:nvPicPr>
          <p:cNvPr id="3" name="Graphic 2">
            <a:extLst>
              <a:ext uri="{FF2B5EF4-FFF2-40B4-BE49-F238E27FC236}">
                <a16:creationId xmlns:a16="http://schemas.microsoft.com/office/drawing/2014/main" id="{59D1C155-6E45-A919-BFF3-D95E6F0E097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70966"/>
            <a:ext cx="911645" cy="241661"/>
          </a:xfrm>
          <a:prstGeom prst="rect">
            <a:avLst/>
          </a:prstGeom>
        </p:spPr>
      </p:pic>
      <p:sp>
        <p:nvSpPr>
          <p:cNvPr id="4" name="Date Placeholder 3">
            <a:extLst>
              <a:ext uri="{FF2B5EF4-FFF2-40B4-BE49-F238E27FC236}">
                <a16:creationId xmlns:a16="http://schemas.microsoft.com/office/drawing/2014/main" id="{B2C149FE-1185-71EC-5ED9-DA142CAF3FF8}"/>
              </a:ext>
            </a:extLst>
          </p:cNvPr>
          <p:cNvSpPr>
            <a:spLocks noGrp="1"/>
          </p:cNvSpPr>
          <p:nvPr>
            <p:ph type="dt" sz="half" idx="19"/>
          </p:nvPr>
        </p:nvSpPr>
        <p:spPr/>
        <p:txBody>
          <a:bodyPr/>
          <a:lstStyle/>
          <a:p>
            <a:fld id="{B7EB65F7-02F7-4C03-9B5E-0F72A9F540CE}" type="datetime1">
              <a:rPr lang="en-US" smtClean="0"/>
              <a:pPr/>
              <a:t>3/17/25</a:t>
            </a:fld>
            <a:endParaRPr lang="en-US"/>
          </a:p>
        </p:txBody>
      </p:sp>
      <p:sp>
        <p:nvSpPr>
          <p:cNvPr id="6" name="Slide Number Placeholder 5">
            <a:extLst>
              <a:ext uri="{FF2B5EF4-FFF2-40B4-BE49-F238E27FC236}">
                <a16:creationId xmlns:a16="http://schemas.microsoft.com/office/drawing/2014/main" id="{CF533577-CAD6-CBCA-C7B3-4AD96EA31295}"/>
              </a:ext>
            </a:extLst>
          </p:cNvPr>
          <p:cNvSpPr>
            <a:spLocks noGrp="1"/>
          </p:cNvSpPr>
          <p:nvPr>
            <p:ph type="sldNum" sz="quarter" idx="20"/>
          </p:nvPr>
        </p:nvSpPr>
        <p:spPr/>
        <p:txBody>
          <a:bodyPr/>
          <a:lstStyle/>
          <a:p>
            <a:fld id="{545951DD-1C6A-495F-8185-4C73F8F8B75A}" type="slidenum">
              <a:rPr lang="en-US" smtClean="0"/>
              <a:pPr/>
              <a:t>‹#›</a:t>
            </a:fld>
            <a:endParaRPr lang="en-US"/>
          </a:p>
        </p:txBody>
      </p:sp>
    </p:spTree>
    <p:extLst>
      <p:ext uri="{BB962C8B-B14F-4D97-AF65-F5344CB8AC3E}">
        <p14:creationId xmlns:p14="http://schemas.microsoft.com/office/powerpoint/2010/main" val="3183409407"/>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Text with Large Right Image - Light Bg">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CBE3A-1371-4086-83CA-4B7B61C86C9D}"/>
              </a:ext>
            </a:extLst>
          </p:cNvPr>
          <p:cNvSpPr>
            <a:spLocks noGrp="1"/>
          </p:cNvSpPr>
          <p:nvPr>
            <p:ph type="title" hasCustomPrompt="1"/>
          </p:nvPr>
        </p:nvSpPr>
        <p:spPr>
          <a:xfrm>
            <a:off x="533400" y="1252778"/>
            <a:ext cx="3932237" cy="1600200"/>
          </a:xfrm>
        </p:spPr>
        <p:txBody>
          <a:bodyPr anchor="b"/>
          <a:lstStyle>
            <a:lvl1pPr>
              <a:defRPr sz="4400">
                <a:solidFill>
                  <a:schemeClr val="accent1"/>
                </a:solidFill>
              </a:defRPr>
            </a:lvl1pPr>
          </a:lstStyle>
          <a:p>
            <a:r>
              <a:rPr lang="en-US"/>
              <a:t>Picture with Caption Layout</a:t>
            </a:r>
          </a:p>
        </p:txBody>
      </p:sp>
      <p:sp>
        <p:nvSpPr>
          <p:cNvPr id="6" name="Footer Placeholder 5">
            <a:extLst>
              <a:ext uri="{FF2B5EF4-FFF2-40B4-BE49-F238E27FC236}">
                <a16:creationId xmlns:a16="http://schemas.microsoft.com/office/drawing/2014/main" id="{4EE72D9F-9271-4C1D-8743-9736C3B2E0C0}"/>
              </a:ext>
            </a:extLst>
          </p:cNvPr>
          <p:cNvSpPr>
            <a:spLocks noGrp="1"/>
          </p:cNvSpPr>
          <p:nvPr>
            <p:ph type="ftr" sz="quarter" idx="11"/>
          </p:nvPr>
        </p:nvSpPr>
        <p:spPr>
          <a:xfrm>
            <a:off x="342901" y="6394105"/>
            <a:ext cx="4594790" cy="365125"/>
          </a:xfrm>
        </p:spPr>
        <p:txBody>
          <a:bodyPr/>
          <a:lstStyle/>
          <a:p>
            <a:endParaRPr lang="en-US"/>
          </a:p>
        </p:txBody>
      </p:sp>
      <p:sp>
        <p:nvSpPr>
          <p:cNvPr id="8" name="TextBox 7">
            <a:extLst>
              <a:ext uri="{FF2B5EF4-FFF2-40B4-BE49-F238E27FC236}">
                <a16:creationId xmlns:a16="http://schemas.microsoft.com/office/drawing/2014/main" id="{E70C427F-57A5-4C05-9944-747C08A8F684}"/>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tx1"/>
                </a:solidFill>
                <a:effectLst/>
                <a:uLnTx/>
                <a:uFillTx/>
              </a:rPr>
              <a:t>TEMPLATE NOTES </a:t>
            </a:r>
            <a:br>
              <a:rPr kumimoji="0" lang="en-US" sz="900" b="1" i="0" u="none" strike="noStrike" kern="0" cap="none" spc="0" normalizeH="0" baseline="0" noProof="0">
                <a:ln>
                  <a:noFill/>
                </a:ln>
                <a:solidFill>
                  <a:schemeClr val="tx1"/>
                </a:solidFill>
                <a:effectLst/>
                <a:uLnTx/>
                <a:uFillTx/>
              </a:rPr>
            </a:br>
            <a:r>
              <a:rPr kumimoji="0" lang="en-US" sz="900" b="0" i="1" u="none" strike="noStrike" kern="0" cap="none" spc="0" normalizeH="0" baseline="0" noProof="0">
                <a:ln>
                  <a:noFill/>
                </a:ln>
                <a:solidFill>
                  <a:schemeClr val="tx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For a library of presentation-ready images, visit the library </a:t>
            </a:r>
            <a:r>
              <a:rPr lang="en-US" sz="900">
                <a:solidFill>
                  <a:schemeClr val="tx1"/>
                </a:solidFill>
              </a:rPr>
              <a:t>on SharePoint &gt; </a:t>
            </a:r>
            <a:br>
              <a:rPr lang="en-US" sz="900">
                <a:solidFill>
                  <a:schemeClr val="tx1"/>
                </a:solidFill>
              </a:rPr>
            </a:br>
            <a:r>
              <a:rPr lang="en-US" sz="900">
                <a:solidFill>
                  <a:schemeClr val="tx1"/>
                </a:solidFill>
              </a:rPr>
              <a:t>Marketing &gt; </a:t>
            </a:r>
            <a:br>
              <a:rPr lang="en-US" sz="900">
                <a:solidFill>
                  <a:schemeClr val="tx1"/>
                </a:solidFill>
              </a:rPr>
            </a:br>
            <a:r>
              <a:rPr lang="en-US" sz="900">
                <a:solidFill>
                  <a:schemeClr val="tx1"/>
                </a:solidFill>
              </a:rPr>
              <a:t>Documents &gt; </a:t>
            </a:r>
            <a:br>
              <a:rPr lang="en-US" sz="900">
                <a:solidFill>
                  <a:schemeClr val="tx1"/>
                </a:solidFill>
              </a:rPr>
            </a:br>
            <a:r>
              <a:rPr lang="en-US" sz="900">
                <a:solidFill>
                  <a:schemeClr val="tx1"/>
                </a:solidFill>
              </a:rPr>
              <a:t>Design Resources &gt;  PowerPoint Templates &gt; Anytime Fitness &gt; </a:t>
            </a:r>
            <a:br>
              <a:rPr lang="en-US" sz="900">
                <a:solidFill>
                  <a:schemeClr val="tx1"/>
                </a:solidFill>
              </a:rPr>
            </a:br>
            <a:r>
              <a:rPr lang="en-US" sz="900">
                <a:solidFill>
                  <a:schemeClr val="tx1"/>
                </a:solidFill>
              </a:rPr>
              <a:t>PPT Image Library. </a:t>
            </a:r>
            <a:br>
              <a:rPr lang="en-US" sz="900">
                <a:solidFill>
                  <a:schemeClr val="tx1"/>
                </a:solidFill>
              </a:rPr>
            </a:br>
            <a:r>
              <a:rPr lang="en-US" sz="900">
                <a:solidFill>
                  <a:schemeClr val="tx1"/>
                </a:solidFill>
              </a:rPr>
              <a:t>Or, simply type in this URL: </a:t>
            </a:r>
            <a:r>
              <a:rPr lang="en-US" sz="900">
                <a:solidFill>
                  <a:schemeClr val="accent6"/>
                </a:solidFill>
                <a:hlinkClick r:id="rId2">
                  <a:extLst>
                    <a:ext uri="{A12FA001-AC4F-418D-AE19-62706E023703}">
                      <ahyp:hlinkClr xmlns:ahyp="http://schemas.microsoft.com/office/drawing/2018/hyperlinkcolor" val="tx"/>
                    </a:ext>
                  </a:extLst>
                </a:hlinkClick>
              </a:rPr>
              <a:t>bit.ly/AF-PPT</a:t>
            </a:r>
            <a:r>
              <a:rPr lang="en-US" sz="900">
                <a:solidFill>
                  <a:schemeClr val="accent6"/>
                </a:solidFill>
              </a:rPr>
              <a:t> </a:t>
            </a:r>
            <a:endParaRPr lang="en-US" sz="900" i="1">
              <a:solidFill>
                <a:schemeClr val="accent6"/>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p:txBody>
      </p:sp>
      <p:sp>
        <p:nvSpPr>
          <p:cNvPr id="3" name="Picture Placeholder 4">
            <a:extLst>
              <a:ext uri="{FF2B5EF4-FFF2-40B4-BE49-F238E27FC236}">
                <a16:creationId xmlns:a16="http://schemas.microsoft.com/office/drawing/2014/main" id="{2F3C0D28-8347-E2BD-5443-74079E301A67}"/>
              </a:ext>
            </a:extLst>
          </p:cNvPr>
          <p:cNvSpPr>
            <a:spLocks noGrp="1"/>
          </p:cNvSpPr>
          <p:nvPr>
            <p:ph type="pic" sz="quarter" idx="13" hasCustomPrompt="1"/>
          </p:nvPr>
        </p:nvSpPr>
        <p:spPr>
          <a:xfrm>
            <a:off x="6203092" y="0"/>
            <a:ext cx="5988907" cy="6857999"/>
          </a:xfrm>
          <a:prstGeom prst="rect">
            <a:avLst/>
          </a:prstGeom>
          <a:ln>
            <a:noFill/>
          </a:ln>
        </p:spPr>
        <p:txBody>
          <a:bodyPr bIns="822960" anchor="ctr"/>
          <a:lstStyle>
            <a:lvl1pPr marL="0" indent="0" algn="ctr">
              <a:buNone/>
              <a:defRPr/>
            </a:lvl1pPr>
          </a:lstStyle>
          <a:p>
            <a:r>
              <a:rPr lang="en-US"/>
              <a:t>Click the Icon to Insert Image</a:t>
            </a:r>
          </a:p>
        </p:txBody>
      </p:sp>
      <p:pic>
        <p:nvPicPr>
          <p:cNvPr id="9" name="Picture 8">
            <a:extLst>
              <a:ext uri="{FF2B5EF4-FFF2-40B4-BE49-F238E27FC236}">
                <a16:creationId xmlns:a16="http://schemas.microsoft.com/office/drawing/2014/main" id="{5DD7EF77-A0CC-9187-46F7-7E0086D8AD9D}"/>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982" r="88438"/>
          <a:stretch/>
        </p:blipFill>
        <p:spPr>
          <a:xfrm>
            <a:off x="5114822" y="0"/>
            <a:ext cx="1088270" cy="6858000"/>
          </a:xfrm>
          <a:prstGeom prst="rect">
            <a:avLst/>
          </a:prstGeom>
        </p:spPr>
      </p:pic>
      <p:sp>
        <p:nvSpPr>
          <p:cNvPr id="5" name="Text Placeholder 8">
            <a:extLst>
              <a:ext uri="{FF2B5EF4-FFF2-40B4-BE49-F238E27FC236}">
                <a16:creationId xmlns:a16="http://schemas.microsoft.com/office/drawing/2014/main" id="{EB9AD8B6-545B-65BB-B696-AD1322BAA3E3}"/>
              </a:ext>
            </a:extLst>
          </p:cNvPr>
          <p:cNvSpPr>
            <a:spLocks noGrp="1"/>
          </p:cNvSpPr>
          <p:nvPr>
            <p:ph type="body" sz="quarter" idx="14"/>
          </p:nvPr>
        </p:nvSpPr>
        <p:spPr>
          <a:xfrm>
            <a:off x="533400" y="3082873"/>
            <a:ext cx="4021789" cy="3081337"/>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5040516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024" userDrawn="1">
          <p15:clr>
            <a:srgbClr val="FBAE40"/>
          </p15:clr>
        </p15:guide>
        <p15:guide id="2" orient="horz" pos="1851" userDrawn="1">
          <p15:clr>
            <a:srgbClr val="FBAE40"/>
          </p15:clr>
        </p15:guide>
        <p15:guide id="3" orient="horz" pos="1681" userDrawn="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Text with Large Right Image - Dark Purpl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1DB67CB-E66B-E513-1300-A4EE988AB05E}"/>
              </a:ext>
            </a:extLst>
          </p:cNvPr>
          <p:cNvPicPr>
            <a:picLocks noChangeAspect="1"/>
          </p:cNvPicPr>
          <p:nvPr userDrawn="1"/>
        </p:nvPicPr>
        <p:blipFill>
          <a:blip r:embed="rId2"/>
          <a:stretch>
            <a:fillRect/>
          </a:stretch>
        </p:blipFill>
        <p:spPr>
          <a:xfrm>
            <a:off x="5120570" y="0"/>
            <a:ext cx="1091184" cy="6858000"/>
          </a:xfrm>
          <a:prstGeom prst="rect">
            <a:avLst/>
          </a:prstGeom>
        </p:spPr>
      </p:pic>
      <p:sp>
        <p:nvSpPr>
          <p:cNvPr id="2" name="Title 1">
            <a:extLst>
              <a:ext uri="{FF2B5EF4-FFF2-40B4-BE49-F238E27FC236}">
                <a16:creationId xmlns:a16="http://schemas.microsoft.com/office/drawing/2014/main" id="{147CBE3A-1371-4086-83CA-4B7B61C86C9D}"/>
              </a:ext>
            </a:extLst>
          </p:cNvPr>
          <p:cNvSpPr>
            <a:spLocks noGrp="1"/>
          </p:cNvSpPr>
          <p:nvPr>
            <p:ph type="title" hasCustomPrompt="1"/>
          </p:nvPr>
        </p:nvSpPr>
        <p:spPr>
          <a:xfrm>
            <a:off x="533400" y="1252778"/>
            <a:ext cx="3932237" cy="1600200"/>
          </a:xfrm>
        </p:spPr>
        <p:txBody>
          <a:bodyPr anchor="b"/>
          <a:lstStyle>
            <a:lvl1pPr>
              <a:defRPr sz="4400">
                <a:solidFill>
                  <a:schemeClr val="tx1"/>
                </a:solidFill>
              </a:defRPr>
            </a:lvl1pPr>
          </a:lstStyle>
          <a:p>
            <a:r>
              <a:rPr lang="en-US"/>
              <a:t>Picture with Caption Layout</a:t>
            </a:r>
          </a:p>
        </p:txBody>
      </p:sp>
      <p:sp>
        <p:nvSpPr>
          <p:cNvPr id="6" name="Footer Placeholder 5">
            <a:extLst>
              <a:ext uri="{FF2B5EF4-FFF2-40B4-BE49-F238E27FC236}">
                <a16:creationId xmlns:a16="http://schemas.microsoft.com/office/drawing/2014/main" id="{4EE72D9F-9271-4C1D-8743-9736C3B2E0C0}"/>
              </a:ext>
            </a:extLst>
          </p:cNvPr>
          <p:cNvSpPr>
            <a:spLocks noGrp="1"/>
          </p:cNvSpPr>
          <p:nvPr>
            <p:ph type="ftr" sz="quarter" idx="11"/>
          </p:nvPr>
        </p:nvSpPr>
        <p:spPr>
          <a:xfrm>
            <a:off x="342901" y="6394105"/>
            <a:ext cx="4594790" cy="365125"/>
          </a:xfrm>
        </p:spPr>
        <p:txBody>
          <a:bodyPr/>
          <a:lstStyle/>
          <a:p>
            <a:endParaRPr lang="en-US"/>
          </a:p>
        </p:txBody>
      </p:sp>
      <p:sp>
        <p:nvSpPr>
          <p:cNvPr id="8" name="TextBox 7">
            <a:extLst>
              <a:ext uri="{FF2B5EF4-FFF2-40B4-BE49-F238E27FC236}">
                <a16:creationId xmlns:a16="http://schemas.microsoft.com/office/drawing/2014/main" id="{E70C427F-57A5-4C05-9944-747C08A8F684}"/>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bg1"/>
                </a:solidFill>
                <a:effectLst/>
                <a:uLnTx/>
                <a:uFillTx/>
              </a:rPr>
              <a:t>TEMPLATE NOTES </a:t>
            </a:r>
            <a:br>
              <a:rPr kumimoji="0" lang="en-US" sz="900" b="1" i="0" u="none" strike="noStrike" kern="0" cap="none" spc="0" normalizeH="0" baseline="0" noProof="0">
                <a:ln>
                  <a:noFill/>
                </a:ln>
                <a:solidFill>
                  <a:schemeClr val="bg1"/>
                </a:solidFill>
                <a:effectLst/>
                <a:uLnTx/>
                <a:uFillTx/>
              </a:rPr>
            </a:br>
            <a:r>
              <a:rPr kumimoji="0" lang="en-US" sz="900" b="0" i="1" u="none" strike="noStrike" kern="0" cap="none" spc="0" normalizeH="0" baseline="0" noProof="0">
                <a:ln>
                  <a:noFill/>
                </a:ln>
                <a:solidFill>
                  <a:schemeClr val="bg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bg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rPr>
              <a:t>For a library of presentation-ready images, visit the library </a:t>
            </a:r>
            <a:r>
              <a:rPr lang="en-US" sz="900">
                <a:solidFill>
                  <a:schemeClr val="bg1"/>
                </a:solidFill>
              </a:rPr>
              <a:t>on 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solidFill>
                  <a:schemeClr val="accent6"/>
                </a:solidFill>
                <a:hlinkClick r:id="rId3">
                  <a:extLst>
                    <a:ext uri="{A12FA001-AC4F-418D-AE19-62706E023703}">
                      <ahyp:hlinkClr xmlns:ahyp="http://schemas.microsoft.com/office/drawing/2018/hyperlinkcolor" val="tx"/>
                    </a:ext>
                  </a:extLst>
                </a:hlinkClick>
              </a:rPr>
              <a:t>bit.ly/AF-PPT</a:t>
            </a:r>
            <a:r>
              <a:rPr lang="en-US" sz="900">
                <a:solidFill>
                  <a:schemeClr val="accent6"/>
                </a:solidFill>
              </a:rPr>
              <a:t> </a:t>
            </a:r>
            <a:endParaRPr lang="en-US" sz="900" i="1">
              <a:solidFill>
                <a:schemeClr val="accent6"/>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p:txBody>
      </p:sp>
      <p:sp>
        <p:nvSpPr>
          <p:cNvPr id="3" name="Picture Placeholder 4">
            <a:extLst>
              <a:ext uri="{FF2B5EF4-FFF2-40B4-BE49-F238E27FC236}">
                <a16:creationId xmlns:a16="http://schemas.microsoft.com/office/drawing/2014/main" id="{2F3C0D28-8347-E2BD-5443-74079E301A67}"/>
              </a:ext>
            </a:extLst>
          </p:cNvPr>
          <p:cNvSpPr>
            <a:spLocks noGrp="1"/>
          </p:cNvSpPr>
          <p:nvPr>
            <p:ph type="pic" sz="quarter" idx="13" hasCustomPrompt="1"/>
          </p:nvPr>
        </p:nvSpPr>
        <p:spPr>
          <a:xfrm>
            <a:off x="6203092" y="0"/>
            <a:ext cx="5988907" cy="6857999"/>
          </a:xfrm>
          <a:prstGeom prst="rect">
            <a:avLst/>
          </a:prstGeom>
          <a:ln>
            <a:noFill/>
          </a:ln>
        </p:spPr>
        <p:txBody>
          <a:bodyPr bIns="822960" anchor="ctr"/>
          <a:lstStyle>
            <a:lvl1pPr marL="0" indent="0" algn="ctr">
              <a:buNone/>
              <a:defRPr/>
            </a:lvl1pPr>
          </a:lstStyle>
          <a:p>
            <a:r>
              <a:rPr lang="en-US"/>
              <a:t>Click the Icon to Insert Image</a:t>
            </a:r>
          </a:p>
        </p:txBody>
      </p:sp>
      <p:sp>
        <p:nvSpPr>
          <p:cNvPr id="5" name="Text Placeholder 8">
            <a:extLst>
              <a:ext uri="{FF2B5EF4-FFF2-40B4-BE49-F238E27FC236}">
                <a16:creationId xmlns:a16="http://schemas.microsoft.com/office/drawing/2014/main" id="{EB9AD8B6-545B-65BB-B696-AD1322BAA3E3}"/>
              </a:ext>
            </a:extLst>
          </p:cNvPr>
          <p:cNvSpPr>
            <a:spLocks noGrp="1"/>
          </p:cNvSpPr>
          <p:nvPr>
            <p:ph type="body" sz="quarter" idx="14"/>
          </p:nvPr>
        </p:nvSpPr>
        <p:spPr>
          <a:xfrm>
            <a:off x="533400" y="3082873"/>
            <a:ext cx="4021789" cy="3081337"/>
          </a:xfrm>
        </p:spPr>
        <p:txBody>
          <a:bodyPr/>
          <a:lstStyle>
            <a:lvl1pPr>
              <a:buClr>
                <a:schemeClr val="accent4"/>
              </a:buClr>
              <a:defRPr/>
            </a:lvl1pPr>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843781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024" userDrawn="1">
          <p15:clr>
            <a:srgbClr val="FBAE40"/>
          </p15:clr>
        </p15:guide>
        <p15:guide id="2" orient="horz" pos="1851" userDrawn="1">
          <p15:clr>
            <a:srgbClr val="FBAE40"/>
          </p15:clr>
        </p15:guide>
        <p15:guide id="3" orient="horz" pos="1681" userDrawn="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3A6B4-A3D5-4559-9B50-8681943FC616}"/>
              </a:ext>
            </a:extLst>
          </p:cNvPr>
          <p:cNvSpPr>
            <a:spLocks noGrp="1"/>
          </p:cNvSpPr>
          <p:nvPr>
            <p:ph type="title"/>
          </p:nvPr>
        </p:nvSpPr>
        <p:spPr/>
        <p:txBody>
          <a:bodyPr anchor="ctr"/>
          <a:lstStyle>
            <a:lvl1pPr algn="ctr">
              <a:defRPr>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1C950334-CBCA-4C0C-9256-E8C84E84E26D}"/>
              </a:ext>
            </a:extLst>
          </p:cNvPr>
          <p:cNvSpPr>
            <a:spLocks noGrp="1"/>
          </p:cNvSpPr>
          <p:nvPr>
            <p:ph type="dt" sz="half" idx="10"/>
          </p:nvPr>
        </p:nvSpPr>
        <p:spPr/>
        <p:txBody>
          <a:bodyPr/>
          <a:lstStyle/>
          <a:p>
            <a:fld id="{C74C23DA-9182-4F7F-8FC5-9400BE17C503}" type="datetime1">
              <a:rPr lang="en-US" smtClean="0"/>
              <a:t>3/17/25</a:t>
            </a:fld>
            <a:endParaRPr lang="en-US"/>
          </a:p>
        </p:txBody>
      </p:sp>
      <p:sp>
        <p:nvSpPr>
          <p:cNvPr id="4" name="Footer Placeholder 3">
            <a:extLst>
              <a:ext uri="{FF2B5EF4-FFF2-40B4-BE49-F238E27FC236}">
                <a16:creationId xmlns:a16="http://schemas.microsoft.com/office/drawing/2014/main" id="{914C48FC-41A3-4C1F-9FB6-0C16346759B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FAF286-CA2D-46B2-BD70-5607A3663414}"/>
              </a:ext>
            </a:extLst>
          </p:cNvPr>
          <p:cNvSpPr>
            <a:spLocks noGrp="1"/>
          </p:cNvSpPr>
          <p:nvPr>
            <p:ph type="sldNum" sz="quarter" idx="12"/>
          </p:nvPr>
        </p:nvSpPr>
        <p:spPr/>
        <p:txBody>
          <a:bodyPr/>
          <a:lstStyle/>
          <a:p>
            <a:fld id="{545951DD-1C6A-495F-8185-4C73F8F8B75A}" type="slidenum">
              <a:rPr lang="en-US" smtClean="0"/>
              <a:t>‹#›</a:t>
            </a:fld>
            <a:endParaRPr lang="en-US"/>
          </a:p>
        </p:txBody>
      </p:sp>
      <p:pic>
        <p:nvPicPr>
          <p:cNvPr id="9" name="Picture 8">
            <a:extLst>
              <a:ext uri="{FF2B5EF4-FFF2-40B4-BE49-F238E27FC236}">
                <a16:creationId xmlns:a16="http://schemas.microsoft.com/office/drawing/2014/main" id="{6501A020-009D-7EEA-DD1F-A5CDDB5C4B47}"/>
              </a:ext>
            </a:extLst>
          </p:cNvPr>
          <p:cNvPicPr>
            <a:picLocks noChangeAspect="1"/>
          </p:cNvPicPr>
          <p:nvPr userDrawn="1"/>
        </p:nvPicPr>
        <p:blipFill>
          <a:blip r:embed="rId2"/>
          <a:stretch>
            <a:fillRect/>
          </a:stretch>
        </p:blipFill>
        <p:spPr>
          <a:xfrm>
            <a:off x="-7845" y="0"/>
            <a:ext cx="12192000" cy="304800"/>
          </a:xfrm>
          <a:prstGeom prst="rect">
            <a:avLst/>
          </a:prstGeom>
        </p:spPr>
      </p:pic>
    </p:spTree>
    <p:extLst>
      <p:ext uri="{BB962C8B-B14F-4D97-AF65-F5344CB8AC3E}">
        <p14:creationId xmlns:p14="http://schemas.microsoft.com/office/powerpoint/2010/main" val="286891074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titleOnly" preserve="1">
  <p:cSld name="Title Only - Light Bg">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3A6B4-A3D5-4559-9B50-8681943FC616}"/>
              </a:ext>
            </a:extLst>
          </p:cNvPr>
          <p:cNvSpPr>
            <a:spLocks noGrp="1"/>
          </p:cNvSpPr>
          <p:nvPr>
            <p:ph type="title"/>
          </p:nvPr>
        </p:nvSpPr>
        <p:spPr/>
        <p:txBody>
          <a:bodyPr anchor="ctr"/>
          <a:lstStyle>
            <a:lvl1pPr algn="ctr">
              <a:defRPr>
                <a:solidFill>
                  <a:schemeClr val="accent1"/>
                </a:solidFill>
              </a:defRPr>
            </a:lvl1pPr>
          </a:lstStyle>
          <a:p>
            <a:r>
              <a:rPr lang="en-US"/>
              <a:t>Click to edit Master title style</a:t>
            </a:r>
          </a:p>
        </p:txBody>
      </p:sp>
      <p:sp>
        <p:nvSpPr>
          <p:cNvPr id="3" name="Date Placeholder 2">
            <a:extLst>
              <a:ext uri="{FF2B5EF4-FFF2-40B4-BE49-F238E27FC236}">
                <a16:creationId xmlns:a16="http://schemas.microsoft.com/office/drawing/2014/main" id="{1C950334-CBCA-4C0C-9256-E8C84E84E26D}"/>
              </a:ext>
            </a:extLst>
          </p:cNvPr>
          <p:cNvSpPr>
            <a:spLocks noGrp="1"/>
          </p:cNvSpPr>
          <p:nvPr>
            <p:ph type="dt" sz="half" idx="10"/>
          </p:nvPr>
        </p:nvSpPr>
        <p:spPr/>
        <p:txBody>
          <a:bodyPr/>
          <a:lstStyle/>
          <a:p>
            <a:fld id="{B8654CB0-479F-4F7B-88EF-A5236590A22D}" type="datetime1">
              <a:rPr lang="en-US" smtClean="0"/>
              <a:t>3/17/25</a:t>
            </a:fld>
            <a:endParaRPr lang="en-US"/>
          </a:p>
        </p:txBody>
      </p:sp>
      <p:sp>
        <p:nvSpPr>
          <p:cNvPr id="4" name="Footer Placeholder 3">
            <a:extLst>
              <a:ext uri="{FF2B5EF4-FFF2-40B4-BE49-F238E27FC236}">
                <a16:creationId xmlns:a16="http://schemas.microsoft.com/office/drawing/2014/main" id="{914C48FC-41A3-4C1F-9FB6-0C16346759B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FAF286-CA2D-46B2-BD70-5607A3663414}"/>
              </a:ext>
            </a:extLst>
          </p:cNvPr>
          <p:cNvSpPr>
            <a:spLocks noGrp="1"/>
          </p:cNvSpPr>
          <p:nvPr>
            <p:ph type="sldNum" sz="quarter" idx="12"/>
          </p:nvPr>
        </p:nvSpPr>
        <p:spPr>
          <a:ln>
            <a:solidFill>
              <a:schemeClr val="accent2"/>
            </a:solidFill>
          </a:ln>
        </p:spPr>
        <p:txBody>
          <a:bodyPr/>
          <a:lstStyle>
            <a:lvl1pPr>
              <a:defRPr>
                <a:solidFill>
                  <a:schemeClr val="accent2"/>
                </a:solidFill>
              </a:defRPr>
            </a:lvl1pPr>
          </a:lstStyle>
          <a:p>
            <a:fld id="{545951DD-1C6A-495F-8185-4C73F8F8B75A}" type="slidenum">
              <a:rPr lang="en-US" smtClean="0"/>
              <a:pPr/>
              <a:t>‹#›</a:t>
            </a:fld>
            <a:endParaRPr lang="en-US"/>
          </a:p>
        </p:txBody>
      </p:sp>
      <p:grpSp>
        <p:nvGrpSpPr>
          <p:cNvPr id="8" name="Graphic 11">
            <a:extLst>
              <a:ext uri="{FF2B5EF4-FFF2-40B4-BE49-F238E27FC236}">
                <a16:creationId xmlns:a16="http://schemas.microsoft.com/office/drawing/2014/main" id="{53C0E19A-A4D2-463E-95B1-130D65051F58}"/>
              </a:ext>
            </a:extLst>
          </p:cNvPr>
          <p:cNvGrpSpPr/>
          <p:nvPr userDrawn="1"/>
        </p:nvGrpSpPr>
        <p:grpSpPr>
          <a:xfrm rot="16200000">
            <a:off x="11384220" y="6170961"/>
            <a:ext cx="912230" cy="242400"/>
            <a:chOff x="11384220" y="6170961"/>
            <a:chExt cx="912230" cy="242400"/>
          </a:xfrm>
          <a:solidFill>
            <a:schemeClr val="tx1"/>
          </a:solidFill>
        </p:grpSpPr>
        <p:sp>
          <p:nvSpPr>
            <p:cNvPr id="9" name="Freeform: Shape 8">
              <a:extLst>
                <a:ext uri="{FF2B5EF4-FFF2-40B4-BE49-F238E27FC236}">
                  <a16:creationId xmlns:a16="http://schemas.microsoft.com/office/drawing/2014/main" id="{3FAF0B6A-84AD-4FEC-9F36-4B7FC1B1A58C}"/>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22C11466-1714-4BB7-8992-8150AC1082CA}"/>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CC02E2C-2570-4DFB-8C57-7A6084E29BC5}"/>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7855F52E-9C75-4AB7-9A4D-A2F4AF67D14C}"/>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2C81F46D-2704-456C-A873-C3B778571381}"/>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F084246F-D4F1-46CA-A213-BA68C81E5002}"/>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0EF987AA-CCB4-41F9-9D9A-52E05023101A}"/>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C5437F7-AD3F-401E-8F75-421F0F7F4D46}"/>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453615C4-42B6-4F33-B5C8-F615958F4118}"/>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86F55D7F-B3E7-47FF-A2AF-BF31306878DD}"/>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CC148540-9CFD-467D-87F3-A74503977291}"/>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FBA94B1-B40F-42C2-AB64-120230A5A29C}"/>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A707AC8D-CAAA-4801-AF78-4C7CEA528ED4}"/>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774E3741-6D99-404A-8F3C-1B1F4717856C}"/>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5E9D1D89-BA61-4E8A-B5E8-26C1709E364B}"/>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5FE1DC9D-F441-4E78-9F41-0ED81D376A31}"/>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CD5F7999-6C5C-47F4-8660-1A30FD5EDE32}"/>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36B450A2-1530-45AF-B864-9877C2BB45A4}"/>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pic>
        <p:nvPicPr>
          <p:cNvPr id="6" name="Picture 5">
            <a:extLst>
              <a:ext uri="{FF2B5EF4-FFF2-40B4-BE49-F238E27FC236}">
                <a16:creationId xmlns:a16="http://schemas.microsoft.com/office/drawing/2014/main" id="{F6B13653-E029-5EE9-51A5-832057379E0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103103268"/>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accent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0C576-385A-4E89-A235-AFB1864DF23E}"/>
              </a:ext>
            </a:extLst>
          </p:cNvPr>
          <p:cNvSpPr>
            <a:spLocks noGrp="1"/>
          </p:cNvSpPr>
          <p:nvPr>
            <p:ph type="dt" sz="half" idx="10"/>
          </p:nvPr>
        </p:nvSpPr>
        <p:spPr/>
        <p:txBody>
          <a:bodyPr/>
          <a:lstStyle/>
          <a:p>
            <a:fld id="{444E2DAA-6E50-4566-B326-2E4BFAE38C2B}" type="datetime1">
              <a:rPr lang="en-US" smtClean="0"/>
              <a:t>3/17/25</a:t>
            </a:fld>
            <a:endParaRPr lang="en-US"/>
          </a:p>
        </p:txBody>
      </p:sp>
      <p:sp>
        <p:nvSpPr>
          <p:cNvPr id="3" name="Footer Placeholder 2">
            <a:extLst>
              <a:ext uri="{FF2B5EF4-FFF2-40B4-BE49-F238E27FC236}">
                <a16:creationId xmlns:a16="http://schemas.microsoft.com/office/drawing/2014/main" id="{6B1E8DB8-3ABA-4FAC-9CA4-22451C61DEB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84650C-A620-4D65-812F-A6D81D6F2009}"/>
              </a:ext>
            </a:extLst>
          </p:cNvPr>
          <p:cNvSpPr>
            <a:spLocks noGrp="1"/>
          </p:cNvSpPr>
          <p:nvPr>
            <p:ph type="sldNum" sz="quarter" idx="12"/>
          </p:nvPr>
        </p:nvSpPr>
        <p:spPr/>
        <p:txBody>
          <a:bodyPr/>
          <a:lstStyle/>
          <a:p>
            <a:fld id="{545951DD-1C6A-495F-8185-4C73F8F8B75A}" type="slidenum">
              <a:rPr lang="en-US" smtClean="0"/>
              <a:t>‹#›</a:t>
            </a:fld>
            <a:endParaRPr lang="en-US"/>
          </a:p>
        </p:txBody>
      </p:sp>
      <p:pic>
        <p:nvPicPr>
          <p:cNvPr id="5" name="Picture 4">
            <a:extLst>
              <a:ext uri="{FF2B5EF4-FFF2-40B4-BE49-F238E27FC236}">
                <a16:creationId xmlns:a16="http://schemas.microsoft.com/office/drawing/2014/main" id="{3C89D1C3-EF30-1A64-D64E-785C0321ADC8}"/>
              </a:ext>
            </a:extLst>
          </p:cNvPr>
          <p:cNvPicPr>
            <a:picLocks noChangeAspect="1"/>
          </p:cNvPicPr>
          <p:nvPr userDrawn="1"/>
        </p:nvPicPr>
        <p:blipFill>
          <a:blip r:embed="rId2"/>
          <a:stretch>
            <a:fillRect/>
          </a:stretch>
        </p:blipFill>
        <p:spPr>
          <a:xfrm>
            <a:off x="-7845" y="0"/>
            <a:ext cx="12192000" cy="304800"/>
          </a:xfrm>
          <a:prstGeom prst="rect">
            <a:avLst/>
          </a:prstGeom>
        </p:spPr>
      </p:pic>
    </p:spTree>
    <p:extLst>
      <p:ext uri="{BB962C8B-B14F-4D97-AF65-F5344CB8AC3E}">
        <p14:creationId xmlns:p14="http://schemas.microsoft.com/office/powerpoint/2010/main" val="202971084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blank" preserve="1">
  <p:cSld name="Blank - Light Bg">
    <p:bg>
      <p:bgRef idx="1001">
        <a:schemeClr val="bg1"/>
      </p:bgRef>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0C576-385A-4E89-A235-AFB1864DF23E}"/>
              </a:ext>
            </a:extLst>
          </p:cNvPr>
          <p:cNvSpPr>
            <a:spLocks noGrp="1"/>
          </p:cNvSpPr>
          <p:nvPr>
            <p:ph type="dt" sz="half" idx="10"/>
          </p:nvPr>
        </p:nvSpPr>
        <p:spPr/>
        <p:txBody>
          <a:bodyPr/>
          <a:lstStyle/>
          <a:p>
            <a:fld id="{B32AE767-AD7A-4354-98E9-BBF18BBC850E}" type="datetime1">
              <a:rPr lang="en-US" smtClean="0"/>
              <a:t>3/17/25</a:t>
            </a:fld>
            <a:endParaRPr lang="en-US"/>
          </a:p>
        </p:txBody>
      </p:sp>
      <p:sp>
        <p:nvSpPr>
          <p:cNvPr id="3" name="Footer Placeholder 2">
            <a:extLst>
              <a:ext uri="{FF2B5EF4-FFF2-40B4-BE49-F238E27FC236}">
                <a16:creationId xmlns:a16="http://schemas.microsoft.com/office/drawing/2014/main" id="{6B1E8DB8-3ABA-4FAC-9CA4-22451C61DEB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84650C-A620-4D65-812F-A6D81D6F2009}"/>
              </a:ext>
            </a:extLst>
          </p:cNvPr>
          <p:cNvSpPr>
            <a:spLocks noGrp="1"/>
          </p:cNvSpPr>
          <p:nvPr>
            <p:ph type="sldNum" sz="quarter" idx="12"/>
          </p:nvPr>
        </p:nvSpPr>
        <p:spPr>
          <a:ln>
            <a:solidFill>
              <a:schemeClr val="accent2"/>
            </a:solidFill>
          </a:ln>
        </p:spPr>
        <p:txBody>
          <a:bodyPr/>
          <a:lstStyle>
            <a:lvl1pPr>
              <a:defRPr>
                <a:solidFill>
                  <a:schemeClr val="accent2"/>
                </a:solidFill>
              </a:defRPr>
            </a:lvl1pPr>
          </a:lstStyle>
          <a:p>
            <a:fld id="{545951DD-1C6A-495F-8185-4C73F8F8B75A}" type="slidenum">
              <a:rPr lang="en-US" smtClean="0"/>
              <a:pPr/>
              <a:t>‹#›</a:t>
            </a:fld>
            <a:endParaRPr lang="en-US"/>
          </a:p>
        </p:txBody>
      </p:sp>
      <p:grpSp>
        <p:nvGrpSpPr>
          <p:cNvPr id="7" name="Graphic 11">
            <a:extLst>
              <a:ext uri="{FF2B5EF4-FFF2-40B4-BE49-F238E27FC236}">
                <a16:creationId xmlns:a16="http://schemas.microsoft.com/office/drawing/2014/main" id="{BA9201ED-F2A9-4AD2-8DD8-43E12408EB7A}"/>
              </a:ext>
            </a:extLst>
          </p:cNvPr>
          <p:cNvGrpSpPr/>
          <p:nvPr userDrawn="1"/>
        </p:nvGrpSpPr>
        <p:grpSpPr>
          <a:xfrm rot="16200000">
            <a:off x="11384220" y="6170961"/>
            <a:ext cx="912230" cy="242400"/>
            <a:chOff x="11384220" y="6170961"/>
            <a:chExt cx="912230" cy="242400"/>
          </a:xfrm>
          <a:solidFill>
            <a:schemeClr val="tx1"/>
          </a:solidFill>
        </p:grpSpPr>
        <p:sp>
          <p:nvSpPr>
            <p:cNvPr id="8" name="Freeform: Shape 7">
              <a:extLst>
                <a:ext uri="{FF2B5EF4-FFF2-40B4-BE49-F238E27FC236}">
                  <a16:creationId xmlns:a16="http://schemas.microsoft.com/office/drawing/2014/main" id="{70888EAA-2B15-4C85-A3A0-53854031C0B3}"/>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E8ECDE7E-8123-4765-A6F7-5379560B0CE5}"/>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8FCB4DA7-0E21-4BEC-9A2F-1AA54A8CDD8C}"/>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F71D2BB3-862F-4FCD-9968-A3850282E999}"/>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5575EFA-EF81-44BC-8383-9BCA2B0E63B9}"/>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00982B94-7DCA-4961-BA85-A505E42E53C4}"/>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E3D449D9-8C1E-4E2E-A0AA-80541DFCE6F6}"/>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596A225C-9804-4FC2-BF9A-FA48F1D947E9}"/>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3163AAAE-680F-4A40-9AD8-28402645E775}"/>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63FD5D76-FEA6-4F6D-B521-8BC3A79FE97D}"/>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3D539EAE-FBA1-48EF-B3A8-E0FBAE47782E}"/>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97653361-758F-46D1-8508-6340F8A54665}"/>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AF85573A-308D-49AB-9683-F26973CEBE46}"/>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167BE349-ED57-4FA7-A2AF-FFFBF57C7F98}"/>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1941E430-F8D4-46C7-ABA1-3E517D90F344}"/>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7D115AB9-07A4-49DE-AE79-79340657B546}"/>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A1122BFB-DE13-4813-98E1-26D38008A61E}"/>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0AA93C6-3E3E-4474-89F7-1EE0DA423DE7}"/>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Tree>
    <p:extLst>
      <p:ext uri="{BB962C8B-B14F-4D97-AF65-F5344CB8AC3E}">
        <p14:creationId xmlns:p14="http://schemas.microsoft.com/office/powerpoint/2010/main" val="3755460610"/>
      </p:ext>
    </p:extLst>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Media and Content Layout - Mobile Phone">
    <p:bg>
      <p:bgPr>
        <a:solidFill>
          <a:schemeClr val="accent1"/>
        </a:solidFill>
        <a:effectLst/>
      </p:bgPr>
    </p:bg>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71F8752B-CC89-8237-0AB1-153867E787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89"/>
            <a:ext cx="12192000" cy="6856622"/>
          </a:xfrm>
          <a:prstGeom prst="rect">
            <a:avLst/>
          </a:prstGeom>
        </p:spPr>
      </p:pic>
      <p:sp>
        <p:nvSpPr>
          <p:cNvPr id="10" name="Rectangle 9">
            <a:extLst>
              <a:ext uri="{FF2B5EF4-FFF2-40B4-BE49-F238E27FC236}">
                <a16:creationId xmlns:a16="http://schemas.microsoft.com/office/drawing/2014/main" id="{ABB42B74-42D0-BC68-CE77-B8A48C597D02}"/>
              </a:ext>
            </a:extLst>
          </p:cNvPr>
          <p:cNvSpPr/>
          <p:nvPr userDrawn="1"/>
        </p:nvSpPr>
        <p:spPr>
          <a:xfrm>
            <a:off x="777922" y="-1313"/>
            <a:ext cx="11414078" cy="60385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pic>
        <p:nvPicPr>
          <p:cNvPr id="15" name="Picture 14" descr="A close up of a box&#10;&#10;Description automatically generated">
            <a:extLst>
              <a:ext uri="{FF2B5EF4-FFF2-40B4-BE49-F238E27FC236}">
                <a16:creationId xmlns:a16="http://schemas.microsoft.com/office/drawing/2014/main" id="{E4288BF0-2F2B-4AF4-A6DF-82D4FFDB5772}"/>
              </a:ext>
            </a:extLst>
          </p:cNvPr>
          <p:cNvPicPr>
            <a:picLocks noChangeAspect="1"/>
          </p:cNvPicPr>
          <p:nvPr userDrawn="1"/>
        </p:nvPicPr>
        <p:blipFill rotWithShape="1">
          <a:blip r:embed="rId3" cstate="screen">
            <a:extLst>
              <a:ext uri="{28A0092B-C50C-407E-A947-70E740481C1C}">
                <a14:useLocalDpi xmlns:a14="http://schemas.microsoft.com/office/drawing/2010/main" val="0"/>
              </a:ext>
            </a:extLst>
          </a:blip>
          <a:srcRect/>
          <a:stretch/>
        </p:blipFill>
        <p:spPr>
          <a:xfrm>
            <a:off x="4541366" y="423081"/>
            <a:ext cx="7487784" cy="6503206"/>
          </a:xfrm>
          <a:prstGeom prst="rect">
            <a:avLst/>
          </a:prstGeom>
        </p:spPr>
      </p:pic>
      <p:sp>
        <p:nvSpPr>
          <p:cNvPr id="17" name="Content Placeholder 16">
            <a:extLst>
              <a:ext uri="{FF2B5EF4-FFF2-40B4-BE49-F238E27FC236}">
                <a16:creationId xmlns:a16="http://schemas.microsoft.com/office/drawing/2014/main" id="{B2ED39FC-EA16-4E6D-8159-BF3D4AFB8EA6}"/>
              </a:ext>
            </a:extLst>
          </p:cNvPr>
          <p:cNvSpPr>
            <a:spLocks noGrp="1"/>
          </p:cNvSpPr>
          <p:nvPr>
            <p:ph sz="quarter" idx="13" hasCustomPrompt="1"/>
          </p:nvPr>
        </p:nvSpPr>
        <p:spPr>
          <a:xfrm>
            <a:off x="7372353" y="867910"/>
            <a:ext cx="2600988" cy="5134169"/>
          </a:xfrm>
          <a:prstGeom prst="roundRect">
            <a:avLst>
              <a:gd name="adj" fmla="val 5128"/>
            </a:avLst>
          </a:prstGeom>
          <a:ln>
            <a:noFill/>
          </a:ln>
        </p:spPr>
        <p:txBody>
          <a:bodyPr lIns="182880" tIns="457200" rIns="274320" bIns="182880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
        <p:nvSpPr>
          <p:cNvPr id="21" name="Content Placeholder 2">
            <a:extLst>
              <a:ext uri="{FF2B5EF4-FFF2-40B4-BE49-F238E27FC236}">
                <a16:creationId xmlns:a16="http://schemas.microsoft.com/office/drawing/2014/main" id="{A75EED30-FB0F-4493-8C81-AD3C0CE9F022}"/>
              </a:ext>
            </a:extLst>
          </p:cNvPr>
          <p:cNvSpPr>
            <a:spLocks noGrp="1"/>
          </p:cNvSpPr>
          <p:nvPr>
            <p:ph sz="half" idx="1"/>
          </p:nvPr>
        </p:nvSpPr>
        <p:spPr>
          <a:xfrm>
            <a:off x="1078860" y="2757827"/>
            <a:ext cx="5265794" cy="2940113"/>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A584FD7B-C7B7-45A0-A3AD-870EFDA67C90}"/>
              </a:ext>
            </a:extLst>
          </p:cNvPr>
          <p:cNvSpPr>
            <a:spLocks noGrp="1"/>
          </p:cNvSpPr>
          <p:nvPr>
            <p:ph type="title" hasCustomPrompt="1"/>
          </p:nvPr>
        </p:nvSpPr>
        <p:spPr>
          <a:xfrm>
            <a:off x="1078860" y="1105174"/>
            <a:ext cx="5265794" cy="1386298"/>
          </a:xfrm>
        </p:spPr>
        <p:txBody>
          <a:bodyPr/>
          <a:lstStyle>
            <a:lvl1pPr>
              <a:defRPr>
                <a:solidFill>
                  <a:schemeClr val="tx1">
                    <a:lumMod val="95000"/>
                  </a:schemeClr>
                </a:solidFill>
              </a:defRPr>
            </a:lvl1pPr>
          </a:lstStyle>
          <a:p>
            <a:r>
              <a:rPr lang="en-US"/>
              <a:t>Mobile Phone with Content Layout</a:t>
            </a:r>
          </a:p>
        </p:txBody>
      </p:sp>
      <p:pic>
        <p:nvPicPr>
          <p:cNvPr id="11" name="Graphic 10">
            <a:extLst>
              <a:ext uri="{FF2B5EF4-FFF2-40B4-BE49-F238E27FC236}">
                <a16:creationId xmlns:a16="http://schemas.microsoft.com/office/drawing/2014/main" id="{898FB83F-71EE-898B-04D4-72A705780CC3}"/>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122401469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Media Only Layout - Mobile Phone">
    <p:bg>
      <p:bgPr>
        <a:solidFill>
          <a:schemeClr val="accent1"/>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88C09DC0-316A-AD97-0E28-11EFF9465D9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2661"/>
          <a:stretch/>
        </p:blipFill>
        <p:spPr>
          <a:xfrm flipH="1">
            <a:off x="0" y="689"/>
            <a:ext cx="12192000" cy="5302831"/>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pic>
        <p:nvPicPr>
          <p:cNvPr id="15" name="Picture 14" descr="A close up of a box&#10;&#10;Description automatically generated">
            <a:extLst>
              <a:ext uri="{FF2B5EF4-FFF2-40B4-BE49-F238E27FC236}">
                <a16:creationId xmlns:a16="http://schemas.microsoft.com/office/drawing/2014/main" id="{E4288BF0-2F2B-4AF4-A6DF-82D4FFDB5772}"/>
              </a:ext>
            </a:extLst>
          </p:cNvPr>
          <p:cNvPicPr>
            <a:picLocks noChangeAspect="1"/>
          </p:cNvPicPr>
          <p:nvPr userDrawn="1"/>
        </p:nvPicPr>
        <p:blipFill rotWithShape="1">
          <a:blip r:embed="rId3" cstate="screen">
            <a:extLst>
              <a:ext uri="{28A0092B-C50C-407E-A947-70E740481C1C}">
                <a14:useLocalDpi xmlns:a14="http://schemas.microsoft.com/office/drawing/2010/main" val="0"/>
              </a:ext>
            </a:extLst>
          </a:blip>
          <a:srcRect/>
          <a:stretch/>
        </p:blipFill>
        <p:spPr>
          <a:xfrm>
            <a:off x="2512261" y="435935"/>
            <a:ext cx="8090500" cy="6558590"/>
          </a:xfrm>
          <a:prstGeom prst="rect">
            <a:avLst/>
          </a:prstGeom>
        </p:spPr>
      </p:pic>
      <p:sp>
        <p:nvSpPr>
          <p:cNvPr id="17" name="Content Placeholder 16">
            <a:extLst>
              <a:ext uri="{FF2B5EF4-FFF2-40B4-BE49-F238E27FC236}">
                <a16:creationId xmlns:a16="http://schemas.microsoft.com/office/drawing/2014/main" id="{B2ED39FC-EA16-4E6D-8159-BF3D4AFB8EA6}"/>
              </a:ext>
            </a:extLst>
          </p:cNvPr>
          <p:cNvSpPr>
            <a:spLocks noGrp="1"/>
          </p:cNvSpPr>
          <p:nvPr>
            <p:ph sz="quarter" idx="13" hasCustomPrompt="1"/>
          </p:nvPr>
        </p:nvSpPr>
        <p:spPr>
          <a:xfrm>
            <a:off x="4877732" y="893135"/>
            <a:ext cx="2607590" cy="5178056"/>
          </a:xfrm>
          <a:prstGeom prst="roundRect">
            <a:avLst>
              <a:gd name="adj" fmla="val 5128"/>
            </a:avLst>
          </a:prstGeom>
          <a:ln>
            <a:noFill/>
          </a:ln>
        </p:spPr>
        <p:txBody>
          <a:bodyPr lIns="182880" tIns="457200" rIns="274320" bIns="164592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Tree>
    <p:extLst>
      <p:ext uri="{BB962C8B-B14F-4D97-AF65-F5344CB8AC3E}">
        <p14:creationId xmlns:p14="http://schemas.microsoft.com/office/powerpoint/2010/main" val="265621926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Media and Content Layout - Monitor">
    <p:bg>
      <p:bgPr>
        <a:solidFill>
          <a:schemeClr val="accent1"/>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a:xfrm>
            <a:off x="12321944" y="5462658"/>
            <a:ext cx="305503" cy="306298"/>
          </a:xfrm>
        </p:spPr>
        <p:txBody>
          <a:bodyPr/>
          <a:lstStyle/>
          <a:p>
            <a:fld id="{A7FCC8F5-5E92-4E10-BDD3-D559588743B4}" type="slidenum">
              <a:rPr lang="en-US" smtClean="0"/>
              <a:t>‹#›</a:t>
            </a:fld>
            <a:endParaRPr lang="en-US"/>
          </a:p>
        </p:txBody>
      </p:sp>
      <p:sp>
        <p:nvSpPr>
          <p:cNvPr id="21" name="Content Placeholder 2">
            <a:extLst>
              <a:ext uri="{FF2B5EF4-FFF2-40B4-BE49-F238E27FC236}">
                <a16:creationId xmlns:a16="http://schemas.microsoft.com/office/drawing/2014/main" id="{A75EED30-FB0F-4493-8C81-AD3C0CE9F022}"/>
              </a:ext>
            </a:extLst>
          </p:cNvPr>
          <p:cNvSpPr>
            <a:spLocks noGrp="1"/>
          </p:cNvSpPr>
          <p:nvPr>
            <p:ph sz="half" idx="1"/>
          </p:nvPr>
        </p:nvSpPr>
        <p:spPr>
          <a:xfrm>
            <a:off x="475807" y="3234936"/>
            <a:ext cx="2592532" cy="2774622"/>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descr="A picture containing electronics, display, monitor, computer&#10;&#10;Description automatically generated">
            <a:extLst>
              <a:ext uri="{FF2B5EF4-FFF2-40B4-BE49-F238E27FC236}">
                <a16:creationId xmlns:a16="http://schemas.microsoft.com/office/drawing/2014/main" id="{0E73EB80-86B6-4392-AEB1-BA37BCC6D8B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531667" y="482175"/>
            <a:ext cx="8070930" cy="6479051"/>
          </a:xfrm>
          <a:prstGeom prst="rect">
            <a:avLst/>
          </a:prstGeom>
        </p:spPr>
      </p:pic>
      <p:sp>
        <p:nvSpPr>
          <p:cNvPr id="12" name="Content Placeholder 16">
            <a:extLst>
              <a:ext uri="{FF2B5EF4-FFF2-40B4-BE49-F238E27FC236}">
                <a16:creationId xmlns:a16="http://schemas.microsoft.com/office/drawing/2014/main" id="{8CE65D05-2ADE-4922-AD69-39A60F4790BD}"/>
              </a:ext>
            </a:extLst>
          </p:cNvPr>
          <p:cNvSpPr>
            <a:spLocks noGrp="1"/>
          </p:cNvSpPr>
          <p:nvPr>
            <p:ph sz="quarter" idx="13" hasCustomPrompt="1"/>
          </p:nvPr>
        </p:nvSpPr>
        <p:spPr>
          <a:xfrm>
            <a:off x="3760131" y="749594"/>
            <a:ext cx="7627339" cy="4843131"/>
          </a:xfrm>
          <a:prstGeom prst="rect">
            <a:avLst/>
          </a:prstGeom>
          <a:ln>
            <a:noFill/>
          </a:ln>
        </p:spPr>
        <p:txBody>
          <a:bodyPr lIns="182880" tIns="457200" rIns="274320" bIns="1371600" anchor="ctr"/>
          <a:lstStyle>
            <a:lvl1pPr marL="0" indent="0" algn="ctr">
              <a:buNone/>
              <a:defRPr sz="12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
        <p:nvSpPr>
          <p:cNvPr id="2" name="Title 1">
            <a:extLst>
              <a:ext uri="{FF2B5EF4-FFF2-40B4-BE49-F238E27FC236}">
                <a16:creationId xmlns:a16="http://schemas.microsoft.com/office/drawing/2014/main" id="{4E9E5248-484C-4E3E-B758-2738EE91F401}"/>
              </a:ext>
            </a:extLst>
          </p:cNvPr>
          <p:cNvSpPr>
            <a:spLocks noGrp="1"/>
          </p:cNvSpPr>
          <p:nvPr>
            <p:ph type="title" hasCustomPrompt="1"/>
          </p:nvPr>
        </p:nvSpPr>
        <p:spPr>
          <a:xfrm>
            <a:off x="475808" y="1470449"/>
            <a:ext cx="2592532" cy="1558209"/>
          </a:xfrm>
        </p:spPr>
        <p:txBody>
          <a:bodyPr/>
          <a:lstStyle>
            <a:lvl1pPr>
              <a:defRPr>
                <a:solidFill>
                  <a:schemeClr val="tx1">
                    <a:lumMod val="95000"/>
                  </a:schemeClr>
                </a:solidFill>
              </a:defRPr>
            </a:lvl1pPr>
          </a:lstStyle>
          <a:p>
            <a:r>
              <a:rPr lang="en-US"/>
              <a:t>Monitor with Content Layout</a:t>
            </a:r>
          </a:p>
        </p:txBody>
      </p:sp>
    </p:spTree>
    <p:extLst>
      <p:ext uri="{BB962C8B-B14F-4D97-AF65-F5344CB8AC3E}">
        <p14:creationId xmlns:p14="http://schemas.microsoft.com/office/powerpoint/2010/main" val="229806583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Media Only Layout - Monitor">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0B04AD9-8072-84AB-2ABF-CCAF021C2B8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2026"/>
          <a:stretch/>
        </p:blipFill>
        <p:spPr>
          <a:xfrm>
            <a:off x="0" y="0"/>
            <a:ext cx="12191999" cy="653552"/>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pic>
        <p:nvPicPr>
          <p:cNvPr id="5" name="Picture 4" descr="A picture containing electronics, display, monitor, computer&#10;&#10;Description automatically generated">
            <a:extLst>
              <a:ext uri="{FF2B5EF4-FFF2-40B4-BE49-F238E27FC236}">
                <a16:creationId xmlns:a16="http://schemas.microsoft.com/office/drawing/2014/main" id="{0E73EB80-86B6-4392-AEB1-BA37BCC6D8B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949841" y="377456"/>
            <a:ext cx="8221247" cy="6599720"/>
          </a:xfrm>
          <a:prstGeom prst="rect">
            <a:avLst/>
          </a:prstGeom>
        </p:spPr>
      </p:pic>
      <p:sp>
        <p:nvSpPr>
          <p:cNvPr id="12" name="Content Placeholder 16">
            <a:extLst>
              <a:ext uri="{FF2B5EF4-FFF2-40B4-BE49-F238E27FC236}">
                <a16:creationId xmlns:a16="http://schemas.microsoft.com/office/drawing/2014/main" id="{8CE65D05-2ADE-4922-AD69-39A60F4790BD}"/>
              </a:ext>
            </a:extLst>
          </p:cNvPr>
          <p:cNvSpPr>
            <a:spLocks noGrp="1"/>
          </p:cNvSpPr>
          <p:nvPr>
            <p:ph sz="quarter" idx="13" hasCustomPrompt="1"/>
          </p:nvPr>
        </p:nvSpPr>
        <p:spPr>
          <a:xfrm>
            <a:off x="2178307" y="611372"/>
            <a:ext cx="7768452" cy="4965405"/>
          </a:xfrm>
          <a:prstGeom prst="rect">
            <a:avLst/>
          </a:prstGeom>
          <a:ln>
            <a:noFill/>
          </a:ln>
        </p:spPr>
        <p:txBody>
          <a:bodyPr lIns="182880" tIns="457200" rIns="274320" bIns="1188720" anchor="ctr"/>
          <a:lstStyle>
            <a:lvl1pPr marL="0" indent="0" algn="ctr">
              <a:buNone/>
              <a:defRPr sz="12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Tree>
    <p:extLst>
      <p:ext uri="{BB962C8B-B14F-4D97-AF65-F5344CB8AC3E}">
        <p14:creationId xmlns:p14="http://schemas.microsoft.com/office/powerpoint/2010/main" val="323235264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Media and Content Layout - Labtop">
    <p:bg>
      <p:bgPr>
        <a:solidFill>
          <a:schemeClr val="accent1"/>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a:xfrm>
            <a:off x="12291169" y="5477347"/>
            <a:ext cx="305503" cy="306298"/>
          </a:xfrm>
        </p:spPr>
        <p:txBody>
          <a:bodyPr/>
          <a:lstStyle/>
          <a:p>
            <a:fld id="{A7FCC8F5-5E92-4E10-BDD3-D559588743B4}" type="slidenum">
              <a:rPr lang="en-US" smtClean="0"/>
              <a:t>‹#›</a:t>
            </a:fld>
            <a:endParaRPr lang="en-US"/>
          </a:p>
        </p:txBody>
      </p:sp>
      <p:sp>
        <p:nvSpPr>
          <p:cNvPr id="21" name="Content Placeholder 2">
            <a:extLst>
              <a:ext uri="{FF2B5EF4-FFF2-40B4-BE49-F238E27FC236}">
                <a16:creationId xmlns:a16="http://schemas.microsoft.com/office/drawing/2014/main" id="{A75EED30-FB0F-4493-8C81-AD3C0CE9F022}"/>
              </a:ext>
            </a:extLst>
          </p:cNvPr>
          <p:cNvSpPr>
            <a:spLocks noGrp="1"/>
          </p:cNvSpPr>
          <p:nvPr>
            <p:ph sz="half" idx="1"/>
          </p:nvPr>
        </p:nvSpPr>
        <p:spPr>
          <a:xfrm>
            <a:off x="342901" y="3239613"/>
            <a:ext cx="2592532" cy="2562551"/>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descr="A screenshot of a computer screen&#10;&#10;Description automatically generated">
            <a:extLst>
              <a:ext uri="{FF2B5EF4-FFF2-40B4-BE49-F238E27FC236}">
                <a16:creationId xmlns:a16="http://schemas.microsoft.com/office/drawing/2014/main" id="{930A5AB1-3040-4C0D-BADA-C5202530570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464462" y="455123"/>
            <a:ext cx="10259861" cy="6273139"/>
          </a:xfrm>
          <a:prstGeom prst="rect">
            <a:avLst/>
          </a:prstGeom>
        </p:spPr>
      </p:pic>
      <p:sp>
        <p:nvSpPr>
          <p:cNvPr id="11" name="Content Placeholder 16">
            <a:extLst>
              <a:ext uri="{FF2B5EF4-FFF2-40B4-BE49-F238E27FC236}">
                <a16:creationId xmlns:a16="http://schemas.microsoft.com/office/drawing/2014/main" id="{6EA01640-EF1C-4D68-A619-1B49277EBFE8}"/>
              </a:ext>
            </a:extLst>
          </p:cNvPr>
          <p:cNvSpPr>
            <a:spLocks noGrp="1"/>
          </p:cNvSpPr>
          <p:nvPr>
            <p:ph sz="quarter" idx="13" hasCustomPrompt="1"/>
          </p:nvPr>
        </p:nvSpPr>
        <p:spPr>
          <a:xfrm>
            <a:off x="3747000" y="868055"/>
            <a:ext cx="7496930" cy="4660876"/>
          </a:xfrm>
          <a:prstGeom prst="rect">
            <a:avLst/>
          </a:prstGeom>
          <a:ln>
            <a:noFill/>
          </a:ln>
        </p:spPr>
        <p:txBody>
          <a:bodyPr lIns="182880" tIns="457200" rIns="274320" bIns="128016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
        <p:nvSpPr>
          <p:cNvPr id="2" name="Title 1">
            <a:extLst>
              <a:ext uri="{FF2B5EF4-FFF2-40B4-BE49-F238E27FC236}">
                <a16:creationId xmlns:a16="http://schemas.microsoft.com/office/drawing/2014/main" id="{338A35DD-E14B-4E0E-A3E8-B5D1C3AA07B9}"/>
              </a:ext>
            </a:extLst>
          </p:cNvPr>
          <p:cNvSpPr>
            <a:spLocks noGrp="1"/>
          </p:cNvSpPr>
          <p:nvPr>
            <p:ph type="title" hasCustomPrompt="1"/>
          </p:nvPr>
        </p:nvSpPr>
        <p:spPr>
          <a:xfrm>
            <a:off x="342902" y="1297510"/>
            <a:ext cx="2592532" cy="1706716"/>
          </a:xfrm>
        </p:spPr>
        <p:txBody>
          <a:bodyPr/>
          <a:lstStyle>
            <a:lvl1pPr>
              <a:defRPr>
                <a:solidFill>
                  <a:schemeClr val="tx1">
                    <a:lumMod val="95000"/>
                  </a:schemeClr>
                </a:solidFill>
              </a:defRPr>
            </a:lvl1pPr>
          </a:lstStyle>
          <a:p>
            <a:r>
              <a:rPr lang="en-US" err="1"/>
              <a:t>Labtop</a:t>
            </a:r>
            <a:r>
              <a:rPr lang="en-US"/>
              <a:t> with Content Layout</a:t>
            </a:r>
          </a:p>
        </p:txBody>
      </p:sp>
    </p:spTree>
    <p:extLst>
      <p:ext uri="{BB962C8B-B14F-4D97-AF65-F5344CB8AC3E}">
        <p14:creationId xmlns:p14="http://schemas.microsoft.com/office/powerpoint/2010/main" val="299224434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Media Only Layout - Labtop">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A5CC85B-DB76-0573-E1DF-A5B18830614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2026"/>
          <a:stretch/>
        </p:blipFill>
        <p:spPr>
          <a:xfrm>
            <a:off x="0" y="0"/>
            <a:ext cx="12191999" cy="653552"/>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pic>
        <p:nvPicPr>
          <p:cNvPr id="8" name="Picture 7" descr="A screenshot of a computer screen&#10;&#10;Description automatically generated">
            <a:extLst>
              <a:ext uri="{FF2B5EF4-FFF2-40B4-BE49-F238E27FC236}">
                <a16:creationId xmlns:a16="http://schemas.microsoft.com/office/drawing/2014/main" id="{930A5AB1-3040-4C0D-BADA-C5202530570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38096" y="396272"/>
            <a:ext cx="10230379" cy="6255113"/>
          </a:xfrm>
          <a:prstGeom prst="rect">
            <a:avLst/>
          </a:prstGeom>
        </p:spPr>
      </p:pic>
      <p:sp>
        <p:nvSpPr>
          <p:cNvPr id="9" name="Content Placeholder 16">
            <a:extLst>
              <a:ext uri="{FF2B5EF4-FFF2-40B4-BE49-F238E27FC236}">
                <a16:creationId xmlns:a16="http://schemas.microsoft.com/office/drawing/2014/main" id="{2DA65E44-71AA-4CFE-91CB-8EBA77B16709}"/>
              </a:ext>
            </a:extLst>
          </p:cNvPr>
          <p:cNvSpPr>
            <a:spLocks noGrp="1"/>
          </p:cNvSpPr>
          <p:nvPr>
            <p:ph sz="quarter" idx="13" hasCustomPrompt="1"/>
          </p:nvPr>
        </p:nvSpPr>
        <p:spPr>
          <a:xfrm>
            <a:off x="2317898" y="792126"/>
            <a:ext cx="7485321" cy="4635795"/>
          </a:xfrm>
          <a:prstGeom prst="rect">
            <a:avLst/>
          </a:prstGeom>
          <a:ln>
            <a:noFill/>
          </a:ln>
        </p:spPr>
        <p:txBody>
          <a:bodyPr lIns="182880" tIns="457200" rIns="274320" bIns="128016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Tree>
    <p:extLst>
      <p:ext uri="{BB962C8B-B14F-4D97-AF65-F5344CB8AC3E}">
        <p14:creationId xmlns:p14="http://schemas.microsoft.com/office/powerpoint/2010/main" val="8885282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Media and Content Layout - Tablet">
    <p:bg>
      <p:bgPr>
        <a:solidFill>
          <a:schemeClr val="accent1"/>
        </a:solidFill>
        <a:effectLst/>
      </p:bgPr>
    </p:bg>
    <p:spTree>
      <p:nvGrpSpPr>
        <p:cNvPr id="1" name=""/>
        <p:cNvGrpSpPr/>
        <p:nvPr/>
      </p:nvGrpSpPr>
      <p:grpSpPr>
        <a:xfrm>
          <a:off x="0" y="0"/>
          <a:ext cx="0" cy="0"/>
          <a:chOff x="0" y="0"/>
          <a:chExt cx="0" cy="0"/>
        </a:xfrm>
      </p:grpSpPr>
      <p:pic>
        <p:nvPicPr>
          <p:cNvPr id="15" name="Picture 14" descr="Shape, square&#10;&#10;Description automatically generated">
            <a:extLst>
              <a:ext uri="{FF2B5EF4-FFF2-40B4-BE49-F238E27FC236}">
                <a16:creationId xmlns:a16="http://schemas.microsoft.com/office/drawing/2014/main" id="{A7CEB4B8-FA90-4131-8982-DF675A196A99}"/>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rot="16200000">
            <a:off x="4677742" y="-449737"/>
            <a:ext cx="5798189" cy="7590805"/>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sp>
        <p:nvSpPr>
          <p:cNvPr id="21" name="Content Placeholder 2">
            <a:extLst>
              <a:ext uri="{FF2B5EF4-FFF2-40B4-BE49-F238E27FC236}">
                <a16:creationId xmlns:a16="http://schemas.microsoft.com/office/drawing/2014/main" id="{A75EED30-FB0F-4493-8C81-AD3C0CE9F022}"/>
              </a:ext>
            </a:extLst>
          </p:cNvPr>
          <p:cNvSpPr>
            <a:spLocks noGrp="1"/>
          </p:cNvSpPr>
          <p:nvPr>
            <p:ph sz="half" idx="1"/>
          </p:nvPr>
        </p:nvSpPr>
        <p:spPr>
          <a:xfrm>
            <a:off x="345666" y="3243160"/>
            <a:ext cx="2877758" cy="2660969"/>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6">
            <a:extLst>
              <a:ext uri="{FF2B5EF4-FFF2-40B4-BE49-F238E27FC236}">
                <a16:creationId xmlns:a16="http://schemas.microsoft.com/office/drawing/2014/main" id="{6EA01640-EF1C-4D68-A619-1B49277EBFE8}"/>
              </a:ext>
            </a:extLst>
          </p:cNvPr>
          <p:cNvSpPr>
            <a:spLocks noGrp="1"/>
          </p:cNvSpPr>
          <p:nvPr>
            <p:ph sz="quarter" idx="13" hasCustomPrompt="1"/>
          </p:nvPr>
        </p:nvSpPr>
        <p:spPr>
          <a:xfrm>
            <a:off x="4045688" y="691116"/>
            <a:ext cx="7097233" cy="5300332"/>
          </a:xfrm>
          <a:prstGeom prst="roundRect">
            <a:avLst>
              <a:gd name="adj" fmla="val 1302"/>
            </a:avLst>
          </a:prstGeom>
          <a:ln>
            <a:noFill/>
          </a:ln>
        </p:spPr>
        <p:txBody>
          <a:bodyPr lIns="182880" tIns="457200" rIns="274320" bIns="118872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
        <p:nvSpPr>
          <p:cNvPr id="2" name="Title 1">
            <a:extLst>
              <a:ext uri="{FF2B5EF4-FFF2-40B4-BE49-F238E27FC236}">
                <a16:creationId xmlns:a16="http://schemas.microsoft.com/office/drawing/2014/main" id="{1761CC60-E103-43AE-A5A8-53EF82C778C6}"/>
              </a:ext>
            </a:extLst>
          </p:cNvPr>
          <p:cNvSpPr>
            <a:spLocks noGrp="1"/>
          </p:cNvSpPr>
          <p:nvPr>
            <p:ph type="title" hasCustomPrompt="1"/>
          </p:nvPr>
        </p:nvSpPr>
        <p:spPr>
          <a:xfrm>
            <a:off x="345667" y="805856"/>
            <a:ext cx="2877758" cy="2281834"/>
          </a:xfrm>
        </p:spPr>
        <p:txBody>
          <a:bodyPr/>
          <a:lstStyle>
            <a:lvl1pPr>
              <a:defRPr>
                <a:solidFill>
                  <a:schemeClr val="tx1">
                    <a:lumMod val="95000"/>
                  </a:schemeClr>
                </a:solidFill>
              </a:defRPr>
            </a:lvl1pPr>
          </a:lstStyle>
          <a:p>
            <a:r>
              <a:rPr lang="en-US"/>
              <a:t>Tablet with Content Layout</a:t>
            </a:r>
          </a:p>
        </p:txBody>
      </p:sp>
    </p:spTree>
    <p:extLst>
      <p:ext uri="{BB962C8B-B14F-4D97-AF65-F5344CB8AC3E}">
        <p14:creationId xmlns:p14="http://schemas.microsoft.com/office/powerpoint/2010/main" val="398392604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Media Only Layout - Tablet">
    <p:bg>
      <p:bgPr>
        <a:solidFill>
          <a:schemeClr val="accent1"/>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7E1F9FE4-7079-98F9-0408-2EC07591665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2661"/>
          <a:stretch/>
        </p:blipFill>
        <p:spPr>
          <a:xfrm>
            <a:off x="0" y="689"/>
            <a:ext cx="12192000" cy="5302831"/>
          </a:xfrm>
          <a:prstGeom prst="rect">
            <a:avLst/>
          </a:prstGeom>
        </p:spPr>
      </p:pic>
      <p:pic>
        <p:nvPicPr>
          <p:cNvPr id="15" name="Picture 14" descr="Shape, square&#10;&#10;Description automatically generated">
            <a:extLst>
              <a:ext uri="{FF2B5EF4-FFF2-40B4-BE49-F238E27FC236}">
                <a16:creationId xmlns:a16="http://schemas.microsoft.com/office/drawing/2014/main" id="{A7CEB4B8-FA90-4131-8982-DF675A196A99}"/>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rot="16200000">
            <a:off x="3164849" y="-465285"/>
            <a:ext cx="5862302" cy="7674740"/>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sp>
        <p:nvSpPr>
          <p:cNvPr id="11" name="Content Placeholder 16">
            <a:extLst>
              <a:ext uri="{FF2B5EF4-FFF2-40B4-BE49-F238E27FC236}">
                <a16:creationId xmlns:a16="http://schemas.microsoft.com/office/drawing/2014/main" id="{6EA01640-EF1C-4D68-A619-1B49277EBFE8}"/>
              </a:ext>
            </a:extLst>
          </p:cNvPr>
          <p:cNvSpPr>
            <a:spLocks noGrp="1"/>
          </p:cNvSpPr>
          <p:nvPr>
            <p:ph sz="quarter" idx="13" hasCustomPrompt="1"/>
          </p:nvPr>
        </p:nvSpPr>
        <p:spPr>
          <a:xfrm>
            <a:off x="2519284" y="698149"/>
            <a:ext cx="7185327" cy="5335828"/>
          </a:xfrm>
          <a:prstGeom prst="roundRect">
            <a:avLst>
              <a:gd name="adj" fmla="val 1302"/>
            </a:avLst>
          </a:prstGeom>
          <a:ln>
            <a:noFill/>
          </a:ln>
        </p:spPr>
        <p:txBody>
          <a:bodyPr lIns="182880" tIns="457200" rIns="274320" bIns="128016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Tree>
    <p:extLst>
      <p:ext uri="{BB962C8B-B14F-4D97-AF65-F5344CB8AC3E}">
        <p14:creationId xmlns:p14="http://schemas.microsoft.com/office/powerpoint/2010/main" val="425332115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Questions">
    <p:bg bwMode="invGray">
      <p:bgPr>
        <a:solidFill>
          <a:schemeClr val="accent1"/>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DCA81D8A-CBA0-45F2-DC4D-D37A6E8A3F8A}"/>
              </a:ext>
            </a:extLst>
          </p:cNvPr>
          <p:cNvPicPr>
            <a:picLocks noChangeAspect="1"/>
          </p:cNvPicPr>
          <p:nvPr userDrawn="1"/>
        </p:nvPicPr>
        <p:blipFill rotWithShape="1">
          <a:blip r:embed="rId2">
            <a:alphaModFix amt="62000"/>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20" name="Text Placeholder 19">
            <a:extLst>
              <a:ext uri="{FF2B5EF4-FFF2-40B4-BE49-F238E27FC236}">
                <a16:creationId xmlns:a16="http://schemas.microsoft.com/office/drawing/2014/main" id="{3BBDEF9B-7E99-47B9-BDFC-E0C14D424E68}"/>
              </a:ext>
            </a:extLst>
          </p:cNvPr>
          <p:cNvSpPr>
            <a:spLocks noGrp="1"/>
          </p:cNvSpPr>
          <p:nvPr>
            <p:ph type="body" sz="quarter" idx="10" hasCustomPrompt="1"/>
          </p:nvPr>
        </p:nvSpPr>
        <p:spPr bwMode="white">
          <a:xfrm>
            <a:off x="2581796" y="2780925"/>
            <a:ext cx="7028408" cy="1091544"/>
          </a:xfrm>
        </p:spPr>
        <p:txBody>
          <a:bodyPr anchor="t"/>
          <a:lstStyle>
            <a:lvl1pPr marL="0" indent="0" algn="ctr">
              <a:buNone/>
              <a:defRPr sz="8800" b="1" cap="all" baseline="0">
                <a:solidFill>
                  <a:schemeClr val="accent4"/>
                </a:solidFill>
              </a:defRPr>
            </a:lvl1pPr>
            <a:lvl2pPr marL="227013" indent="0">
              <a:buNone/>
              <a:defRPr/>
            </a:lvl2pPr>
          </a:lstStyle>
          <a:p>
            <a:pPr lvl="0"/>
            <a:r>
              <a:rPr lang="en-US" err="1"/>
              <a:t>qUESTIONS</a:t>
            </a:r>
            <a:r>
              <a:rPr lang="en-US"/>
              <a:t>?</a:t>
            </a:r>
          </a:p>
        </p:txBody>
      </p:sp>
    </p:spTree>
    <p:extLst>
      <p:ext uri="{BB962C8B-B14F-4D97-AF65-F5344CB8AC3E}">
        <p14:creationId xmlns:p14="http://schemas.microsoft.com/office/powerpoint/2010/main" val="2124739059"/>
      </p:ext>
    </p:extLst>
  </p:cSld>
  <p:clrMapOvr>
    <a:overrideClrMapping bg1="dk1" tx1="lt1" bg2="dk2" tx2="lt2" accent1="accent1" accent2="accent2" accent3="accent3" accent4="accent4" accent5="accent5" accent6="accent6" hlink="hlink" folHlink="folHlink"/>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Thank You">
    <p:bg bwMode="invGray">
      <p:bgPr>
        <a:solidFill>
          <a:schemeClr val="accent1"/>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DCA81D8A-CBA0-45F2-DC4D-D37A6E8A3F8A}"/>
              </a:ext>
            </a:extLst>
          </p:cNvPr>
          <p:cNvPicPr>
            <a:picLocks noChangeAspect="1"/>
          </p:cNvPicPr>
          <p:nvPr userDrawn="1"/>
        </p:nvPicPr>
        <p:blipFill rotWithShape="1">
          <a:blip r:embed="rId2">
            <a:alphaModFix amt="62000"/>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20" name="Text Placeholder 19">
            <a:extLst>
              <a:ext uri="{FF2B5EF4-FFF2-40B4-BE49-F238E27FC236}">
                <a16:creationId xmlns:a16="http://schemas.microsoft.com/office/drawing/2014/main" id="{3BBDEF9B-7E99-47B9-BDFC-E0C14D424E68}"/>
              </a:ext>
            </a:extLst>
          </p:cNvPr>
          <p:cNvSpPr>
            <a:spLocks noGrp="1"/>
          </p:cNvSpPr>
          <p:nvPr>
            <p:ph type="body" sz="quarter" idx="10" hasCustomPrompt="1"/>
          </p:nvPr>
        </p:nvSpPr>
        <p:spPr bwMode="white">
          <a:xfrm>
            <a:off x="2581796" y="2780925"/>
            <a:ext cx="7028408" cy="1091544"/>
          </a:xfrm>
        </p:spPr>
        <p:txBody>
          <a:bodyPr anchor="t"/>
          <a:lstStyle>
            <a:lvl1pPr marL="0" indent="0" algn="ctr">
              <a:buNone/>
              <a:defRPr sz="8800" b="1" cap="all" baseline="0">
                <a:solidFill>
                  <a:schemeClr val="accent4"/>
                </a:solidFill>
              </a:defRPr>
            </a:lvl1pPr>
            <a:lvl2pPr marL="227013" indent="0">
              <a:buNone/>
              <a:defRPr/>
            </a:lvl2pPr>
          </a:lstStyle>
          <a:p>
            <a:pPr lvl="0"/>
            <a:r>
              <a:rPr lang="en-US"/>
              <a:t>THANK YOU</a:t>
            </a:r>
          </a:p>
        </p:txBody>
      </p:sp>
    </p:spTree>
    <p:extLst>
      <p:ext uri="{BB962C8B-B14F-4D97-AF65-F5344CB8AC3E}">
        <p14:creationId xmlns:p14="http://schemas.microsoft.com/office/powerpoint/2010/main" val="2410355545"/>
      </p:ext>
    </p:extLst>
  </p:cSld>
  <p:clrMapOvr>
    <a:overrideClrMapping bg1="dk1" tx1="lt1" bg2="dk2" tx2="lt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Closing Slide">
    <p:bg bwMode="invGray">
      <p:bgPr>
        <a:solidFill>
          <a:schemeClr val="accent1"/>
        </a:solidFill>
        <a:effectLst/>
      </p:bgPr>
    </p:bg>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403FCA63-ED35-43C6-9D23-79CB6DA6369F}"/>
              </a:ext>
            </a:extLst>
          </p:cNvPr>
          <p:cNvSpPr/>
          <p:nvPr userDrawn="1"/>
        </p:nvSpPr>
        <p:spPr>
          <a:xfrm>
            <a:off x="3970041" y="2889501"/>
            <a:ext cx="8221959" cy="1304555"/>
          </a:xfrm>
          <a:custGeom>
            <a:avLst/>
            <a:gdLst>
              <a:gd name="connsiteX0" fmla="*/ 1 w 8221959"/>
              <a:gd name="connsiteY0" fmla="*/ 192 h 1304555"/>
              <a:gd name="connsiteX1" fmla="*/ 323852 w 8221959"/>
              <a:gd name="connsiteY1" fmla="*/ 192 h 1304555"/>
              <a:gd name="connsiteX2" fmla="*/ 323852 w 8221959"/>
              <a:gd name="connsiteY2" fmla="*/ 891522 h 1304555"/>
              <a:gd name="connsiteX3" fmla="*/ 535496 w 8221959"/>
              <a:gd name="connsiteY3" fmla="*/ 652272 h 1304555"/>
              <a:gd name="connsiteX4" fmla="*/ 1038797 w 8221959"/>
              <a:gd name="connsiteY4" fmla="*/ 84582 h 1304555"/>
              <a:gd name="connsiteX5" fmla="*/ 1045274 w 8221959"/>
              <a:gd name="connsiteY5" fmla="*/ 77628 h 1304555"/>
              <a:gd name="connsiteX6" fmla="*/ 1402366 w 8221959"/>
              <a:gd name="connsiteY6" fmla="*/ 62103 h 1304555"/>
              <a:gd name="connsiteX7" fmla="*/ 1495902 w 8221959"/>
              <a:gd name="connsiteY7" fmla="*/ 272319 h 1304555"/>
              <a:gd name="connsiteX8" fmla="*/ 1495902 w 8221959"/>
              <a:gd name="connsiteY8" fmla="*/ 899826 h 1304555"/>
              <a:gd name="connsiteX9" fmla="*/ 1714977 w 8221959"/>
              <a:gd name="connsiteY9" fmla="*/ 652176 h 1304555"/>
              <a:gd name="connsiteX10" fmla="*/ 2218183 w 8221959"/>
              <a:gd name="connsiteY10" fmla="*/ 84582 h 1304555"/>
              <a:gd name="connsiteX11" fmla="*/ 2224374 w 8221959"/>
              <a:gd name="connsiteY11" fmla="*/ 77628 h 1304555"/>
              <a:gd name="connsiteX12" fmla="*/ 2581847 w 8221959"/>
              <a:gd name="connsiteY12" fmla="*/ 62103 h 1304555"/>
              <a:gd name="connsiteX13" fmla="*/ 2675383 w 8221959"/>
              <a:gd name="connsiteY13" fmla="*/ 272319 h 1304555"/>
              <a:gd name="connsiteX14" fmla="*/ 2675383 w 8221959"/>
              <a:gd name="connsiteY14" fmla="*/ 899826 h 1304555"/>
              <a:gd name="connsiteX15" fmla="*/ 2894458 w 8221959"/>
              <a:gd name="connsiteY15" fmla="*/ 652176 h 1304555"/>
              <a:gd name="connsiteX16" fmla="*/ 3397663 w 8221959"/>
              <a:gd name="connsiteY16" fmla="*/ 84582 h 1304555"/>
              <a:gd name="connsiteX17" fmla="*/ 3404236 w 8221959"/>
              <a:gd name="connsiteY17" fmla="*/ 77628 h 1304555"/>
              <a:gd name="connsiteX18" fmla="*/ 3761328 w 8221959"/>
              <a:gd name="connsiteY18" fmla="*/ 62103 h 1304555"/>
              <a:gd name="connsiteX19" fmla="*/ 3854768 w 8221959"/>
              <a:gd name="connsiteY19" fmla="*/ 272319 h 1304555"/>
              <a:gd name="connsiteX20" fmla="*/ 3854768 w 8221959"/>
              <a:gd name="connsiteY20" fmla="*/ 899826 h 1304555"/>
              <a:gd name="connsiteX21" fmla="*/ 4073843 w 8221959"/>
              <a:gd name="connsiteY21" fmla="*/ 652176 h 1304555"/>
              <a:gd name="connsiteX22" fmla="*/ 4577049 w 8221959"/>
              <a:gd name="connsiteY22" fmla="*/ 84582 h 1304555"/>
              <a:gd name="connsiteX23" fmla="*/ 4583526 w 8221959"/>
              <a:gd name="connsiteY23" fmla="*/ 77628 h 1304555"/>
              <a:gd name="connsiteX24" fmla="*/ 4940713 w 8221959"/>
              <a:gd name="connsiteY24" fmla="*/ 62103 h 1304555"/>
              <a:gd name="connsiteX25" fmla="*/ 5034249 w 8221959"/>
              <a:gd name="connsiteY25" fmla="*/ 272319 h 1304555"/>
              <a:gd name="connsiteX26" fmla="*/ 5034249 w 8221959"/>
              <a:gd name="connsiteY26" fmla="*/ 652272 h 1304555"/>
              <a:gd name="connsiteX27" fmla="*/ 5031296 w 8221959"/>
              <a:gd name="connsiteY27" fmla="*/ 652272 h 1304555"/>
              <a:gd name="connsiteX28" fmla="*/ 5031296 w 8221959"/>
              <a:gd name="connsiteY28" fmla="*/ 899921 h 1304555"/>
              <a:gd name="connsiteX29" fmla="*/ 5250370 w 8221959"/>
              <a:gd name="connsiteY29" fmla="*/ 652271 h 1304555"/>
              <a:gd name="connsiteX30" fmla="*/ 5753668 w 8221959"/>
              <a:gd name="connsiteY30" fmla="*/ 84581 h 1304555"/>
              <a:gd name="connsiteX31" fmla="*/ 5760145 w 8221959"/>
              <a:gd name="connsiteY31" fmla="*/ 77627 h 1304555"/>
              <a:gd name="connsiteX32" fmla="*/ 6117235 w 8221959"/>
              <a:gd name="connsiteY32" fmla="*/ 62102 h 1304555"/>
              <a:gd name="connsiteX33" fmla="*/ 6210770 w 8221959"/>
              <a:gd name="connsiteY33" fmla="*/ 272318 h 1304555"/>
              <a:gd name="connsiteX34" fmla="*/ 6210770 w 8221959"/>
              <a:gd name="connsiteY34" fmla="*/ 899825 h 1304555"/>
              <a:gd name="connsiteX35" fmla="*/ 6429843 w 8221959"/>
              <a:gd name="connsiteY35" fmla="*/ 652175 h 1304555"/>
              <a:gd name="connsiteX36" fmla="*/ 6933046 w 8221959"/>
              <a:gd name="connsiteY36" fmla="*/ 84581 h 1304555"/>
              <a:gd name="connsiteX37" fmla="*/ 6939237 w 8221959"/>
              <a:gd name="connsiteY37" fmla="*/ 77627 h 1304555"/>
              <a:gd name="connsiteX38" fmla="*/ 7114949 w 8221959"/>
              <a:gd name="connsiteY38" fmla="*/ 250 h 1304555"/>
              <a:gd name="connsiteX39" fmla="*/ 7296708 w 8221959"/>
              <a:gd name="connsiteY39" fmla="*/ 62102 h 1304555"/>
              <a:gd name="connsiteX40" fmla="*/ 7390243 w 8221959"/>
              <a:gd name="connsiteY40" fmla="*/ 272318 h 1304555"/>
              <a:gd name="connsiteX41" fmla="*/ 7390243 w 8221959"/>
              <a:gd name="connsiteY41" fmla="*/ 899825 h 1304555"/>
              <a:gd name="connsiteX42" fmla="*/ 7609317 w 8221959"/>
              <a:gd name="connsiteY42" fmla="*/ 652175 h 1304555"/>
              <a:gd name="connsiteX43" fmla="*/ 8112520 w 8221959"/>
              <a:gd name="connsiteY43" fmla="*/ 84581 h 1304555"/>
              <a:gd name="connsiteX44" fmla="*/ 8119092 w 8221959"/>
              <a:gd name="connsiteY44" fmla="*/ 77627 h 1304555"/>
              <a:gd name="connsiteX45" fmla="*/ 8201036 w 8221959"/>
              <a:gd name="connsiteY45" fmla="*/ 21886 h 1304555"/>
              <a:gd name="connsiteX46" fmla="*/ 8221959 w 8221959"/>
              <a:gd name="connsiteY46" fmla="*/ 15039 h 1304555"/>
              <a:gd name="connsiteX47" fmla="*/ 8221959 w 8221959"/>
              <a:gd name="connsiteY47" fmla="*/ 439700 h 1304555"/>
              <a:gd name="connsiteX48" fmla="*/ 8033748 w 8221959"/>
              <a:gd name="connsiteY48" fmla="*/ 652461 h 1304555"/>
              <a:gd name="connsiteX49" fmla="*/ 7524354 w 8221959"/>
              <a:gd name="connsiteY49" fmla="*/ 1227105 h 1304555"/>
              <a:gd name="connsiteX50" fmla="*/ 7211270 w 8221959"/>
              <a:gd name="connsiteY50" fmla="*/ 1272253 h 1304555"/>
              <a:gd name="connsiteX51" fmla="*/ 7073729 w 8221959"/>
              <a:gd name="connsiteY51" fmla="*/ 1029556 h 1304555"/>
              <a:gd name="connsiteX52" fmla="*/ 7073729 w 8221959"/>
              <a:gd name="connsiteY52" fmla="*/ 404811 h 1304555"/>
              <a:gd name="connsiteX53" fmla="*/ 6854656 w 8221959"/>
              <a:gd name="connsiteY53" fmla="*/ 652461 h 1304555"/>
              <a:gd name="connsiteX54" fmla="*/ 6345167 w 8221959"/>
              <a:gd name="connsiteY54" fmla="*/ 1227105 h 1304555"/>
              <a:gd name="connsiteX55" fmla="*/ 6158192 w 8221959"/>
              <a:gd name="connsiteY55" fmla="*/ 1304352 h 1304555"/>
              <a:gd name="connsiteX56" fmla="*/ 6031511 w 8221959"/>
              <a:gd name="connsiteY56" fmla="*/ 1272063 h 1304555"/>
              <a:gd name="connsiteX57" fmla="*/ 5893970 w 8221959"/>
              <a:gd name="connsiteY57" fmla="*/ 1029366 h 1304555"/>
              <a:gd name="connsiteX58" fmla="*/ 5893970 w 8221959"/>
              <a:gd name="connsiteY58" fmla="*/ 404811 h 1304555"/>
              <a:gd name="connsiteX59" fmla="*/ 5674897 w 8221959"/>
              <a:gd name="connsiteY59" fmla="*/ 652461 h 1304555"/>
              <a:gd name="connsiteX60" fmla="*/ 5165407 w 8221959"/>
              <a:gd name="connsiteY60" fmla="*/ 1227105 h 1304555"/>
              <a:gd name="connsiteX61" fmla="*/ 4979100 w 8221959"/>
              <a:gd name="connsiteY61" fmla="*/ 1304543 h 1304555"/>
              <a:gd name="connsiteX62" fmla="*/ 4852322 w 8221959"/>
              <a:gd name="connsiteY62" fmla="*/ 1272253 h 1304555"/>
              <a:gd name="connsiteX63" fmla="*/ 4714877 w 8221959"/>
              <a:gd name="connsiteY63" fmla="*/ 1029556 h 1304555"/>
              <a:gd name="connsiteX64" fmla="*/ 4714877 w 8221959"/>
              <a:gd name="connsiteY64" fmla="*/ 652271 h 1304555"/>
              <a:gd name="connsiteX65" fmla="*/ 4717066 w 8221959"/>
              <a:gd name="connsiteY65" fmla="*/ 652271 h 1304555"/>
              <a:gd name="connsiteX66" fmla="*/ 4717066 w 8221959"/>
              <a:gd name="connsiteY66" fmla="*/ 404622 h 1304555"/>
              <a:gd name="connsiteX67" fmla="*/ 4497991 w 8221959"/>
              <a:gd name="connsiteY67" fmla="*/ 652272 h 1304555"/>
              <a:gd name="connsiteX68" fmla="*/ 3988499 w 8221959"/>
              <a:gd name="connsiteY68" fmla="*/ 1226915 h 1304555"/>
              <a:gd name="connsiteX69" fmla="*/ 3802190 w 8221959"/>
              <a:gd name="connsiteY69" fmla="*/ 1304353 h 1304555"/>
              <a:gd name="connsiteX70" fmla="*/ 3675508 w 8221959"/>
              <a:gd name="connsiteY70" fmla="*/ 1272064 h 1304555"/>
              <a:gd name="connsiteX71" fmla="*/ 3537967 w 8221959"/>
              <a:gd name="connsiteY71" fmla="*/ 1029367 h 1304555"/>
              <a:gd name="connsiteX72" fmla="*/ 3537967 w 8221959"/>
              <a:gd name="connsiteY72" fmla="*/ 404812 h 1304555"/>
              <a:gd name="connsiteX73" fmla="*/ 3318892 w 8221959"/>
              <a:gd name="connsiteY73" fmla="*/ 652462 h 1304555"/>
              <a:gd name="connsiteX74" fmla="*/ 2809495 w 8221959"/>
              <a:gd name="connsiteY74" fmla="*/ 1227106 h 1304555"/>
              <a:gd name="connsiteX75" fmla="*/ 2496408 w 8221959"/>
              <a:gd name="connsiteY75" fmla="*/ 1272254 h 1304555"/>
              <a:gd name="connsiteX76" fmla="*/ 2358867 w 8221959"/>
              <a:gd name="connsiteY76" fmla="*/ 1029557 h 1304555"/>
              <a:gd name="connsiteX77" fmla="*/ 2358867 w 8221959"/>
              <a:gd name="connsiteY77" fmla="*/ 404812 h 1304555"/>
              <a:gd name="connsiteX78" fmla="*/ 2139792 w 8221959"/>
              <a:gd name="connsiteY78" fmla="*/ 652462 h 1304555"/>
              <a:gd name="connsiteX79" fmla="*/ 1630300 w 8221959"/>
              <a:gd name="connsiteY79" fmla="*/ 1227106 h 1304555"/>
              <a:gd name="connsiteX80" fmla="*/ 1443324 w 8221959"/>
              <a:gd name="connsiteY80" fmla="*/ 1304353 h 1304555"/>
              <a:gd name="connsiteX81" fmla="*/ 1316641 w 8221959"/>
              <a:gd name="connsiteY81" fmla="*/ 1272064 h 1304555"/>
              <a:gd name="connsiteX82" fmla="*/ 1179100 w 8221959"/>
              <a:gd name="connsiteY82" fmla="*/ 1029367 h 1304555"/>
              <a:gd name="connsiteX83" fmla="*/ 1179100 w 8221959"/>
              <a:gd name="connsiteY83" fmla="*/ 404812 h 1304555"/>
              <a:gd name="connsiteX84" fmla="*/ 960025 w 8221959"/>
              <a:gd name="connsiteY84" fmla="*/ 652462 h 1304555"/>
              <a:gd name="connsiteX85" fmla="*/ 450533 w 8221959"/>
              <a:gd name="connsiteY85" fmla="*/ 1227106 h 1304555"/>
              <a:gd name="connsiteX86" fmla="*/ 264224 w 8221959"/>
              <a:gd name="connsiteY86" fmla="*/ 1304544 h 1304555"/>
              <a:gd name="connsiteX87" fmla="*/ 137446 w 8221959"/>
              <a:gd name="connsiteY87" fmla="*/ 1272254 h 1304555"/>
              <a:gd name="connsiteX88" fmla="*/ 9180 w 8221959"/>
              <a:gd name="connsiteY88" fmla="*/ 1102894 h 1304555"/>
              <a:gd name="connsiteX89" fmla="*/ 513 w 8221959"/>
              <a:gd name="connsiteY89" fmla="*/ 1033656 h 1304555"/>
              <a:gd name="connsiteX90" fmla="*/ 1 w 8221959"/>
              <a:gd name="connsiteY90" fmla="*/ 1033656 h 1304555"/>
              <a:gd name="connsiteX91" fmla="*/ 1 w 8221959"/>
              <a:gd name="connsiteY91" fmla="*/ 1029565 h 1304555"/>
              <a:gd name="connsiteX92" fmla="*/ 0 w 8221959"/>
              <a:gd name="connsiteY92" fmla="*/ 1029557 h 1304555"/>
              <a:gd name="connsiteX93" fmla="*/ 0 w 8221959"/>
              <a:gd name="connsiteY93" fmla="*/ 652272 h 1304555"/>
              <a:gd name="connsiteX94" fmla="*/ 1 w 8221959"/>
              <a:gd name="connsiteY94" fmla="*/ 652272 h 1304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8221959" h="1304555">
                <a:moveTo>
                  <a:pt x="1" y="192"/>
                </a:moveTo>
                <a:lnTo>
                  <a:pt x="323852" y="192"/>
                </a:lnTo>
                <a:lnTo>
                  <a:pt x="323852" y="891522"/>
                </a:lnTo>
                <a:lnTo>
                  <a:pt x="535496" y="652272"/>
                </a:lnTo>
                <a:lnTo>
                  <a:pt x="1038797" y="84582"/>
                </a:lnTo>
                <a:lnTo>
                  <a:pt x="1045274" y="77628"/>
                </a:lnTo>
                <a:cubicBezTo>
                  <a:pt x="1142275" y="-19352"/>
                  <a:pt x="1297315" y="-26092"/>
                  <a:pt x="1402366" y="62103"/>
                </a:cubicBezTo>
                <a:cubicBezTo>
                  <a:pt x="1464469" y="112776"/>
                  <a:pt x="1495902" y="192214"/>
                  <a:pt x="1495902" y="272319"/>
                </a:cubicBezTo>
                <a:lnTo>
                  <a:pt x="1495902" y="899826"/>
                </a:lnTo>
                <a:lnTo>
                  <a:pt x="1714977" y="652176"/>
                </a:lnTo>
                <a:lnTo>
                  <a:pt x="2218183" y="84582"/>
                </a:lnTo>
                <a:lnTo>
                  <a:pt x="2224374" y="77628"/>
                </a:lnTo>
                <a:cubicBezTo>
                  <a:pt x="2321424" y="-19582"/>
                  <a:pt x="2476734" y="-26327"/>
                  <a:pt x="2581847" y="62103"/>
                </a:cubicBezTo>
                <a:cubicBezTo>
                  <a:pt x="2643950" y="112776"/>
                  <a:pt x="2675383" y="192119"/>
                  <a:pt x="2675383" y="272319"/>
                </a:cubicBezTo>
                <a:lnTo>
                  <a:pt x="2675383" y="899826"/>
                </a:lnTo>
                <a:lnTo>
                  <a:pt x="2894458" y="652176"/>
                </a:lnTo>
                <a:lnTo>
                  <a:pt x="3397663" y="84582"/>
                </a:lnTo>
                <a:lnTo>
                  <a:pt x="3404236" y="77628"/>
                </a:lnTo>
                <a:cubicBezTo>
                  <a:pt x="3501236" y="-19352"/>
                  <a:pt x="3656276" y="-26092"/>
                  <a:pt x="3761328" y="62103"/>
                </a:cubicBezTo>
                <a:cubicBezTo>
                  <a:pt x="3823336" y="112776"/>
                  <a:pt x="3854768" y="192214"/>
                  <a:pt x="3854768" y="272319"/>
                </a:cubicBezTo>
                <a:lnTo>
                  <a:pt x="3854768" y="899826"/>
                </a:lnTo>
                <a:lnTo>
                  <a:pt x="4073843" y="652176"/>
                </a:lnTo>
                <a:lnTo>
                  <a:pt x="4577049" y="84582"/>
                </a:lnTo>
                <a:lnTo>
                  <a:pt x="4583526" y="77628"/>
                </a:lnTo>
                <a:cubicBezTo>
                  <a:pt x="4680539" y="-19409"/>
                  <a:pt x="4835647" y="-26151"/>
                  <a:pt x="4940713" y="62103"/>
                </a:cubicBezTo>
                <a:cubicBezTo>
                  <a:pt x="5002816" y="112776"/>
                  <a:pt x="5034249" y="192119"/>
                  <a:pt x="5034249" y="272319"/>
                </a:cubicBezTo>
                <a:lnTo>
                  <a:pt x="5034249" y="652272"/>
                </a:lnTo>
                <a:lnTo>
                  <a:pt x="5031296" y="652272"/>
                </a:lnTo>
                <a:lnTo>
                  <a:pt x="5031296" y="899921"/>
                </a:lnTo>
                <a:lnTo>
                  <a:pt x="5250370" y="652271"/>
                </a:lnTo>
                <a:lnTo>
                  <a:pt x="5753668" y="84581"/>
                </a:lnTo>
                <a:lnTo>
                  <a:pt x="5760145" y="77627"/>
                </a:lnTo>
                <a:cubicBezTo>
                  <a:pt x="5857145" y="-19353"/>
                  <a:pt x="6012184" y="-26093"/>
                  <a:pt x="6117235" y="62102"/>
                </a:cubicBezTo>
                <a:cubicBezTo>
                  <a:pt x="6179338" y="112775"/>
                  <a:pt x="6210770" y="192213"/>
                  <a:pt x="6210770" y="272318"/>
                </a:cubicBezTo>
                <a:lnTo>
                  <a:pt x="6210770" y="899825"/>
                </a:lnTo>
                <a:lnTo>
                  <a:pt x="6429843" y="652175"/>
                </a:lnTo>
                <a:lnTo>
                  <a:pt x="6933046" y="84581"/>
                </a:lnTo>
                <a:lnTo>
                  <a:pt x="6939237" y="77627"/>
                </a:lnTo>
                <a:cubicBezTo>
                  <a:pt x="6987762" y="29022"/>
                  <a:pt x="7050852" y="3033"/>
                  <a:pt x="7114949" y="250"/>
                </a:cubicBezTo>
                <a:cubicBezTo>
                  <a:pt x="7179047" y="-2534"/>
                  <a:pt x="7244152" y="17887"/>
                  <a:pt x="7296708" y="62102"/>
                </a:cubicBezTo>
                <a:cubicBezTo>
                  <a:pt x="7358811" y="112775"/>
                  <a:pt x="7390243" y="192118"/>
                  <a:pt x="7390243" y="272318"/>
                </a:cubicBezTo>
                <a:lnTo>
                  <a:pt x="7390243" y="899825"/>
                </a:lnTo>
                <a:lnTo>
                  <a:pt x="7609317" y="652175"/>
                </a:lnTo>
                <a:lnTo>
                  <a:pt x="8112520" y="84581"/>
                </a:lnTo>
                <a:lnTo>
                  <a:pt x="8119092" y="77627"/>
                </a:lnTo>
                <a:cubicBezTo>
                  <a:pt x="8143342" y="53382"/>
                  <a:pt x="8171219" y="34777"/>
                  <a:pt x="8201036" y="21886"/>
                </a:cubicBezTo>
                <a:lnTo>
                  <a:pt x="8221959" y="15039"/>
                </a:lnTo>
                <a:lnTo>
                  <a:pt x="8221959" y="439700"/>
                </a:lnTo>
                <a:lnTo>
                  <a:pt x="8033748" y="652461"/>
                </a:lnTo>
                <a:lnTo>
                  <a:pt x="7524354" y="1227105"/>
                </a:lnTo>
                <a:cubicBezTo>
                  <a:pt x="7441614" y="1310042"/>
                  <a:pt x="7314071" y="1328434"/>
                  <a:pt x="7211270" y="1272253"/>
                </a:cubicBezTo>
                <a:cubicBezTo>
                  <a:pt x="7123831" y="1224628"/>
                  <a:pt x="7073729" y="1129378"/>
                  <a:pt x="7073729" y="1029556"/>
                </a:cubicBezTo>
                <a:lnTo>
                  <a:pt x="7073729" y="404811"/>
                </a:lnTo>
                <a:lnTo>
                  <a:pt x="6854656" y="652461"/>
                </a:lnTo>
                <a:lnTo>
                  <a:pt x="6345167" y="1227105"/>
                </a:lnTo>
                <a:cubicBezTo>
                  <a:pt x="6295611" y="1276719"/>
                  <a:pt x="6228316" y="1304522"/>
                  <a:pt x="6158192" y="1304352"/>
                </a:cubicBezTo>
                <a:cubicBezTo>
                  <a:pt x="6113940" y="1304266"/>
                  <a:pt x="6070405" y="1293169"/>
                  <a:pt x="6031511" y="1272063"/>
                </a:cubicBezTo>
                <a:cubicBezTo>
                  <a:pt x="5944071" y="1224438"/>
                  <a:pt x="5893970" y="1129188"/>
                  <a:pt x="5893970" y="1029366"/>
                </a:cubicBezTo>
                <a:lnTo>
                  <a:pt x="5893970" y="404811"/>
                </a:lnTo>
                <a:lnTo>
                  <a:pt x="5674897" y="652461"/>
                </a:lnTo>
                <a:lnTo>
                  <a:pt x="5165407" y="1227105"/>
                </a:lnTo>
                <a:cubicBezTo>
                  <a:pt x="5116088" y="1276688"/>
                  <a:pt x="5049034" y="1304558"/>
                  <a:pt x="4979100" y="1304543"/>
                </a:cubicBezTo>
                <a:cubicBezTo>
                  <a:pt x="4934810" y="1304512"/>
                  <a:pt x="4891231" y="1293413"/>
                  <a:pt x="4852322" y="1272253"/>
                </a:cubicBezTo>
                <a:cubicBezTo>
                  <a:pt x="4764883" y="1224628"/>
                  <a:pt x="4714877" y="1129378"/>
                  <a:pt x="4714877" y="1029556"/>
                </a:cubicBezTo>
                <a:lnTo>
                  <a:pt x="4714877" y="652271"/>
                </a:lnTo>
                <a:lnTo>
                  <a:pt x="4717066" y="652271"/>
                </a:lnTo>
                <a:lnTo>
                  <a:pt x="4717066" y="404622"/>
                </a:lnTo>
                <a:lnTo>
                  <a:pt x="4497991" y="652272"/>
                </a:lnTo>
                <a:lnTo>
                  <a:pt x="3988499" y="1226915"/>
                </a:lnTo>
                <a:cubicBezTo>
                  <a:pt x="3939156" y="1276462"/>
                  <a:pt x="3872117" y="1304327"/>
                  <a:pt x="3802190" y="1304353"/>
                </a:cubicBezTo>
                <a:cubicBezTo>
                  <a:pt x="3757938" y="1304267"/>
                  <a:pt x="3714402" y="1293170"/>
                  <a:pt x="3675508" y="1272064"/>
                </a:cubicBezTo>
                <a:cubicBezTo>
                  <a:pt x="3588068" y="1224439"/>
                  <a:pt x="3537967" y="1129189"/>
                  <a:pt x="3537967" y="1029367"/>
                </a:cubicBezTo>
                <a:lnTo>
                  <a:pt x="3537967" y="404812"/>
                </a:lnTo>
                <a:lnTo>
                  <a:pt x="3318892" y="652462"/>
                </a:lnTo>
                <a:lnTo>
                  <a:pt x="2809495" y="1227106"/>
                </a:lnTo>
                <a:cubicBezTo>
                  <a:pt x="2726754" y="1310043"/>
                  <a:pt x="2599210" y="1328435"/>
                  <a:pt x="2496408" y="1272254"/>
                </a:cubicBezTo>
                <a:cubicBezTo>
                  <a:pt x="2408968" y="1224629"/>
                  <a:pt x="2358867" y="1129379"/>
                  <a:pt x="2358867" y="1029557"/>
                </a:cubicBezTo>
                <a:lnTo>
                  <a:pt x="2358867" y="404812"/>
                </a:lnTo>
                <a:lnTo>
                  <a:pt x="2139792" y="652462"/>
                </a:lnTo>
                <a:lnTo>
                  <a:pt x="1630300" y="1227106"/>
                </a:lnTo>
                <a:cubicBezTo>
                  <a:pt x="1580744" y="1276720"/>
                  <a:pt x="1513448" y="1304523"/>
                  <a:pt x="1443324" y="1304353"/>
                </a:cubicBezTo>
                <a:cubicBezTo>
                  <a:pt x="1399071" y="1304267"/>
                  <a:pt x="1355536" y="1293170"/>
                  <a:pt x="1316641" y="1272064"/>
                </a:cubicBezTo>
                <a:cubicBezTo>
                  <a:pt x="1229202" y="1224439"/>
                  <a:pt x="1179100" y="1129189"/>
                  <a:pt x="1179100" y="1029367"/>
                </a:cubicBezTo>
                <a:lnTo>
                  <a:pt x="1179100" y="404812"/>
                </a:lnTo>
                <a:lnTo>
                  <a:pt x="960025" y="652462"/>
                </a:lnTo>
                <a:lnTo>
                  <a:pt x="450533" y="1227106"/>
                </a:lnTo>
                <a:cubicBezTo>
                  <a:pt x="401213" y="1276689"/>
                  <a:pt x="334159" y="1304559"/>
                  <a:pt x="264224" y="1304544"/>
                </a:cubicBezTo>
                <a:cubicBezTo>
                  <a:pt x="219934" y="1304513"/>
                  <a:pt x="176355" y="1293414"/>
                  <a:pt x="137446" y="1272254"/>
                </a:cubicBezTo>
                <a:cubicBezTo>
                  <a:pt x="71866" y="1236535"/>
                  <a:pt x="27343" y="1174028"/>
                  <a:pt x="9180" y="1102894"/>
                </a:cubicBezTo>
                <a:lnTo>
                  <a:pt x="513" y="1033656"/>
                </a:lnTo>
                <a:lnTo>
                  <a:pt x="1" y="1033656"/>
                </a:lnTo>
                <a:lnTo>
                  <a:pt x="1" y="1029565"/>
                </a:lnTo>
                <a:lnTo>
                  <a:pt x="0" y="1029557"/>
                </a:lnTo>
                <a:lnTo>
                  <a:pt x="0" y="652272"/>
                </a:lnTo>
                <a:lnTo>
                  <a:pt x="1" y="652272"/>
                </a:lnTo>
                <a:close/>
              </a:path>
            </a:pathLst>
          </a:custGeom>
          <a:gradFill flip="none" rotWithShape="1">
            <a:gsLst>
              <a:gs pos="0">
                <a:schemeClr val="accent1">
                  <a:tint val="66000"/>
                  <a:satMod val="160000"/>
                </a:schemeClr>
              </a:gs>
              <a:gs pos="49000">
                <a:schemeClr val="accent1">
                  <a:tint val="44500"/>
                  <a:satMod val="160000"/>
                </a:schemeClr>
              </a:gs>
              <a:gs pos="100000">
                <a:schemeClr val="tx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8" name="Graphic 17">
            <a:extLst>
              <a:ext uri="{FF2B5EF4-FFF2-40B4-BE49-F238E27FC236}">
                <a16:creationId xmlns:a16="http://schemas.microsoft.com/office/drawing/2014/main" id="{A9BC630F-6602-46CC-94D2-9A72427CD1B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8464" y="2919177"/>
            <a:ext cx="3165955" cy="1245957"/>
          </a:xfrm>
          <a:prstGeom prst="rect">
            <a:avLst/>
          </a:prstGeom>
        </p:spPr>
      </p:pic>
    </p:spTree>
    <p:extLst>
      <p:ext uri="{BB962C8B-B14F-4D97-AF65-F5344CB8AC3E}">
        <p14:creationId xmlns:p14="http://schemas.microsoft.com/office/powerpoint/2010/main" val="1609920526"/>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image" Target="../media/image2.svg"/><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A2CE99E-E714-40B6-AD13-9F92202805BD}"/>
              </a:ext>
            </a:extLst>
          </p:cNvPr>
          <p:cNvSpPr>
            <a:spLocks noGrp="1"/>
          </p:cNvSpPr>
          <p:nvPr>
            <p:ph type="ftr" sz="quarter" idx="3"/>
          </p:nvPr>
        </p:nvSpPr>
        <p:spPr>
          <a:xfrm>
            <a:off x="342900" y="6394105"/>
            <a:ext cx="10259861" cy="365125"/>
          </a:xfrm>
          <a:prstGeom prst="rect">
            <a:avLst/>
          </a:prstGeom>
        </p:spPr>
        <p:txBody>
          <a:bodyPr vert="horz" lIns="0" tIns="45720" rIns="91440" bIns="45720" rtlCol="0" anchor="ctr"/>
          <a:lstStyle>
            <a:lvl1pPr algn="l">
              <a:defRPr sz="800">
                <a:solidFill>
                  <a:schemeClr val="tx1"/>
                </a:solidFill>
              </a:defRPr>
            </a:lvl1pPr>
          </a:lstStyle>
          <a:p>
            <a:endParaRPr lang="en-US"/>
          </a:p>
        </p:txBody>
      </p:sp>
      <p:sp>
        <p:nvSpPr>
          <p:cNvPr id="2" name="Title Placeholder 1">
            <a:extLst>
              <a:ext uri="{FF2B5EF4-FFF2-40B4-BE49-F238E27FC236}">
                <a16:creationId xmlns:a16="http://schemas.microsoft.com/office/drawing/2014/main" id="{6FA46329-3CEB-4871-A9F8-2926A8C0855D}"/>
              </a:ext>
            </a:extLst>
          </p:cNvPr>
          <p:cNvSpPr>
            <a:spLocks noGrp="1"/>
          </p:cNvSpPr>
          <p:nvPr>
            <p:ph type="title"/>
          </p:nvPr>
        </p:nvSpPr>
        <p:spPr>
          <a:xfrm>
            <a:off x="880782" y="545914"/>
            <a:ext cx="10414747" cy="1147152"/>
          </a:xfrm>
          <a:prstGeom prst="rect">
            <a:avLst/>
          </a:prstGeom>
        </p:spPr>
        <p:txBody>
          <a:bodyPr vert="horz" lIns="0" tIns="0" rIns="0" bIns="0" rtlCol="0" anchor="b">
            <a:noAutofit/>
          </a:bodyPr>
          <a:lstStyle/>
          <a:p>
            <a:r>
              <a:rPr lang="en-US"/>
              <a:t>Headline goes here</a:t>
            </a:r>
            <a:br>
              <a:rPr lang="en-US"/>
            </a:br>
            <a:r>
              <a:rPr lang="en-US"/>
              <a:t>two lines long optional</a:t>
            </a:r>
          </a:p>
        </p:txBody>
      </p:sp>
      <p:sp>
        <p:nvSpPr>
          <p:cNvPr id="3" name="Text Placeholder 2">
            <a:extLst>
              <a:ext uri="{FF2B5EF4-FFF2-40B4-BE49-F238E27FC236}">
                <a16:creationId xmlns:a16="http://schemas.microsoft.com/office/drawing/2014/main" id="{213B0E2E-E783-4B3F-B91C-B86959CE7A96}"/>
              </a:ext>
            </a:extLst>
          </p:cNvPr>
          <p:cNvSpPr>
            <a:spLocks noGrp="1"/>
          </p:cNvSpPr>
          <p:nvPr>
            <p:ph type="body" idx="1"/>
          </p:nvPr>
        </p:nvSpPr>
        <p:spPr>
          <a:xfrm>
            <a:off x="880782" y="1980280"/>
            <a:ext cx="10414747" cy="4157383"/>
          </a:xfrm>
          <a:prstGeom prst="rect">
            <a:avLst/>
          </a:prstGeom>
        </p:spPr>
        <p:txBody>
          <a:bodyPr vert="horz" lIns="0" tIns="0" rIns="0" bIns="0" rtlCol="0">
            <a:noAutofit/>
          </a:bodyPr>
          <a:lstStyle/>
          <a:p>
            <a:pPr lvl="0"/>
            <a:r>
              <a:rPr lang="en-US"/>
              <a:t>Default body copy</a:t>
            </a:r>
            <a:br>
              <a:rPr lang="en-US"/>
            </a:br>
            <a:r>
              <a:rPr lang="en-US"/>
              <a:t>second line</a:t>
            </a:r>
          </a:p>
          <a:p>
            <a:pPr lvl="1"/>
            <a:r>
              <a:rPr lang="en-US"/>
              <a:t>Sub-level body copy (tab 2x)</a:t>
            </a:r>
            <a:br>
              <a:rPr lang="en-US"/>
            </a:br>
            <a:r>
              <a:rPr lang="en-US"/>
              <a:t>second line</a:t>
            </a:r>
          </a:p>
          <a:p>
            <a:pPr lvl="2"/>
            <a:r>
              <a:rPr lang="en-US"/>
              <a:t>Sub-level body copy (tab 3x)</a:t>
            </a:r>
            <a:br>
              <a:rPr lang="en-US"/>
            </a:br>
            <a:r>
              <a:rPr lang="en-US"/>
              <a:t>second line</a:t>
            </a:r>
          </a:p>
          <a:p>
            <a:pPr lvl="3"/>
            <a:r>
              <a:rPr lang="en-US"/>
              <a:t>Sub-level (tab 4x)</a:t>
            </a:r>
            <a:br>
              <a:rPr lang="en-US"/>
            </a:br>
            <a:r>
              <a:rPr lang="en-US"/>
              <a:t>second line</a:t>
            </a:r>
          </a:p>
          <a:p>
            <a:pPr lvl="4"/>
            <a:r>
              <a:rPr lang="en-US"/>
              <a:t>Sub-level (tab 5x)</a:t>
            </a:r>
            <a:br>
              <a:rPr lang="en-US"/>
            </a:br>
            <a:r>
              <a:rPr lang="en-US"/>
              <a:t>second line</a:t>
            </a:r>
          </a:p>
        </p:txBody>
      </p:sp>
      <p:sp>
        <p:nvSpPr>
          <p:cNvPr id="4" name="Date Placeholder 3">
            <a:extLst>
              <a:ext uri="{FF2B5EF4-FFF2-40B4-BE49-F238E27FC236}">
                <a16:creationId xmlns:a16="http://schemas.microsoft.com/office/drawing/2014/main" id="{6A1239C0-BD08-4C30-B628-959CD8FA8D83}"/>
              </a:ext>
            </a:extLst>
          </p:cNvPr>
          <p:cNvSpPr>
            <a:spLocks noGrp="1"/>
          </p:cNvSpPr>
          <p:nvPr>
            <p:ph type="dt" sz="half" idx="2"/>
          </p:nvPr>
        </p:nvSpPr>
        <p:spPr>
          <a:xfrm>
            <a:off x="10602762" y="6382494"/>
            <a:ext cx="692767" cy="365125"/>
          </a:xfrm>
          <a:prstGeom prst="rect">
            <a:avLst/>
          </a:prstGeom>
        </p:spPr>
        <p:txBody>
          <a:bodyPr vert="horz" lIns="91440" tIns="45720" rIns="91440" bIns="45720" rtlCol="0" anchor="ctr"/>
          <a:lstStyle>
            <a:lvl1pPr algn="r">
              <a:defRPr sz="700">
                <a:solidFill>
                  <a:schemeClr val="tx1"/>
                </a:solidFill>
              </a:defRPr>
            </a:lvl1pPr>
          </a:lstStyle>
          <a:p>
            <a:fld id="{B7EB65F7-02F7-4C03-9B5E-0F72A9F540CE}" type="datetime1">
              <a:rPr lang="en-US" smtClean="0"/>
              <a:pPr/>
              <a:t>3/17/25</a:t>
            </a:fld>
            <a:endParaRPr lang="en-US"/>
          </a:p>
        </p:txBody>
      </p:sp>
      <p:sp>
        <p:nvSpPr>
          <p:cNvPr id="6" name="Slide Number Placeholder 5">
            <a:extLst>
              <a:ext uri="{FF2B5EF4-FFF2-40B4-BE49-F238E27FC236}">
                <a16:creationId xmlns:a16="http://schemas.microsoft.com/office/drawing/2014/main" id="{AA28DA39-0C23-4056-8B4B-9F8DCBB8EEB9}"/>
              </a:ext>
            </a:extLst>
          </p:cNvPr>
          <p:cNvSpPr>
            <a:spLocks noGrp="1"/>
          </p:cNvSpPr>
          <p:nvPr>
            <p:ph type="sldNum" sz="quarter" idx="4"/>
          </p:nvPr>
        </p:nvSpPr>
        <p:spPr>
          <a:xfrm>
            <a:off x="11674225" y="5477347"/>
            <a:ext cx="305503" cy="306298"/>
          </a:xfrm>
          <a:prstGeom prst="ellipse">
            <a:avLst/>
          </a:prstGeom>
          <a:noFill/>
          <a:ln w="6350">
            <a:solidFill>
              <a:schemeClr val="tx2"/>
            </a:solidFill>
          </a:ln>
        </p:spPr>
        <p:txBody>
          <a:bodyPr vert="horz" lIns="0" tIns="45720" rIns="0" bIns="45720" rtlCol="0" anchor="ctr"/>
          <a:lstStyle>
            <a:lvl1pPr algn="ctr">
              <a:defRPr sz="700" b="1">
                <a:solidFill>
                  <a:schemeClr val="tx2"/>
                </a:solidFill>
              </a:defRPr>
            </a:lvl1pPr>
          </a:lstStyle>
          <a:p>
            <a:fld id="{545951DD-1C6A-495F-8185-4C73F8F8B75A}" type="slidenum">
              <a:rPr lang="en-US" smtClean="0"/>
              <a:pPr/>
              <a:t>‹#›</a:t>
            </a:fld>
            <a:endParaRPr lang="en-US"/>
          </a:p>
        </p:txBody>
      </p:sp>
      <p:pic>
        <p:nvPicPr>
          <p:cNvPr id="9" name="Graphic 8">
            <a:extLst>
              <a:ext uri="{FF2B5EF4-FFF2-40B4-BE49-F238E27FC236}">
                <a16:creationId xmlns:a16="http://schemas.microsoft.com/office/drawing/2014/main" id="{3BB41A6D-43BD-4471-835C-1C49C9CCE2A7}"/>
              </a:ext>
            </a:extLst>
          </p:cNvPr>
          <p:cNvPicPr>
            <a:picLocks noChangeAspect="1"/>
          </p:cNvPicPr>
          <p:nvPr userDrawn="1"/>
        </p:nvPicPr>
        <p:blipFill>
          <a:blip r:embed="rId68">
            <a:extLst>
              <a:ext uri="{28A0092B-C50C-407E-A947-70E740481C1C}">
                <a14:useLocalDpi xmlns:a14="http://schemas.microsoft.com/office/drawing/2010/main" val="0"/>
              </a:ext>
              <a:ext uri="{96DAC541-7B7A-43D3-8B79-37D633B846F1}">
                <asvg:svgBlip xmlns:asvg="http://schemas.microsoft.com/office/drawing/2016/SVG/main" r:embed="rId69"/>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1350346661"/>
      </p:ext>
    </p:extLst>
  </p:cSld>
  <p:clrMap bg1="dk1" tx1="lt1" bg2="dk2" tx2="lt2" accent1="accent1" accent2="accent2" accent3="accent3" accent4="accent4" accent5="accent5" accent6="accent6" hlink="hlink" folHlink="folHlink"/>
  <p:sldLayoutIdLst>
    <p:sldLayoutId id="2147483649" r:id="rId1"/>
    <p:sldLayoutId id="2147483737" r:id="rId2"/>
    <p:sldLayoutId id="2147483719" r:id="rId3"/>
    <p:sldLayoutId id="2147483720" r:id="rId4"/>
    <p:sldLayoutId id="2147483721" r:id="rId5"/>
    <p:sldLayoutId id="2147483666" r:id="rId6"/>
    <p:sldLayoutId id="2147483736" r:id="rId7"/>
    <p:sldLayoutId id="2147483691" r:id="rId8"/>
    <p:sldLayoutId id="2147483729" r:id="rId9"/>
    <p:sldLayoutId id="2147483651" r:id="rId10"/>
    <p:sldLayoutId id="2147483695" r:id="rId11"/>
    <p:sldLayoutId id="2147483734" r:id="rId12"/>
    <p:sldLayoutId id="2147483735" r:id="rId13"/>
    <p:sldLayoutId id="2147483662" r:id="rId14"/>
    <p:sldLayoutId id="2147483661" r:id="rId15"/>
    <p:sldLayoutId id="2147483696" r:id="rId16"/>
    <p:sldLayoutId id="2147483730" r:id="rId17"/>
    <p:sldLayoutId id="2147483650" r:id="rId18"/>
    <p:sldLayoutId id="2147483728" r:id="rId19"/>
    <p:sldLayoutId id="2147483700" r:id="rId20"/>
    <p:sldLayoutId id="2147483652" r:id="rId21"/>
    <p:sldLayoutId id="2147483705" r:id="rId22"/>
    <p:sldLayoutId id="2147483653" r:id="rId23"/>
    <p:sldLayoutId id="2147483718" r:id="rId24"/>
    <p:sldLayoutId id="2147483706" r:id="rId25"/>
    <p:sldLayoutId id="2147483714" r:id="rId26"/>
    <p:sldLayoutId id="2147483703" r:id="rId27"/>
    <p:sldLayoutId id="2147483724" r:id="rId28"/>
    <p:sldLayoutId id="2147483708" r:id="rId29"/>
    <p:sldLayoutId id="2147483715" r:id="rId30"/>
    <p:sldLayoutId id="2147483704" r:id="rId31"/>
    <p:sldLayoutId id="2147483725" r:id="rId32"/>
    <p:sldLayoutId id="2147483716" r:id="rId33"/>
    <p:sldLayoutId id="2147483707" r:id="rId34"/>
    <p:sldLayoutId id="2147483664" r:id="rId35"/>
    <p:sldLayoutId id="2147483665" r:id="rId36"/>
    <p:sldLayoutId id="2147483656" r:id="rId37"/>
    <p:sldLayoutId id="2147483667" r:id="rId38"/>
    <p:sldLayoutId id="2147483722" r:id="rId39"/>
    <p:sldLayoutId id="2147483723" r:id="rId40"/>
    <p:sldLayoutId id="2147483711" r:id="rId41"/>
    <p:sldLayoutId id="2147483712" r:id="rId42"/>
    <p:sldLayoutId id="2147483679" r:id="rId43"/>
    <p:sldLayoutId id="2147483657" r:id="rId44"/>
    <p:sldLayoutId id="2147483670" r:id="rId45"/>
    <p:sldLayoutId id="2147483668" r:id="rId46"/>
    <p:sldLayoutId id="2147483697" r:id="rId47"/>
    <p:sldLayoutId id="2147483709" r:id="rId48"/>
    <p:sldLayoutId id="2147483732" r:id="rId49"/>
    <p:sldLayoutId id="2147483710" r:id="rId50"/>
    <p:sldLayoutId id="2147483731" r:id="rId51"/>
    <p:sldLayoutId id="2147483654" r:id="rId52"/>
    <p:sldLayoutId id="2147483698" r:id="rId53"/>
    <p:sldLayoutId id="2147483655" r:id="rId54"/>
    <p:sldLayoutId id="2147483699" r:id="rId55"/>
    <p:sldLayoutId id="2147483671" r:id="rId56"/>
    <p:sldLayoutId id="2147483672" r:id="rId57"/>
    <p:sldLayoutId id="2147483673" r:id="rId58"/>
    <p:sldLayoutId id="2147483674" r:id="rId59"/>
    <p:sldLayoutId id="2147483675" r:id="rId60"/>
    <p:sldLayoutId id="2147483676" r:id="rId61"/>
    <p:sldLayoutId id="2147483677" r:id="rId62"/>
    <p:sldLayoutId id="2147483678" r:id="rId63"/>
    <p:sldLayoutId id="2147483669" r:id="rId64"/>
    <p:sldLayoutId id="2147483738" r:id="rId65"/>
    <p:sldLayoutId id="2147483733" r:id="rId66"/>
  </p:sldLayoutIdLst>
  <p:hf hdr="0" dt="0"/>
  <p:txStyles>
    <p:titleStyle>
      <a:lvl1pPr algn="l" defTabSz="914400" rtl="0" eaLnBrk="1" latinLnBrk="0" hangingPunct="1">
        <a:lnSpc>
          <a:spcPct val="90000"/>
        </a:lnSpc>
        <a:spcBef>
          <a:spcPct val="0"/>
        </a:spcBef>
        <a:buNone/>
        <a:defRPr sz="4400" b="1" i="0" kern="1200" spc="0">
          <a:solidFill>
            <a:schemeClr val="tx1">
              <a:lumMod val="95000"/>
            </a:schemeClr>
          </a:solidFill>
          <a:latin typeface="+mj-lt"/>
          <a:ea typeface="+mj-ea"/>
          <a:cs typeface="+mj-cs"/>
        </a:defRPr>
      </a:lvl1pPr>
    </p:titleStyle>
    <p:bodyStyle>
      <a:lvl1pPr marL="171450" indent="-171450" algn="l" defTabSz="914400" rtl="0" eaLnBrk="1" latinLnBrk="0" hangingPunct="1">
        <a:lnSpc>
          <a:spcPct val="110000"/>
        </a:lnSpc>
        <a:spcBef>
          <a:spcPts val="1000"/>
        </a:spcBef>
        <a:buClr>
          <a:schemeClr val="accent3"/>
        </a:buClr>
        <a:buFont typeface="Arial" panose="020B0604020202020204" pitchFamily="34" charset="0"/>
        <a:buChar char="•"/>
        <a:defRPr sz="1600" kern="1200">
          <a:solidFill>
            <a:schemeClr val="tx1"/>
          </a:solidFill>
          <a:latin typeface="+mn-lt"/>
          <a:ea typeface="+mn-ea"/>
          <a:cs typeface="+mn-cs"/>
        </a:defRPr>
      </a:lvl1pPr>
      <a:lvl2pPr marL="344488" indent="-117475" algn="l" defTabSz="914400" rtl="0" eaLnBrk="1" latinLnBrk="0" hangingPunct="1">
        <a:lnSpc>
          <a:spcPct val="110000"/>
        </a:lnSpc>
        <a:spcBef>
          <a:spcPts val="500"/>
        </a:spcBef>
        <a:buFont typeface="Arial" panose="020B0604020202020204" pitchFamily="34" charset="0"/>
        <a:buChar char="•"/>
        <a:defRPr sz="1200" b="0" kern="1200" cap="none" baseline="0">
          <a:solidFill>
            <a:schemeClr val="tx1"/>
          </a:solidFill>
          <a:latin typeface="+mn-lt"/>
          <a:ea typeface="+mn-ea"/>
          <a:cs typeface="+mn-cs"/>
        </a:defRPr>
      </a:lvl2pPr>
      <a:lvl3pPr marL="457200" indent="-115888" algn="l" defTabSz="914400" rtl="0" eaLnBrk="1" latinLnBrk="0" hangingPunct="1">
        <a:lnSpc>
          <a:spcPct val="110000"/>
        </a:lnSpc>
        <a:spcBef>
          <a:spcPts val="500"/>
        </a:spcBef>
        <a:buClr>
          <a:schemeClr val="tx1"/>
        </a:buClr>
        <a:buFont typeface="Arial" panose="020B0604020202020204" pitchFamily="34" charset="0"/>
        <a:buChar char="•"/>
        <a:defRPr sz="1100" kern="1200">
          <a:solidFill>
            <a:schemeClr val="tx1"/>
          </a:solidFill>
          <a:latin typeface="+mn-lt"/>
          <a:ea typeface="+mn-ea"/>
          <a:cs typeface="+mn-cs"/>
        </a:defRPr>
      </a:lvl3pPr>
      <a:lvl4pPr marL="573088" indent="-111125" algn="l" defTabSz="914400" rtl="0" eaLnBrk="1" latinLnBrk="0" hangingPunct="1">
        <a:lnSpc>
          <a:spcPct val="110000"/>
        </a:lnSpc>
        <a:spcBef>
          <a:spcPts val="500"/>
        </a:spcBef>
        <a:buClr>
          <a:schemeClr val="tx1"/>
        </a:buClr>
        <a:buSzPct val="70000"/>
        <a:buFont typeface="Arial" panose="020B0604020202020204" pitchFamily="34" charset="0"/>
        <a:buChar char="•"/>
        <a:defRPr sz="1000" kern="1200">
          <a:solidFill>
            <a:schemeClr val="tx1"/>
          </a:solidFill>
          <a:latin typeface="+mn-lt"/>
          <a:ea typeface="+mn-ea"/>
          <a:cs typeface="+mn-cs"/>
        </a:defRPr>
      </a:lvl4pPr>
      <a:lvl5pPr marL="685800" indent="-115888" algn="l" defTabSz="914400" rtl="0" eaLnBrk="1" latinLnBrk="0" hangingPunct="1">
        <a:lnSpc>
          <a:spcPct val="110000"/>
        </a:lnSpc>
        <a:spcBef>
          <a:spcPts val="500"/>
        </a:spcBef>
        <a:buClr>
          <a:schemeClr val="tx1"/>
        </a:buClr>
        <a:buSzPct val="70000"/>
        <a:buFont typeface="Arial" panose="020B06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ctr" defTabSz="914400" rtl="0" eaLnBrk="1" latinLnBrk="0" hangingPunct="1">
        <a:defRPr sz="1200" kern="1200">
          <a:solidFill>
            <a:schemeClr val="tx1"/>
          </a:solidFill>
          <a:latin typeface="+mn-lt"/>
          <a:ea typeface="+mn-ea"/>
          <a:cs typeface="+mn-cs"/>
        </a:defRPr>
      </a:lvl1pPr>
      <a:lvl2pPr marL="0" algn="ctr"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16" userDrawn="1">
          <p15:clr>
            <a:srgbClr val="F26B43"/>
          </p15:clr>
        </p15:guide>
        <p15:guide id="3" pos="7440" userDrawn="1">
          <p15:clr>
            <a:srgbClr val="F26B43"/>
          </p15:clr>
        </p15:guide>
        <p15:guide id="4" pos="3848" userDrawn="1">
          <p15:clr>
            <a:srgbClr val="F26B43"/>
          </p15:clr>
        </p15:guide>
        <p15:guide id="5" orient="horz" pos="216" userDrawn="1">
          <p15:clr>
            <a:srgbClr val="F26B43"/>
          </p15:clr>
        </p15:guide>
        <p15:guide id="6" orient="horz" pos="4008" userDrawn="1">
          <p15:clr>
            <a:srgbClr val="F26B43"/>
          </p15:clr>
        </p15:guide>
        <p15:guide id="7" pos="552" userDrawn="1">
          <p15:clr>
            <a:srgbClr val="F26B43"/>
          </p15:clr>
        </p15:guide>
        <p15:guide id="8" pos="712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4F7AC15C-8F66-B1FD-9A0C-8C6A6E8DD25D}"/>
              </a:ext>
            </a:extLst>
          </p:cNvPr>
          <p:cNvGraphicFramePr>
            <a:graphicFrameLocks noGrp="1"/>
          </p:cNvGraphicFramePr>
          <p:nvPr>
            <p:extLst>
              <p:ext uri="{D42A27DB-BD31-4B8C-83A1-F6EECF244321}">
                <p14:modId xmlns:p14="http://schemas.microsoft.com/office/powerpoint/2010/main" val="1807301480"/>
              </p:ext>
            </p:extLst>
          </p:nvPr>
        </p:nvGraphicFramePr>
        <p:xfrm>
          <a:off x="0" y="0"/>
          <a:ext cx="12163849" cy="6857999"/>
        </p:xfrm>
        <a:graphic>
          <a:graphicData uri="http://schemas.openxmlformats.org/drawingml/2006/table">
            <a:tbl>
              <a:tblPr firstRow="1" bandRow="1">
                <a:tableStyleId>{5202B0CA-FC54-4496-8BCA-5EF66A818D29}</a:tableStyleId>
              </a:tblPr>
              <a:tblGrid>
                <a:gridCol w="1719200">
                  <a:extLst>
                    <a:ext uri="{9D8B030D-6E8A-4147-A177-3AD203B41FA5}">
                      <a16:colId xmlns:a16="http://schemas.microsoft.com/office/drawing/2014/main" val="2484229546"/>
                    </a:ext>
                  </a:extLst>
                </a:gridCol>
                <a:gridCol w="1887478">
                  <a:extLst>
                    <a:ext uri="{9D8B030D-6E8A-4147-A177-3AD203B41FA5}">
                      <a16:colId xmlns:a16="http://schemas.microsoft.com/office/drawing/2014/main" val="439348342"/>
                    </a:ext>
                  </a:extLst>
                </a:gridCol>
                <a:gridCol w="1858617">
                  <a:extLst>
                    <a:ext uri="{9D8B030D-6E8A-4147-A177-3AD203B41FA5}">
                      <a16:colId xmlns:a16="http://schemas.microsoft.com/office/drawing/2014/main" val="1072895275"/>
                    </a:ext>
                  </a:extLst>
                </a:gridCol>
                <a:gridCol w="1640442">
                  <a:extLst>
                    <a:ext uri="{9D8B030D-6E8A-4147-A177-3AD203B41FA5}">
                      <a16:colId xmlns:a16="http://schemas.microsoft.com/office/drawing/2014/main" val="2787662688"/>
                    </a:ext>
                  </a:extLst>
                </a:gridCol>
                <a:gridCol w="1688093">
                  <a:extLst>
                    <a:ext uri="{9D8B030D-6E8A-4147-A177-3AD203B41FA5}">
                      <a16:colId xmlns:a16="http://schemas.microsoft.com/office/drawing/2014/main" val="1952576077"/>
                    </a:ext>
                  </a:extLst>
                </a:gridCol>
                <a:gridCol w="1716587">
                  <a:extLst>
                    <a:ext uri="{9D8B030D-6E8A-4147-A177-3AD203B41FA5}">
                      <a16:colId xmlns:a16="http://schemas.microsoft.com/office/drawing/2014/main" val="1911801536"/>
                    </a:ext>
                  </a:extLst>
                </a:gridCol>
                <a:gridCol w="1653432">
                  <a:extLst>
                    <a:ext uri="{9D8B030D-6E8A-4147-A177-3AD203B41FA5}">
                      <a16:colId xmlns:a16="http://schemas.microsoft.com/office/drawing/2014/main" val="1683208684"/>
                    </a:ext>
                  </a:extLst>
                </a:gridCol>
              </a:tblGrid>
              <a:tr h="757011">
                <a:tc gridSpan="7">
                  <a:txBody>
                    <a:bodyPr/>
                    <a:lstStyle/>
                    <a:p>
                      <a:pPr marL="0" lvl="0">
                        <a:lnSpc>
                          <a:spcPct val="150000"/>
                        </a:lnSpc>
                        <a:spcBef>
                          <a:spcPts val="0"/>
                        </a:spcBef>
                        <a:spcAft>
                          <a:spcPts val="0"/>
                        </a:spcAft>
                        <a:buNone/>
                      </a:pPr>
                      <a:r>
                        <a:rPr lang="en-US" sz="2800" spc="0" dirty="0">
                          <a:effectLst/>
                        </a:rPr>
                        <a:t>APRIL 2025</a:t>
                      </a:r>
                      <a:endParaRPr lang="en-US" sz="3600" dirty="0"/>
                    </a:p>
                  </a:txBody>
                  <a:tcPr marL="9525" marR="9525" marT="9525" marB="0">
                    <a:solidFill>
                      <a:schemeClr val="accent1"/>
                    </a:solidFill>
                  </a:tcPr>
                </a:tc>
                <a:tc hMerge="1">
                  <a:txBody>
                    <a:bodyPr/>
                    <a:lstStyle/>
                    <a:p>
                      <a:endParaRPr lang="en-US"/>
                    </a:p>
                  </a:txBody>
                  <a:tcPr marL="0" marR="0" marT="0" marB="0" horzOverflow="overflow"/>
                </a:tc>
                <a:tc hMerge="1">
                  <a:txBody>
                    <a:bodyPr/>
                    <a:lstStyle/>
                    <a:p>
                      <a:endParaRPr lang="en-US"/>
                    </a:p>
                  </a:txBody>
                  <a:tcPr marL="0" marR="0" marT="0" marB="0" horzOverflow="overflow"/>
                </a:tc>
                <a:tc hMerge="1">
                  <a:txBody>
                    <a:bodyPr/>
                    <a:lstStyle/>
                    <a:p>
                      <a:endParaRPr lang="en-US"/>
                    </a:p>
                  </a:txBody>
                  <a:tcPr marL="0" marR="0" marT="0" marB="0" horzOverflow="overflow"/>
                </a:tc>
                <a:tc hMerge="1">
                  <a:txBody>
                    <a:bodyPr/>
                    <a:lstStyle/>
                    <a:p>
                      <a:endParaRPr lang="en-US"/>
                    </a:p>
                  </a:txBody>
                  <a:tcPr marL="0" marR="0" marT="0" marB="0" horzOverflow="overflow"/>
                </a:tc>
                <a:tc hMerge="1">
                  <a:txBody>
                    <a:bodyPr/>
                    <a:lstStyle/>
                    <a:p>
                      <a:endParaRPr lang="en-US"/>
                    </a:p>
                  </a:txBody>
                  <a:tcPr marL="0" marR="0" marT="0" marB="0" horzOverflow="overflow"/>
                </a:tc>
                <a:tc hMerge="1">
                  <a:txBody>
                    <a:bodyPr/>
                    <a:lstStyle/>
                    <a:p>
                      <a:endParaRPr lang="en-US"/>
                    </a:p>
                  </a:txBody>
                  <a:tcPr marL="0" marR="0" marT="0" marB="0" horzOverflow="overflow"/>
                </a:tc>
                <a:extLst>
                  <a:ext uri="{0D108BD9-81ED-4DB2-BD59-A6C34878D82A}">
                    <a16:rowId xmlns:a16="http://schemas.microsoft.com/office/drawing/2014/main" val="431081062"/>
                  </a:ext>
                </a:extLst>
              </a:tr>
              <a:tr h="180266">
                <a:tc>
                  <a:txBody>
                    <a:bodyPr/>
                    <a:lstStyle/>
                    <a:p>
                      <a:pPr marL="0" marR="8890" algn="ctr" rtl="0" fontAlgn="t" latinLnBrk="0">
                        <a:spcBef>
                          <a:spcPts val="295"/>
                        </a:spcBef>
                        <a:spcAft>
                          <a:spcPts val="0"/>
                        </a:spcAft>
                      </a:pPr>
                      <a:r>
                        <a:rPr lang="en-US" sz="600" spc="0" dirty="0">
                          <a:effectLst/>
                        </a:rPr>
                        <a:t>SUNDAY</a:t>
                      </a:r>
                      <a:endParaRPr lang="en-US" sz="1800" dirty="0">
                        <a:effectLst/>
                      </a:endParaRPr>
                    </a:p>
                  </a:txBody>
                  <a:tcPr marL="9525" marR="9525" marT="33147" marB="0">
                    <a:lnB w="12700">
                      <a:solidFill>
                        <a:schemeClr val="tx1"/>
                      </a:solidFill>
                    </a:lnB>
                  </a:tcPr>
                </a:tc>
                <a:tc>
                  <a:txBody>
                    <a:bodyPr/>
                    <a:lstStyle/>
                    <a:p>
                      <a:pPr marL="54610" algn="ctr" rtl="0" fontAlgn="t" latinLnBrk="0">
                        <a:spcBef>
                          <a:spcPts val="295"/>
                        </a:spcBef>
                        <a:spcAft>
                          <a:spcPts val="0"/>
                        </a:spcAft>
                      </a:pPr>
                      <a:r>
                        <a:rPr lang="en-US" sz="600" spc="0" dirty="0">
                          <a:effectLst/>
                        </a:rPr>
                        <a:t>MONDAY</a:t>
                      </a:r>
                      <a:endParaRPr lang="en-US" sz="1800" dirty="0">
                        <a:effectLst/>
                      </a:endParaRPr>
                    </a:p>
                  </a:txBody>
                  <a:tcPr marL="9525" marR="9525" marT="33147" marB="0">
                    <a:lnB w="3175">
                      <a:solidFill>
                        <a:schemeClr val="bg2">
                          <a:lumMod val="50000"/>
                        </a:schemeClr>
                      </a:solidFill>
                    </a:lnB>
                  </a:tcPr>
                </a:tc>
                <a:tc>
                  <a:txBody>
                    <a:bodyPr/>
                    <a:lstStyle/>
                    <a:p>
                      <a:pPr marL="27305" algn="ctr" rtl="0" fontAlgn="t" latinLnBrk="0">
                        <a:spcBef>
                          <a:spcPts val="295"/>
                        </a:spcBef>
                        <a:spcAft>
                          <a:spcPts val="0"/>
                        </a:spcAft>
                      </a:pPr>
                      <a:r>
                        <a:rPr lang="en-US" sz="600" spc="0" dirty="0">
                          <a:effectLst/>
                        </a:rPr>
                        <a:t>TUESDAY</a:t>
                      </a:r>
                      <a:endParaRPr lang="en-US" sz="1800" dirty="0">
                        <a:effectLst/>
                      </a:endParaRPr>
                    </a:p>
                  </a:txBody>
                  <a:tcPr marL="9525" marR="9525" marT="33147" marB="0">
                    <a:lnB w="3175">
                      <a:solidFill>
                        <a:schemeClr val="bg2">
                          <a:lumMod val="50000"/>
                        </a:schemeClr>
                      </a:solidFill>
                    </a:lnB>
                  </a:tcPr>
                </a:tc>
                <a:tc>
                  <a:txBody>
                    <a:bodyPr/>
                    <a:lstStyle/>
                    <a:p>
                      <a:pPr marL="8890" algn="ctr" rtl="0" fontAlgn="t" latinLnBrk="0">
                        <a:spcBef>
                          <a:spcPts val="295"/>
                        </a:spcBef>
                        <a:spcAft>
                          <a:spcPts val="0"/>
                        </a:spcAft>
                      </a:pPr>
                      <a:r>
                        <a:rPr lang="en-US" sz="600" spc="0" dirty="0">
                          <a:effectLst/>
                        </a:rPr>
                        <a:t>WEDNESDAY</a:t>
                      </a:r>
                      <a:endParaRPr lang="en-US" sz="1800" dirty="0">
                        <a:effectLst/>
                      </a:endParaRPr>
                    </a:p>
                  </a:txBody>
                  <a:tcPr marL="9525" marR="9525" marT="33147" marB="0">
                    <a:lnB w="3175">
                      <a:solidFill>
                        <a:schemeClr val="bg2">
                          <a:lumMod val="50000"/>
                        </a:schemeClr>
                      </a:solidFill>
                    </a:lnB>
                  </a:tcPr>
                </a:tc>
                <a:tc>
                  <a:txBody>
                    <a:bodyPr/>
                    <a:lstStyle/>
                    <a:p>
                      <a:pPr marL="0" algn="ctr" rtl="0" fontAlgn="t" latinLnBrk="0">
                        <a:spcBef>
                          <a:spcPts val="295"/>
                        </a:spcBef>
                        <a:spcAft>
                          <a:spcPts val="0"/>
                        </a:spcAft>
                      </a:pPr>
                      <a:r>
                        <a:rPr lang="en-US" sz="600" spc="0" dirty="0">
                          <a:effectLst/>
                        </a:rPr>
                        <a:t>THURSDAY</a:t>
                      </a:r>
                      <a:endParaRPr lang="en-US" sz="1800" dirty="0">
                        <a:effectLst/>
                      </a:endParaRPr>
                    </a:p>
                  </a:txBody>
                  <a:tcPr marL="9525" marR="9525" marT="33147" marB="0">
                    <a:lnB w="3175">
                      <a:solidFill>
                        <a:schemeClr val="bg2">
                          <a:lumMod val="50000"/>
                        </a:schemeClr>
                      </a:solidFill>
                    </a:lnB>
                  </a:tcPr>
                </a:tc>
                <a:tc>
                  <a:txBody>
                    <a:bodyPr/>
                    <a:lstStyle/>
                    <a:p>
                      <a:pPr marL="17780" algn="ctr" rtl="0" fontAlgn="t" latinLnBrk="0">
                        <a:spcBef>
                          <a:spcPts val="295"/>
                        </a:spcBef>
                        <a:spcAft>
                          <a:spcPts val="0"/>
                        </a:spcAft>
                      </a:pPr>
                      <a:r>
                        <a:rPr lang="en-US" sz="600" spc="0" dirty="0">
                          <a:effectLst/>
                        </a:rPr>
                        <a:t>FRIDAY</a:t>
                      </a:r>
                      <a:endParaRPr lang="en-US" sz="1800" dirty="0">
                        <a:effectLst/>
                      </a:endParaRPr>
                    </a:p>
                  </a:txBody>
                  <a:tcPr marL="9525" marR="9525" marT="33147" marB="0">
                    <a:lnB w="3175">
                      <a:solidFill>
                        <a:schemeClr val="bg2">
                          <a:lumMod val="50000"/>
                        </a:schemeClr>
                      </a:solidFill>
                    </a:lnB>
                  </a:tcPr>
                </a:tc>
                <a:tc>
                  <a:txBody>
                    <a:bodyPr/>
                    <a:lstStyle/>
                    <a:p>
                      <a:pPr marL="36195" algn="ctr" rtl="0" fontAlgn="t" latinLnBrk="0">
                        <a:spcBef>
                          <a:spcPts val="295"/>
                        </a:spcBef>
                        <a:spcAft>
                          <a:spcPts val="0"/>
                        </a:spcAft>
                      </a:pPr>
                      <a:r>
                        <a:rPr lang="en-US" sz="600" spc="0" dirty="0">
                          <a:effectLst/>
                        </a:rPr>
                        <a:t>SATURDAY</a:t>
                      </a:r>
                      <a:endParaRPr lang="en-US" sz="1800" dirty="0">
                        <a:effectLst/>
                      </a:endParaRPr>
                    </a:p>
                  </a:txBody>
                  <a:tcPr marL="9525" marR="9525" marT="33147" marB="0">
                    <a:lnB w="3175">
                      <a:solidFill>
                        <a:schemeClr val="bg2">
                          <a:lumMod val="50000"/>
                        </a:schemeClr>
                      </a:solidFill>
                    </a:lnB>
                  </a:tcPr>
                </a:tc>
                <a:extLst>
                  <a:ext uri="{0D108BD9-81ED-4DB2-BD59-A6C34878D82A}">
                    <a16:rowId xmlns:a16="http://schemas.microsoft.com/office/drawing/2014/main" val="3509082617"/>
                  </a:ext>
                </a:extLst>
              </a:tr>
              <a:tr h="1133107">
                <a:tc>
                  <a:txBody>
                    <a:bodyPr/>
                    <a:lstStyle/>
                    <a:p>
                      <a:pPr lvl="0" algn="ctr">
                        <a:lnSpc>
                          <a:spcPct val="100000"/>
                        </a:lnSpc>
                        <a:spcBef>
                          <a:spcPts val="0"/>
                        </a:spcBef>
                        <a:spcAft>
                          <a:spcPts val="0"/>
                        </a:spcAft>
                        <a:buNone/>
                      </a:pPr>
                      <a:endParaRPr lang="en-US" sz="700" b="0" i="0" u="none" strike="noStrike" noProof="0" dirty="0">
                        <a:solidFill>
                          <a:schemeClr val="bg1"/>
                        </a:solidFill>
                        <a:latin typeface="Century Gothic"/>
                      </a:endParaRPr>
                    </a:p>
                    <a:p>
                      <a:pPr marL="63500" lvl="0" algn="ctr">
                        <a:spcBef>
                          <a:spcPts val="310"/>
                        </a:spcBef>
                        <a:spcAft>
                          <a:spcPts val="0"/>
                        </a:spcAft>
                        <a:buNone/>
                      </a:pPr>
                      <a:r>
                        <a:rPr lang="en-US" sz="700" b="0" i="0" u="none" strike="noStrike" noProof="0" dirty="0">
                          <a:solidFill>
                            <a:srgbClr val="2D2926"/>
                          </a:solidFill>
                          <a:latin typeface="Century Gothic"/>
                        </a:rPr>
                        <a:t>April is:</a:t>
                      </a:r>
                    </a:p>
                    <a:p>
                      <a:pPr marL="63500" lvl="0" algn="ctr">
                        <a:spcBef>
                          <a:spcPts val="310"/>
                        </a:spcBef>
                        <a:spcAft>
                          <a:spcPts val="0"/>
                        </a:spcAft>
                        <a:buNone/>
                      </a:pPr>
                      <a:r>
                        <a:rPr lang="en-US" sz="700" b="1" i="0" u="none" strike="noStrike" noProof="0" dirty="0">
                          <a:solidFill>
                            <a:srgbClr val="2D2926"/>
                          </a:solidFill>
                          <a:latin typeface="Century Gothic"/>
                        </a:rPr>
                        <a:t>Physical Wellness Month</a:t>
                      </a:r>
                    </a:p>
                  </a:txBody>
                  <a:tcPr marL="9524" marR="9524" marT="80772" marB="0">
                    <a:lnL w="12700">
                      <a:solidFill>
                        <a:schemeClr val="tx1"/>
                      </a:solidFill>
                    </a:lnL>
                    <a:lnR w="12700">
                      <a:solidFill>
                        <a:schemeClr val="tx1"/>
                      </a:solidFill>
                    </a:lnR>
                    <a:lnT w="12700">
                      <a:solidFill>
                        <a:schemeClr val="tx1"/>
                      </a:solidFill>
                    </a:lnT>
                    <a:lnB w="12700">
                      <a:solidFill>
                        <a:schemeClr val="tx1"/>
                      </a:solidFill>
                    </a:lnB>
                  </a:tcPr>
                </a:tc>
                <a:tc>
                  <a:txBody>
                    <a:bodyPr/>
                    <a:lstStyle/>
                    <a:p>
                      <a:pPr marL="63500" lvl="0" algn="ctr">
                        <a:spcBef>
                          <a:spcPts val="310"/>
                        </a:spcBef>
                        <a:spcAft>
                          <a:spcPts val="0"/>
                        </a:spcAft>
                        <a:buNone/>
                      </a:pPr>
                      <a:endParaRPr lang="en-US" sz="700" b="0" i="0" u="none" strike="noStrike" spc="0" noProof="0" dirty="0">
                        <a:solidFill>
                          <a:schemeClr val="bg1"/>
                        </a:solidFill>
                        <a:effectLst/>
                      </a:endParaRPr>
                    </a:p>
                  </a:txBody>
                  <a:tcPr marL="9524" marR="9524" marT="80772" marB="0">
                    <a:lnL w="12700">
                      <a:solidFill>
                        <a:schemeClr val="tx1"/>
                      </a:solidFill>
                    </a:lnL>
                    <a:lnR w="3175">
                      <a:solidFill>
                        <a:schemeClr val="bg2">
                          <a:lumMod val="50000"/>
                        </a:schemeClr>
                      </a:solidFill>
                    </a:lnR>
                    <a:lnT w="3175">
                      <a:solidFill>
                        <a:schemeClr val="bg2">
                          <a:lumMod val="50000"/>
                        </a:schemeClr>
                      </a:solidFill>
                    </a:lnT>
                    <a:lnB w="3175">
                      <a:solidFill>
                        <a:schemeClr val="bg2">
                          <a:lumMod val="50000"/>
                        </a:schemeClr>
                      </a:solidFill>
                    </a:lnB>
                  </a:tcPr>
                </a:tc>
                <a:tc>
                  <a:txBody>
                    <a:bodyPr/>
                    <a:lstStyle/>
                    <a:p>
                      <a:pPr marL="63500" lvl="0" algn="ctr">
                        <a:spcBef>
                          <a:spcPts val="310"/>
                        </a:spcBef>
                        <a:spcAft>
                          <a:spcPts val="0"/>
                        </a:spcAft>
                        <a:buNone/>
                      </a:pPr>
                      <a:r>
                        <a:rPr lang="en-US" sz="700" b="0" i="0" u="none" strike="noStrike" spc="0" noProof="0" dirty="0">
                          <a:solidFill>
                            <a:schemeClr val="bg1"/>
                          </a:solidFill>
                          <a:effectLst/>
                        </a:rPr>
                        <a:t>1</a:t>
                      </a:r>
                    </a:p>
                    <a:p>
                      <a:pPr marL="63500" lvl="0" algn="ctr">
                        <a:spcBef>
                          <a:spcPts val="310"/>
                        </a:spcBef>
                        <a:spcAft>
                          <a:spcPts val="0"/>
                        </a:spcAft>
                        <a:buNone/>
                      </a:pPr>
                      <a:r>
                        <a:rPr lang="en-US" sz="700" b="0" i="0" u="none" strike="noStrike" spc="0" noProof="0" dirty="0">
                          <a:solidFill>
                            <a:schemeClr val="bg1"/>
                          </a:solidFill>
                          <a:effectLst/>
                        </a:rPr>
                        <a:t>APRIL FOOLS</a:t>
                      </a:r>
                    </a:p>
                    <a:p>
                      <a:pPr marL="63500" lvl="0" algn="ctr">
                        <a:spcBef>
                          <a:spcPts val="310"/>
                        </a:spcBef>
                        <a:spcAft>
                          <a:spcPts val="0"/>
                        </a:spcAft>
                        <a:buNone/>
                      </a:pPr>
                      <a:r>
                        <a:rPr lang="en-US" sz="700" b="0" i="0" u="none" strike="noStrike" spc="0" noProof="0" dirty="0">
                          <a:solidFill>
                            <a:schemeClr val="bg1"/>
                          </a:solidFill>
                          <a:effectLst/>
                        </a:rPr>
                        <a:t>It's time to be silly (but not rude or mean!) Try a funny joke that you got new equipment and it's a unicycle or you are releasing a new program but</a:t>
                      </a:r>
                      <a:br>
                        <a:rPr lang="en-US" sz="700" b="0" i="0" u="none" strike="noStrike" spc="0" noProof="0" dirty="0">
                          <a:solidFill>
                            <a:schemeClr val="bg1"/>
                          </a:solidFill>
                          <a:effectLst/>
                        </a:rPr>
                      </a:br>
                      <a:r>
                        <a:rPr lang="en-US" sz="700" b="0" i="0" u="none" strike="noStrike" spc="0" noProof="0" dirty="0">
                          <a:solidFill>
                            <a:schemeClr val="bg1"/>
                          </a:solidFill>
                          <a:effectLst/>
                        </a:rPr>
                        <a:t>it's just burpees. Have fun!</a:t>
                      </a:r>
                    </a:p>
                  </a:txBody>
                  <a:tcPr marL="9525" marR="9525" marT="80772" marB="0">
                    <a:lnL w="3175">
                      <a:solidFill>
                        <a:schemeClr val="bg2">
                          <a:lumMod val="50000"/>
                        </a:schemeClr>
                      </a:solidFill>
                    </a:lnL>
                    <a:lnR w="3175">
                      <a:solidFill>
                        <a:schemeClr val="bg2">
                          <a:lumMod val="50000"/>
                        </a:schemeClr>
                      </a:solidFill>
                    </a:lnR>
                    <a:lnT w="3175">
                      <a:solidFill>
                        <a:schemeClr val="bg2">
                          <a:lumMod val="50000"/>
                        </a:schemeClr>
                      </a:solidFill>
                    </a:lnT>
                    <a:lnB w="3175">
                      <a:solidFill>
                        <a:schemeClr val="bg2">
                          <a:lumMod val="50000"/>
                        </a:schemeClr>
                      </a:solidFill>
                    </a:lnB>
                  </a:tcPr>
                </a:tc>
                <a:tc>
                  <a:txBody>
                    <a:bodyPr/>
                    <a:lstStyle/>
                    <a:p>
                      <a:pPr marL="63500" lvl="0" algn="ctr">
                        <a:spcBef>
                          <a:spcPts val="310"/>
                        </a:spcBef>
                        <a:spcAft>
                          <a:spcPts val="0"/>
                        </a:spcAft>
                        <a:buNone/>
                      </a:pPr>
                      <a:r>
                        <a:rPr lang="en-US" sz="700" b="0" i="0" u="none" strike="noStrike" spc="0" noProof="0" dirty="0">
                          <a:solidFill>
                            <a:schemeClr val="bg1"/>
                          </a:solidFill>
                          <a:effectLst/>
                        </a:rPr>
                        <a:t>2</a:t>
                      </a:r>
                    </a:p>
                    <a:p>
                      <a:pPr marL="63500" lvl="0" algn="ctr">
                        <a:spcBef>
                          <a:spcPts val="310"/>
                        </a:spcBef>
                        <a:spcAft>
                          <a:spcPts val="0"/>
                        </a:spcAft>
                        <a:buNone/>
                      </a:pPr>
                      <a:r>
                        <a:rPr lang="en-US" sz="700" b="0" i="0" u="none" strike="noStrike" spc="0" noProof="0" dirty="0">
                          <a:solidFill>
                            <a:schemeClr val="bg1"/>
                          </a:solidFill>
                          <a:effectLst/>
                        </a:rPr>
                        <a:t>WHO'S YOUR GYM BUDDY</a:t>
                      </a:r>
                    </a:p>
                    <a:p>
                      <a:pPr marL="63500" lvl="0" algn="ctr">
                        <a:spcBef>
                          <a:spcPts val="310"/>
                        </a:spcBef>
                        <a:spcAft>
                          <a:spcPts val="0"/>
                        </a:spcAft>
                        <a:buNone/>
                      </a:pPr>
                      <a:r>
                        <a:rPr lang="en-US" sz="700" b="0" i="0" u="none" strike="noStrike" spc="0" noProof="0" dirty="0">
                          <a:solidFill>
                            <a:schemeClr val="bg1"/>
                          </a:solidFill>
                          <a:effectLst/>
                        </a:rPr>
                        <a:t>Share a photo of some gym buddies you see in the gym together and asks others to tag their gym buddy in the comments. </a:t>
                      </a:r>
                    </a:p>
                  </a:txBody>
                  <a:tcPr marL="9525" marR="9525" marT="80772" marB="0">
                    <a:lnL w="3175">
                      <a:solidFill>
                        <a:schemeClr val="bg2">
                          <a:lumMod val="50000"/>
                        </a:schemeClr>
                      </a:solidFill>
                    </a:lnL>
                    <a:lnR w="3175">
                      <a:solidFill>
                        <a:schemeClr val="bg2">
                          <a:lumMod val="50000"/>
                        </a:schemeClr>
                      </a:solidFill>
                    </a:lnR>
                    <a:lnT w="3175">
                      <a:solidFill>
                        <a:schemeClr val="bg2">
                          <a:lumMod val="50000"/>
                        </a:schemeClr>
                      </a:solidFill>
                    </a:lnT>
                    <a:lnB w="3175">
                      <a:solidFill>
                        <a:schemeClr val="bg2">
                          <a:lumMod val="50000"/>
                        </a:schemeClr>
                      </a:solidFill>
                    </a:lnB>
                  </a:tcPr>
                </a:tc>
                <a:tc>
                  <a:txBody>
                    <a:bodyPr/>
                    <a:lstStyle/>
                    <a:p>
                      <a:pPr lvl="0" algn="ctr">
                        <a:lnSpc>
                          <a:spcPct val="100000"/>
                        </a:lnSpc>
                        <a:spcBef>
                          <a:spcPts val="0"/>
                        </a:spcBef>
                        <a:spcAft>
                          <a:spcPts val="0"/>
                        </a:spcAft>
                        <a:buNone/>
                      </a:pPr>
                      <a:r>
                        <a:rPr lang="en-US" sz="700" b="0" i="0" u="none" strike="noStrike" spc="0" noProof="0" dirty="0">
                          <a:solidFill>
                            <a:schemeClr val="bg1"/>
                          </a:solidFill>
                          <a:effectLst/>
                          <a:latin typeface="Century Gothic"/>
                        </a:rPr>
                        <a:t>3</a:t>
                      </a:r>
                    </a:p>
                    <a:p>
                      <a:pPr lvl="0" algn="ctr">
                        <a:lnSpc>
                          <a:spcPct val="200000"/>
                        </a:lnSpc>
                        <a:spcBef>
                          <a:spcPts val="0"/>
                        </a:spcBef>
                        <a:spcAft>
                          <a:spcPts val="0"/>
                        </a:spcAft>
                        <a:buNone/>
                      </a:pPr>
                      <a:r>
                        <a:rPr lang="en-US" sz="700" b="0" i="0" u="none" strike="noStrike" spc="0" noProof="0" dirty="0">
                          <a:solidFill>
                            <a:schemeClr val="bg1"/>
                          </a:solidFill>
                          <a:effectLst/>
                          <a:latin typeface="Century Gothic"/>
                        </a:rPr>
                        <a:t>COACH TIPS</a:t>
                      </a:r>
                    </a:p>
                    <a:p>
                      <a:pPr lvl="0" algn="ctr">
                        <a:lnSpc>
                          <a:spcPct val="100000"/>
                        </a:lnSpc>
                        <a:spcBef>
                          <a:spcPts val="0"/>
                        </a:spcBef>
                        <a:spcAft>
                          <a:spcPts val="0"/>
                        </a:spcAft>
                        <a:buNone/>
                      </a:pPr>
                      <a:r>
                        <a:rPr lang="en-US" sz="700" b="0" i="0" u="none" strike="noStrike" spc="0" noProof="0" dirty="0">
                          <a:solidFill>
                            <a:schemeClr val="bg1"/>
                          </a:solidFill>
                          <a:effectLst/>
                          <a:latin typeface="Century Gothic"/>
                        </a:rPr>
                        <a:t>Share a handy tip on how to change up an exercise, add intensity or even pare it down. How can you help level up someone's gym session?</a:t>
                      </a:r>
                    </a:p>
                  </a:txBody>
                  <a:tcPr marL="9524" marR="9524" marT="80772" marB="0">
                    <a:lnL w="3175">
                      <a:solidFill>
                        <a:schemeClr val="bg2">
                          <a:lumMod val="50000"/>
                        </a:schemeClr>
                      </a:solidFill>
                    </a:lnL>
                    <a:lnR w="3175">
                      <a:solidFill>
                        <a:schemeClr val="bg2">
                          <a:lumMod val="50000"/>
                        </a:schemeClr>
                      </a:solidFill>
                    </a:lnR>
                    <a:lnT w="3175">
                      <a:solidFill>
                        <a:schemeClr val="bg2">
                          <a:lumMod val="50000"/>
                        </a:schemeClr>
                      </a:solidFill>
                    </a:lnT>
                    <a:lnB w="3175">
                      <a:solidFill>
                        <a:schemeClr val="bg2">
                          <a:lumMod val="50000"/>
                        </a:schemeClr>
                      </a:solidFill>
                    </a:lnB>
                  </a:tcPr>
                </a:tc>
                <a:tc>
                  <a:txBody>
                    <a:bodyPr/>
                    <a:lstStyle/>
                    <a:p>
                      <a:pPr marL="63500" lvl="0" algn="ctr">
                        <a:spcBef>
                          <a:spcPts val="310"/>
                        </a:spcBef>
                        <a:spcAft>
                          <a:spcPts val="0"/>
                        </a:spcAft>
                        <a:buNone/>
                      </a:pPr>
                      <a:r>
                        <a:rPr lang="en-US" sz="700" b="0" i="0" u="none" strike="noStrike" spc="0" noProof="0" dirty="0">
                          <a:solidFill>
                            <a:schemeClr val="bg1"/>
                          </a:solidFill>
                          <a:effectLst/>
                        </a:rPr>
                        <a:t>4</a:t>
                      </a:r>
                    </a:p>
                    <a:p>
                      <a:pPr marL="63500" lvl="0" algn="ctr">
                        <a:spcBef>
                          <a:spcPts val="310"/>
                        </a:spcBef>
                        <a:spcAft>
                          <a:spcPts val="0"/>
                        </a:spcAft>
                        <a:buNone/>
                      </a:pPr>
                      <a:r>
                        <a:rPr lang="en-US" sz="700" b="0" i="0" u="none" strike="noStrike" spc="0" noProof="0" dirty="0">
                          <a:solidFill>
                            <a:schemeClr val="bg1"/>
                          </a:solidFill>
                          <a:effectLst/>
                        </a:rPr>
                        <a:t>FRI-YAY</a:t>
                      </a:r>
                    </a:p>
                    <a:p>
                      <a:pPr marL="63500" lvl="0" algn="ctr">
                        <a:spcBef>
                          <a:spcPts val="310"/>
                        </a:spcBef>
                        <a:spcAft>
                          <a:spcPts val="0"/>
                        </a:spcAft>
                        <a:buNone/>
                      </a:pPr>
                      <a:r>
                        <a:rPr lang="en-US" sz="700" b="0" i="0" u="none" strike="noStrike" spc="0" noProof="0" dirty="0">
                          <a:solidFill>
                            <a:schemeClr val="bg1"/>
                          </a:solidFill>
                          <a:effectLst/>
                        </a:rPr>
                        <a:t>Share a question sticker to your</a:t>
                      </a:r>
                      <a:br>
                        <a:rPr lang="en-US" sz="700" b="0" i="0" u="none" strike="noStrike" spc="0" noProof="0" dirty="0">
                          <a:solidFill>
                            <a:schemeClr val="bg1"/>
                          </a:solidFill>
                          <a:effectLst/>
                        </a:rPr>
                      </a:br>
                      <a:r>
                        <a:rPr lang="en-US" sz="700" b="0" i="0" u="none" strike="noStrike" spc="0" noProof="0" dirty="0">
                          <a:solidFill>
                            <a:schemeClr val="bg1"/>
                          </a:solidFill>
                          <a:effectLst/>
                        </a:rPr>
                        <a:t>Story and ask followers to submit</a:t>
                      </a:r>
                      <a:br>
                        <a:rPr lang="en-US" sz="700" b="0" i="0" u="none" strike="noStrike" spc="0" noProof="0" dirty="0">
                          <a:solidFill>
                            <a:schemeClr val="bg1"/>
                          </a:solidFill>
                          <a:effectLst/>
                        </a:rPr>
                      </a:br>
                      <a:r>
                        <a:rPr lang="en-US" sz="700" b="0" i="0" u="none" strike="noStrike" spc="0" noProof="0" dirty="0">
                          <a:solidFill>
                            <a:schemeClr val="bg1"/>
                          </a:solidFill>
                          <a:effectLst/>
                        </a:rPr>
                        <a:t>a win they had this week – share</a:t>
                      </a:r>
                      <a:br>
                        <a:rPr lang="en-US" sz="700" b="0" i="0" u="none" strike="noStrike" spc="0" noProof="0" dirty="0">
                          <a:solidFill>
                            <a:schemeClr val="bg1"/>
                          </a:solidFill>
                          <a:effectLst/>
                        </a:rPr>
                      </a:br>
                      <a:r>
                        <a:rPr lang="en-US" sz="700" b="0" i="0" u="none" strike="noStrike" spc="0" noProof="0" dirty="0">
                          <a:solidFill>
                            <a:schemeClr val="bg1"/>
                          </a:solidFill>
                          <a:effectLst/>
                        </a:rPr>
                        <a:t>out a few great answers in the afternoon/evening from the poll. </a:t>
                      </a:r>
                    </a:p>
                  </a:txBody>
                  <a:tcPr marL="9525" marR="9525" marT="80772" marB="0">
                    <a:lnL w="3175">
                      <a:solidFill>
                        <a:schemeClr val="bg2">
                          <a:lumMod val="50000"/>
                        </a:schemeClr>
                      </a:solidFill>
                    </a:lnL>
                    <a:lnR w="3175">
                      <a:solidFill>
                        <a:schemeClr val="bg2">
                          <a:lumMod val="50000"/>
                        </a:schemeClr>
                      </a:solidFill>
                    </a:lnR>
                    <a:lnT w="3175">
                      <a:solidFill>
                        <a:schemeClr val="bg2">
                          <a:lumMod val="50000"/>
                        </a:schemeClr>
                      </a:solidFill>
                    </a:lnT>
                    <a:lnB w="3175">
                      <a:solidFill>
                        <a:schemeClr val="bg2">
                          <a:lumMod val="50000"/>
                        </a:schemeClr>
                      </a:solidFill>
                    </a:lnB>
                  </a:tcPr>
                </a:tc>
                <a:tc>
                  <a:txBody>
                    <a:bodyPr/>
                    <a:lstStyle/>
                    <a:p>
                      <a:pPr marL="63500" lvl="0" algn="ctr">
                        <a:spcBef>
                          <a:spcPts val="310"/>
                        </a:spcBef>
                        <a:spcAft>
                          <a:spcPts val="0"/>
                        </a:spcAft>
                        <a:buNone/>
                      </a:pPr>
                      <a:r>
                        <a:rPr lang="en-US" sz="700" b="0" i="0" u="none" strike="noStrike" spc="0" noProof="0" dirty="0">
                          <a:solidFill>
                            <a:schemeClr val="bg1"/>
                          </a:solidFill>
                          <a:effectLst/>
                        </a:rPr>
                        <a:t>5</a:t>
                      </a:r>
                    </a:p>
                    <a:p>
                      <a:pPr marL="63500" lvl="0" algn="ctr">
                        <a:spcBef>
                          <a:spcPts val="310"/>
                        </a:spcBef>
                        <a:spcAft>
                          <a:spcPts val="0"/>
                        </a:spcAft>
                        <a:buNone/>
                      </a:pPr>
                      <a:r>
                        <a:rPr lang="en-US" sz="700" b="0" i="0" u="none" strike="noStrike" spc="0" noProof="0" dirty="0">
                          <a:solidFill>
                            <a:schemeClr val="bg1"/>
                          </a:solidFill>
                          <a:effectLst/>
                        </a:rPr>
                        <a:t>NATIONAL SELF-CARE DAY</a:t>
                      </a:r>
                    </a:p>
                    <a:p>
                      <a:pPr marL="63500" lvl="0" algn="ctr">
                        <a:spcBef>
                          <a:spcPts val="310"/>
                        </a:spcBef>
                        <a:spcAft>
                          <a:spcPts val="0"/>
                        </a:spcAft>
                        <a:buNone/>
                      </a:pPr>
                      <a:r>
                        <a:rPr lang="en-US" sz="700" b="0" i="0" u="none" strike="noStrike" spc="0" noProof="0" dirty="0">
                          <a:solidFill>
                            <a:schemeClr val="bg1"/>
                          </a:solidFill>
                          <a:effectLst/>
                        </a:rPr>
                        <a:t>Nothing says self-care like a little recovery! Share a nice and easy stretching routine to help followers show themselves a little TLC. </a:t>
                      </a:r>
                    </a:p>
                  </a:txBody>
                  <a:tcPr marL="9525" marR="9525" marT="80772" marB="0">
                    <a:lnL w="3175">
                      <a:solidFill>
                        <a:schemeClr val="bg2">
                          <a:lumMod val="50000"/>
                        </a:schemeClr>
                      </a:solidFill>
                    </a:lnL>
                    <a:lnR w="3175">
                      <a:solidFill>
                        <a:schemeClr val="bg2">
                          <a:lumMod val="50000"/>
                        </a:schemeClr>
                      </a:solidFill>
                    </a:lnR>
                    <a:lnT w="3175">
                      <a:solidFill>
                        <a:schemeClr val="bg2">
                          <a:lumMod val="50000"/>
                        </a:schemeClr>
                      </a:solidFill>
                    </a:lnT>
                    <a:lnB w="3175">
                      <a:solidFill>
                        <a:schemeClr val="bg2">
                          <a:lumMod val="50000"/>
                        </a:schemeClr>
                      </a:solidFill>
                    </a:lnB>
                  </a:tcPr>
                </a:tc>
                <a:extLst>
                  <a:ext uri="{0D108BD9-81ED-4DB2-BD59-A6C34878D82A}">
                    <a16:rowId xmlns:a16="http://schemas.microsoft.com/office/drawing/2014/main" val="4038034110"/>
                  </a:ext>
                </a:extLst>
              </a:tr>
              <a:tr h="1221026">
                <a:tc>
                  <a:txBody>
                    <a:bodyPr/>
                    <a:lstStyle/>
                    <a:p>
                      <a:pPr lvl="0" algn="ctr">
                        <a:lnSpc>
                          <a:spcPct val="100000"/>
                        </a:lnSpc>
                        <a:spcBef>
                          <a:spcPts val="0"/>
                        </a:spcBef>
                        <a:spcAft>
                          <a:spcPts val="0"/>
                        </a:spcAft>
                        <a:buNone/>
                      </a:pPr>
                      <a:r>
                        <a:rPr lang="en-US" sz="700" b="0" i="0" u="none" strike="noStrike" spc="0" noProof="0" dirty="0">
                          <a:solidFill>
                            <a:schemeClr val="bg1"/>
                          </a:solidFill>
                          <a:effectLst/>
                          <a:latin typeface="Century Gothic"/>
                        </a:rPr>
                        <a:t>6</a:t>
                      </a:r>
                    </a:p>
                    <a:p>
                      <a:pPr marL="63500" lvl="0" algn="ctr">
                        <a:spcBef>
                          <a:spcPts val="310"/>
                        </a:spcBef>
                        <a:spcAft>
                          <a:spcPts val="0"/>
                        </a:spcAft>
                        <a:buNone/>
                      </a:pPr>
                      <a:r>
                        <a:rPr lang="en-US" sz="700" b="0" i="0" u="none" strike="noStrike" spc="0" noProof="0" dirty="0">
                          <a:solidFill>
                            <a:schemeClr val="bg1"/>
                          </a:solidFill>
                          <a:effectLst/>
                          <a:latin typeface="Century Gothic"/>
                        </a:rPr>
                        <a:t>REDEFINING REST DAYS</a:t>
                      </a:r>
                    </a:p>
                    <a:p>
                      <a:pPr marL="63500" lvl="0" algn="ctr">
                        <a:spcBef>
                          <a:spcPts val="310"/>
                        </a:spcBef>
                        <a:spcAft>
                          <a:spcPts val="0"/>
                        </a:spcAft>
                        <a:buNone/>
                      </a:pPr>
                      <a:r>
                        <a:rPr lang="en-US" sz="700" b="0" i="0" u="none" strike="noStrike" spc="0" noProof="0" dirty="0">
                          <a:solidFill>
                            <a:schemeClr val="bg1"/>
                          </a:solidFill>
                          <a:effectLst/>
                        </a:rPr>
                        <a:t>Talk about how recovery is a</a:t>
                      </a:r>
                      <a:br>
                        <a:rPr lang="en-US" sz="700" b="0" i="0" u="none" strike="noStrike" spc="0" noProof="0" dirty="0">
                          <a:solidFill>
                            <a:schemeClr val="bg1"/>
                          </a:solidFill>
                          <a:effectLst/>
                        </a:rPr>
                      </a:br>
                      <a:r>
                        <a:rPr lang="en-US" sz="700" b="0" i="0" u="none" strike="noStrike" spc="0" noProof="0" dirty="0">
                          <a:solidFill>
                            <a:schemeClr val="bg1"/>
                          </a:solidFill>
                          <a:effectLst/>
                        </a:rPr>
                        <a:t>crucial part of progress, not a setback. You can film a Reel or share your information in your post caption. </a:t>
                      </a:r>
                      <a:endParaRPr lang="en-US" sz="700" dirty="0"/>
                    </a:p>
                  </a:txBody>
                  <a:tcPr marL="9525" marR="9525" marT="80772" marB="0">
                    <a:lnL w="12700">
                      <a:solidFill>
                        <a:schemeClr val="tx1"/>
                      </a:solidFill>
                    </a:lnL>
                    <a:lnR w="12700">
                      <a:solidFill>
                        <a:schemeClr val="tx1"/>
                      </a:solidFill>
                    </a:lnR>
                    <a:lnT w="12700">
                      <a:solidFill>
                        <a:schemeClr val="tx1"/>
                      </a:solidFill>
                    </a:lnT>
                    <a:lnB w="12700">
                      <a:solidFill>
                        <a:schemeClr val="tx1"/>
                      </a:solidFill>
                    </a:lnB>
                  </a:tcPr>
                </a:tc>
                <a:tc>
                  <a:txBody>
                    <a:bodyPr/>
                    <a:lstStyle/>
                    <a:p>
                      <a:pPr marL="63500" lvl="0" algn="ctr" rtl="0">
                        <a:spcBef>
                          <a:spcPts val="310"/>
                        </a:spcBef>
                        <a:spcAft>
                          <a:spcPts val="0"/>
                        </a:spcAft>
                        <a:buNone/>
                      </a:pPr>
                      <a:r>
                        <a:rPr lang="en-US" sz="700" b="0" spc="0" dirty="0">
                          <a:solidFill>
                            <a:schemeClr val="bg1"/>
                          </a:solidFill>
                          <a:effectLst/>
                        </a:rPr>
                        <a:t>7</a:t>
                      </a:r>
                    </a:p>
                    <a:p>
                      <a:pPr marL="63500" lvl="0" algn="ctr">
                        <a:spcBef>
                          <a:spcPts val="310"/>
                        </a:spcBef>
                        <a:spcAft>
                          <a:spcPts val="0"/>
                        </a:spcAft>
                        <a:buNone/>
                      </a:pPr>
                      <a:r>
                        <a:rPr lang="en-US" sz="700" b="0" i="0" u="none" strike="noStrike" spc="0" noProof="0" dirty="0">
                          <a:solidFill>
                            <a:schemeClr val="bg1"/>
                          </a:solidFill>
                          <a:effectLst/>
                          <a:latin typeface="Century Gothic"/>
                        </a:rPr>
                        <a:t>WORLD HEALTH DAY</a:t>
                      </a:r>
                      <a:endParaRPr lang="en-US" sz="700" b="0" i="0" u="none" strike="noStrike" spc="0" noProof="0" dirty="0">
                        <a:solidFill>
                          <a:srgbClr val="2D2926"/>
                        </a:solidFill>
                        <a:effectLst/>
                        <a:latin typeface="Century Gothic"/>
                      </a:endParaRPr>
                    </a:p>
                    <a:p>
                      <a:pPr marL="63500" lvl="0" algn="ctr">
                        <a:spcBef>
                          <a:spcPts val="310"/>
                        </a:spcBef>
                        <a:spcAft>
                          <a:spcPts val="0"/>
                        </a:spcAft>
                        <a:buNone/>
                      </a:pPr>
                      <a:r>
                        <a:rPr lang="en-US" sz="700" b="0" i="0" u="none" strike="noStrike" spc="0" noProof="0" dirty="0">
                          <a:solidFill>
                            <a:schemeClr val="bg1"/>
                          </a:solidFill>
                          <a:effectLst/>
                          <a:latin typeface="Century Gothic"/>
                        </a:rPr>
                        <a:t>Celebrate how fitness helps impact</a:t>
                      </a:r>
                      <a:br>
                        <a:rPr lang="en-US" sz="700" b="0" i="0" u="none" strike="noStrike" spc="0" noProof="0" dirty="0">
                          <a:solidFill>
                            <a:schemeClr val="bg1"/>
                          </a:solidFill>
                          <a:effectLst/>
                          <a:latin typeface="Century Gothic"/>
                        </a:rPr>
                      </a:br>
                      <a:r>
                        <a:rPr lang="en-US" sz="700" b="0" i="0" u="none" strike="noStrike" spc="0" noProof="0" dirty="0">
                          <a:solidFill>
                            <a:schemeClr val="bg1"/>
                          </a:solidFill>
                          <a:effectLst/>
                          <a:latin typeface="Century Gothic"/>
                        </a:rPr>
                        <a:t>your health with World Health Day!</a:t>
                      </a:r>
                      <a:br>
                        <a:rPr lang="en-US" sz="700" b="0" i="0" u="none" strike="noStrike" spc="0" noProof="0" dirty="0">
                          <a:solidFill>
                            <a:schemeClr val="bg1"/>
                          </a:solidFill>
                          <a:effectLst/>
                          <a:latin typeface="Century Gothic"/>
                        </a:rPr>
                      </a:br>
                      <a:r>
                        <a:rPr lang="en-US" sz="700" b="0" i="0" u="none" strike="noStrike" spc="0" noProof="0" dirty="0">
                          <a:solidFill>
                            <a:schemeClr val="bg1"/>
                          </a:solidFill>
                          <a:effectLst/>
                          <a:latin typeface="Century Gothic"/>
                        </a:rPr>
                        <a:t>Share a story in celebration.</a:t>
                      </a:r>
                    </a:p>
                  </a:txBody>
                  <a:tcPr marL="9525" marR="9525" marT="80772" marB="0">
                    <a:lnL w="12700">
                      <a:solidFill>
                        <a:schemeClr val="tx1"/>
                      </a:solidFill>
                    </a:lnL>
                    <a:lnR w="3175">
                      <a:solidFill>
                        <a:schemeClr val="bg2">
                          <a:lumMod val="50000"/>
                        </a:schemeClr>
                      </a:solidFill>
                    </a:lnR>
                    <a:lnT w="3175">
                      <a:solidFill>
                        <a:schemeClr val="bg2">
                          <a:lumMod val="50000"/>
                        </a:schemeClr>
                      </a:solidFill>
                    </a:lnT>
                    <a:lnB w="3175">
                      <a:solidFill>
                        <a:schemeClr val="bg2">
                          <a:lumMod val="50000"/>
                        </a:schemeClr>
                      </a:solidFill>
                    </a:lnB>
                  </a:tcPr>
                </a:tc>
                <a:tc>
                  <a:txBody>
                    <a:bodyPr/>
                    <a:lstStyle/>
                    <a:p>
                      <a:pPr marL="63500" lvl="0" algn="ctr" rtl="0">
                        <a:spcBef>
                          <a:spcPts val="310"/>
                        </a:spcBef>
                        <a:spcAft>
                          <a:spcPts val="0"/>
                        </a:spcAft>
                        <a:buNone/>
                      </a:pPr>
                      <a:r>
                        <a:rPr lang="en-US" sz="700" b="0" i="0" u="none" strike="noStrike" spc="0" noProof="0" dirty="0">
                          <a:solidFill>
                            <a:schemeClr val="bg1"/>
                          </a:solidFill>
                          <a:effectLst/>
                          <a:latin typeface="Century Gothic"/>
                        </a:rPr>
                        <a:t>8</a:t>
                      </a:r>
                    </a:p>
                    <a:p>
                      <a:pPr marL="63500" lvl="0" algn="ctr">
                        <a:spcBef>
                          <a:spcPts val="310"/>
                        </a:spcBef>
                        <a:spcAft>
                          <a:spcPts val="0"/>
                        </a:spcAft>
                        <a:buNone/>
                      </a:pPr>
                      <a:r>
                        <a:rPr lang="en-US" sz="700" b="0" i="0" u="none" strike="noStrike" noProof="0" dirty="0">
                          <a:solidFill>
                            <a:srgbClr val="2D2926"/>
                          </a:solidFill>
                          <a:latin typeface="Century Gothic"/>
                        </a:rPr>
                        <a:t>EVOLT – TRACK YOUR RESULTS</a:t>
                      </a:r>
                    </a:p>
                    <a:p>
                      <a:pPr marL="63500" lvl="0" algn="ctr">
                        <a:spcBef>
                          <a:spcPts val="310"/>
                        </a:spcBef>
                        <a:spcAft>
                          <a:spcPts val="0"/>
                        </a:spcAft>
                        <a:buNone/>
                      </a:pPr>
                      <a:r>
                        <a:rPr lang="en-US" sz="700" b="0" i="0" u="none" strike="noStrike" noProof="0" dirty="0">
                          <a:solidFill>
                            <a:srgbClr val="2D2926"/>
                          </a:solidFill>
                          <a:latin typeface="Century Gothic"/>
                        </a:rPr>
                        <a:t>How can staying connected to</a:t>
                      </a:r>
                      <a:br>
                        <a:rPr lang="en-US" sz="700" b="0" i="0" u="none" strike="noStrike" noProof="0" dirty="0">
                          <a:solidFill>
                            <a:srgbClr val="2D2926"/>
                          </a:solidFill>
                          <a:latin typeface="Century Gothic"/>
                        </a:rPr>
                      </a:br>
                      <a:r>
                        <a:rPr lang="en-US" sz="700" b="0" i="0" u="none" strike="noStrike" noProof="0" dirty="0">
                          <a:solidFill>
                            <a:srgbClr val="2D2926"/>
                          </a:solidFill>
                          <a:latin typeface="Century Gothic"/>
                        </a:rPr>
                        <a:t>your numbers improve your results? Share the importance of knowing your numbers and how is can skyrocket</a:t>
                      </a:r>
                      <a:br>
                        <a:rPr lang="en-US" sz="700" b="0" i="0" u="none" strike="noStrike" noProof="0" dirty="0">
                          <a:solidFill>
                            <a:srgbClr val="2D2926"/>
                          </a:solidFill>
                          <a:latin typeface="Century Gothic"/>
                        </a:rPr>
                      </a:br>
                      <a:r>
                        <a:rPr lang="en-US" sz="700" b="0" i="0" u="none" strike="noStrike" noProof="0" dirty="0">
                          <a:solidFill>
                            <a:srgbClr val="2D2926"/>
                          </a:solidFill>
                          <a:latin typeface="Century Gothic"/>
                        </a:rPr>
                        <a:t>your path to success. </a:t>
                      </a:r>
                    </a:p>
                  </a:txBody>
                  <a:tcPr marL="9525" marR="9525" marT="80772" marB="0">
                    <a:lnL w="3175">
                      <a:solidFill>
                        <a:schemeClr val="bg2">
                          <a:lumMod val="50000"/>
                        </a:schemeClr>
                      </a:solidFill>
                    </a:lnL>
                    <a:lnR w="3175">
                      <a:solidFill>
                        <a:schemeClr val="bg2">
                          <a:lumMod val="50000"/>
                        </a:schemeClr>
                      </a:solidFill>
                    </a:lnR>
                    <a:lnT w="3175">
                      <a:solidFill>
                        <a:schemeClr val="bg2">
                          <a:lumMod val="50000"/>
                        </a:schemeClr>
                      </a:solidFill>
                    </a:lnT>
                    <a:lnB w="3175">
                      <a:solidFill>
                        <a:schemeClr val="bg2">
                          <a:lumMod val="50000"/>
                        </a:schemeClr>
                      </a:solidFill>
                    </a:lnB>
                  </a:tcPr>
                </a:tc>
                <a:tc>
                  <a:txBody>
                    <a:bodyPr/>
                    <a:lstStyle/>
                    <a:p>
                      <a:pPr lvl="0" algn="ctr">
                        <a:lnSpc>
                          <a:spcPct val="100000"/>
                        </a:lnSpc>
                        <a:spcBef>
                          <a:spcPts val="0"/>
                        </a:spcBef>
                        <a:spcAft>
                          <a:spcPts val="0"/>
                        </a:spcAft>
                        <a:buNone/>
                      </a:pPr>
                      <a:r>
                        <a:rPr lang="en-US" sz="700" b="0" i="0" u="none" strike="noStrike" spc="0" noProof="0" dirty="0">
                          <a:solidFill>
                            <a:schemeClr val="bg1"/>
                          </a:solidFill>
                          <a:effectLst/>
                          <a:latin typeface="Century Gothic"/>
                        </a:rPr>
                        <a:t>9</a:t>
                      </a:r>
                      <a:endParaRPr lang="en-US" sz="700" b="0" i="0" u="none" strike="noStrike" spc="0" noProof="0" dirty="0">
                        <a:solidFill>
                          <a:schemeClr val="dk1"/>
                        </a:solidFill>
                        <a:effectLst/>
                        <a:latin typeface="Century Gothic"/>
                      </a:endParaRPr>
                    </a:p>
                    <a:p>
                      <a:pPr lvl="0" algn="ctr">
                        <a:lnSpc>
                          <a:spcPct val="200000"/>
                        </a:lnSpc>
                        <a:spcBef>
                          <a:spcPts val="0"/>
                        </a:spcBef>
                        <a:spcAft>
                          <a:spcPts val="0"/>
                        </a:spcAft>
                        <a:buNone/>
                      </a:pPr>
                      <a:r>
                        <a:rPr lang="en-US" sz="700" b="0" i="0" u="none" strike="noStrike" spc="0" noProof="0" dirty="0">
                          <a:solidFill>
                            <a:schemeClr val="bg1"/>
                          </a:solidFill>
                          <a:effectLst/>
                        </a:rPr>
                        <a:t>ARE YOU REALLY LISTENING?</a:t>
                      </a:r>
                      <a:endParaRPr lang="en-US" sz="700" b="0" i="0" u="none" strike="noStrike" spc="0" noProof="0" dirty="0">
                        <a:solidFill>
                          <a:schemeClr val="dk1"/>
                        </a:solidFill>
                        <a:effectLst/>
                      </a:endParaRPr>
                    </a:p>
                    <a:p>
                      <a:pPr lvl="0" algn="ctr">
                        <a:lnSpc>
                          <a:spcPct val="100000"/>
                        </a:lnSpc>
                        <a:spcBef>
                          <a:spcPts val="0"/>
                        </a:spcBef>
                        <a:spcAft>
                          <a:spcPts val="0"/>
                        </a:spcAft>
                        <a:buNone/>
                      </a:pPr>
                      <a:r>
                        <a:rPr lang="en-US" sz="700" b="0" i="0" u="none" strike="noStrike" spc="0" noProof="0" dirty="0">
                          <a:solidFill>
                            <a:schemeClr val="bg1"/>
                          </a:solidFill>
                          <a:effectLst/>
                        </a:rPr>
                        <a:t>Poll your members </a:t>
                      </a:r>
                      <a:r>
                        <a:rPr lang="en-US" sz="700" b="0" i="0" u="none" strike="noStrike" spc="0" noProof="0" dirty="0">
                          <a:solidFill>
                            <a:schemeClr val="bg1"/>
                          </a:solidFill>
                          <a:effectLst/>
                          <a:latin typeface="Century Gothic"/>
                        </a:rPr>
                        <a:t>about tuning</a:t>
                      </a:r>
                      <a:br>
                        <a:rPr lang="en-US" sz="700" b="0" i="0" u="none" strike="noStrike" spc="0" noProof="0" dirty="0">
                          <a:solidFill>
                            <a:schemeClr val="bg1"/>
                          </a:solidFill>
                          <a:effectLst/>
                          <a:latin typeface="Century Gothic"/>
                        </a:rPr>
                      </a:br>
                      <a:r>
                        <a:rPr lang="en-US" sz="700" b="0" i="0" u="none" strike="noStrike" spc="0" noProof="0" dirty="0">
                          <a:solidFill>
                            <a:schemeClr val="bg1"/>
                          </a:solidFill>
                          <a:effectLst/>
                          <a:latin typeface="Century Gothic"/>
                        </a:rPr>
                        <a:t>into how your body feels during workouts and responding accordingly. Or explain techniques to ground yourself and connect during a workout.</a:t>
                      </a:r>
                      <a:endParaRPr lang="en-US" sz="700" b="0" i="0" u="none" strike="noStrike" spc="0" noProof="0" dirty="0">
                        <a:solidFill>
                          <a:schemeClr val="bg1"/>
                        </a:solidFill>
                        <a:effectLst/>
                      </a:endParaRPr>
                    </a:p>
                  </a:txBody>
                  <a:tcPr marL="9525" marR="9525" marT="80772" marB="0">
                    <a:lnL w="3175">
                      <a:solidFill>
                        <a:schemeClr val="bg2">
                          <a:lumMod val="50000"/>
                        </a:schemeClr>
                      </a:solidFill>
                    </a:lnL>
                    <a:lnR w="3175">
                      <a:solidFill>
                        <a:schemeClr val="bg2">
                          <a:lumMod val="50000"/>
                        </a:schemeClr>
                      </a:solidFill>
                    </a:lnR>
                    <a:lnT w="3175">
                      <a:solidFill>
                        <a:schemeClr val="bg2">
                          <a:lumMod val="50000"/>
                        </a:schemeClr>
                      </a:solidFill>
                    </a:lnT>
                    <a:lnB w="3175">
                      <a:solidFill>
                        <a:schemeClr val="bg2">
                          <a:lumMod val="50000"/>
                        </a:schemeClr>
                      </a:solidFill>
                    </a:lnB>
                  </a:tcPr>
                </a:tc>
                <a:tc>
                  <a:txBody>
                    <a:bodyPr/>
                    <a:lstStyle/>
                    <a:p>
                      <a:pPr marL="63500" lvl="0" algn="ctr">
                        <a:spcBef>
                          <a:spcPts val="310"/>
                        </a:spcBef>
                        <a:spcAft>
                          <a:spcPts val="0"/>
                        </a:spcAft>
                        <a:buNone/>
                      </a:pPr>
                      <a:r>
                        <a:rPr lang="en-US" sz="700" b="0" i="0" u="none" strike="noStrike" spc="0" noProof="0" dirty="0">
                          <a:solidFill>
                            <a:schemeClr val="bg1"/>
                          </a:solidFill>
                          <a:effectLst/>
                        </a:rPr>
                        <a:t>10</a:t>
                      </a:r>
                    </a:p>
                    <a:p>
                      <a:pPr marL="63500" lvl="0" algn="ctr">
                        <a:spcBef>
                          <a:spcPts val="310"/>
                        </a:spcBef>
                        <a:spcAft>
                          <a:spcPts val="0"/>
                        </a:spcAft>
                        <a:buNone/>
                      </a:pPr>
                      <a:r>
                        <a:rPr lang="en-US" sz="700" b="0" i="0" u="none" strike="noStrike" spc="0" noProof="0" dirty="0">
                          <a:solidFill>
                            <a:schemeClr val="bg1"/>
                          </a:solidFill>
                          <a:effectLst/>
                          <a:latin typeface="Century Gothic"/>
                        </a:rPr>
                        <a:t>NATIONAL SIBLINGS DAY</a:t>
                      </a:r>
                    </a:p>
                    <a:p>
                      <a:pPr marL="63500" lvl="0" algn="ctr">
                        <a:spcBef>
                          <a:spcPts val="310"/>
                        </a:spcBef>
                        <a:spcAft>
                          <a:spcPts val="0"/>
                        </a:spcAft>
                        <a:buNone/>
                      </a:pPr>
                      <a:r>
                        <a:rPr lang="en-US" sz="700" b="0" i="0" u="none" strike="noStrike" spc="0" noProof="0" dirty="0">
                          <a:solidFill>
                            <a:schemeClr val="bg1"/>
                          </a:solidFill>
                          <a:effectLst/>
                          <a:latin typeface="Century Gothic"/>
                        </a:rPr>
                        <a:t>Have a pair of siblings that</a:t>
                      </a:r>
                      <a:br>
                        <a:rPr lang="en-US" sz="700" b="0" i="0" u="none" strike="noStrike" spc="0" noProof="0" dirty="0">
                          <a:solidFill>
                            <a:schemeClr val="bg1"/>
                          </a:solidFill>
                          <a:effectLst/>
                          <a:latin typeface="Century Gothic"/>
                        </a:rPr>
                      </a:br>
                      <a:r>
                        <a:rPr lang="en-US" sz="700" b="0" i="0" u="none" strike="noStrike" spc="0" noProof="0" dirty="0">
                          <a:solidFill>
                            <a:schemeClr val="bg1"/>
                          </a:solidFill>
                          <a:effectLst/>
                          <a:latin typeface="Century Gothic"/>
                        </a:rPr>
                        <a:t>work out at the gym? Capture</a:t>
                      </a:r>
                      <a:br>
                        <a:rPr lang="en-US" sz="700" b="0" i="0" u="none" strike="noStrike" spc="0" noProof="0" dirty="0">
                          <a:solidFill>
                            <a:schemeClr val="bg1"/>
                          </a:solidFill>
                          <a:effectLst/>
                          <a:latin typeface="Century Gothic"/>
                        </a:rPr>
                      </a:br>
                      <a:r>
                        <a:rPr lang="en-US" sz="700" b="0" i="0" u="none" strike="noStrike" spc="0" noProof="0" dirty="0">
                          <a:solidFill>
                            <a:schemeClr val="bg1"/>
                          </a:solidFill>
                          <a:effectLst/>
                          <a:latin typeface="Century Gothic"/>
                        </a:rPr>
                        <a:t>them in action via photo or video and share to your story to celebrate!</a:t>
                      </a:r>
                    </a:p>
                  </a:txBody>
                  <a:tcPr marL="9525" marR="9525" marT="80772" marB="0">
                    <a:lnL w="3175">
                      <a:solidFill>
                        <a:schemeClr val="bg2">
                          <a:lumMod val="50000"/>
                        </a:schemeClr>
                      </a:solidFill>
                    </a:lnL>
                    <a:lnR w="3175">
                      <a:solidFill>
                        <a:schemeClr val="bg2">
                          <a:lumMod val="50000"/>
                        </a:schemeClr>
                      </a:solidFill>
                    </a:lnR>
                    <a:lnT w="3175">
                      <a:solidFill>
                        <a:schemeClr val="bg2">
                          <a:lumMod val="50000"/>
                        </a:schemeClr>
                      </a:solidFill>
                    </a:lnT>
                    <a:lnB w="3175">
                      <a:solidFill>
                        <a:schemeClr val="bg2">
                          <a:lumMod val="50000"/>
                        </a:schemeClr>
                      </a:solidFill>
                    </a:lnB>
                  </a:tcPr>
                </a:tc>
                <a:tc>
                  <a:txBody>
                    <a:bodyPr/>
                    <a:lstStyle/>
                    <a:p>
                      <a:pPr marL="63500" lvl="0" algn="ctr" rtl="0">
                        <a:spcBef>
                          <a:spcPts val="310"/>
                        </a:spcBef>
                        <a:spcAft>
                          <a:spcPts val="0"/>
                        </a:spcAft>
                        <a:buNone/>
                      </a:pPr>
                      <a:r>
                        <a:rPr lang="en-US" sz="700" spc="0" dirty="0">
                          <a:solidFill>
                            <a:schemeClr val="bg1"/>
                          </a:solidFill>
                          <a:effectLst/>
                        </a:rPr>
                        <a:t>11</a:t>
                      </a:r>
                    </a:p>
                    <a:p>
                      <a:pPr marL="63500" lvl="0" algn="ctr">
                        <a:spcBef>
                          <a:spcPts val="310"/>
                        </a:spcBef>
                        <a:spcAft>
                          <a:spcPts val="0"/>
                        </a:spcAft>
                        <a:buNone/>
                      </a:pPr>
                      <a:r>
                        <a:rPr lang="en-US" sz="700" b="0" i="0" u="none" strike="noStrike" spc="0" noProof="0" dirty="0">
                          <a:solidFill>
                            <a:schemeClr val="bg1"/>
                          </a:solidFill>
                          <a:effectLst/>
                        </a:rPr>
                        <a:t>THE POWER OF PROGRESS PHOTOS</a:t>
                      </a:r>
                    </a:p>
                    <a:p>
                      <a:pPr marL="63500" lvl="0" algn="ctr">
                        <a:spcBef>
                          <a:spcPts val="310"/>
                        </a:spcBef>
                        <a:spcAft>
                          <a:spcPts val="0"/>
                        </a:spcAft>
                        <a:buNone/>
                      </a:pPr>
                      <a:r>
                        <a:rPr lang="en-US" sz="700" b="0" i="0" u="none" strike="noStrike" spc="0" noProof="0" dirty="0">
                          <a:solidFill>
                            <a:schemeClr val="bg1"/>
                          </a:solidFill>
                          <a:effectLst/>
                          <a:latin typeface="Century Gothic"/>
                        </a:rPr>
                        <a:t>Encourage members to track their journey with photos—sometimes the scale doesn’t tell the full story!</a:t>
                      </a:r>
                      <a:endParaRPr lang="en-US" sz="700" dirty="0"/>
                    </a:p>
                  </a:txBody>
                  <a:tcPr marL="9525" marR="9525" marT="80772" marB="0">
                    <a:lnL w="3175">
                      <a:solidFill>
                        <a:schemeClr val="bg2">
                          <a:lumMod val="50000"/>
                        </a:schemeClr>
                      </a:solidFill>
                    </a:lnL>
                    <a:lnR w="3175">
                      <a:solidFill>
                        <a:schemeClr val="bg2">
                          <a:lumMod val="50000"/>
                        </a:schemeClr>
                      </a:solidFill>
                    </a:lnR>
                    <a:lnT w="3175">
                      <a:solidFill>
                        <a:schemeClr val="bg2">
                          <a:lumMod val="50000"/>
                        </a:schemeClr>
                      </a:solidFill>
                    </a:lnT>
                    <a:lnB w="3175">
                      <a:solidFill>
                        <a:schemeClr val="bg2">
                          <a:lumMod val="50000"/>
                        </a:schemeClr>
                      </a:solidFill>
                    </a:lnB>
                  </a:tcPr>
                </a:tc>
                <a:tc>
                  <a:txBody>
                    <a:bodyPr/>
                    <a:lstStyle/>
                    <a:p>
                      <a:pPr marL="63500" lvl="0" algn="ctr">
                        <a:spcBef>
                          <a:spcPts val="310"/>
                        </a:spcBef>
                        <a:spcAft>
                          <a:spcPts val="0"/>
                        </a:spcAft>
                        <a:buNone/>
                      </a:pPr>
                      <a:r>
                        <a:rPr lang="en-US" sz="700" b="0" i="0" u="none" strike="noStrike" spc="0" noProof="0" dirty="0">
                          <a:solidFill>
                            <a:schemeClr val="bg1"/>
                          </a:solidFill>
                          <a:effectLst/>
                          <a:latin typeface="Century Gothic"/>
                        </a:rPr>
                        <a:t>12</a:t>
                      </a:r>
                    </a:p>
                    <a:p>
                      <a:pPr marL="63500" lvl="0" algn="ctr">
                        <a:spcBef>
                          <a:spcPts val="310"/>
                        </a:spcBef>
                        <a:spcAft>
                          <a:spcPts val="0"/>
                        </a:spcAft>
                        <a:buNone/>
                      </a:pPr>
                      <a:r>
                        <a:rPr lang="en-US" sz="700" b="0" i="0" u="none" strike="noStrike" spc="0" noProof="0" dirty="0">
                          <a:solidFill>
                            <a:schemeClr val="bg1"/>
                          </a:solidFill>
                          <a:effectLst/>
                          <a:latin typeface="Century Gothic"/>
                        </a:rPr>
                        <a:t>COMMUNITY CONNECTIONS</a:t>
                      </a:r>
                    </a:p>
                    <a:p>
                      <a:pPr marL="63500" lvl="0" algn="ctr">
                        <a:spcBef>
                          <a:spcPts val="310"/>
                        </a:spcBef>
                        <a:spcAft>
                          <a:spcPts val="0"/>
                        </a:spcAft>
                        <a:buNone/>
                      </a:pPr>
                      <a:r>
                        <a:rPr lang="en-US" sz="700" b="0" i="0" u="none" strike="noStrike" spc="0" noProof="0" dirty="0">
                          <a:solidFill>
                            <a:schemeClr val="bg1"/>
                          </a:solidFill>
                          <a:effectLst/>
                          <a:latin typeface="Century Gothic"/>
                        </a:rPr>
                        <a:t>Do you have a local partnership</a:t>
                      </a:r>
                      <a:br>
                        <a:rPr lang="en-US" sz="700" b="0" i="0" u="none" strike="noStrike" spc="0" noProof="0" dirty="0">
                          <a:solidFill>
                            <a:schemeClr val="bg1"/>
                          </a:solidFill>
                          <a:effectLst/>
                          <a:latin typeface="Century Gothic"/>
                        </a:rPr>
                      </a:br>
                      <a:r>
                        <a:rPr lang="en-US" sz="700" b="0" i="0" u="none" strike="noStrike" spc="0" noProof="0" dirty="0">
                          <a:solidFill>
                            <a:schemeClr val="bg1"/>
                          </a:solidFill>
                          <a:effectLst/>
                          <a:latin typeface="Century Gothic"/>
                        </a:rPr>
                        <a:t>or a community event going on? Share more details about how followers can link up with you in</a:t>
                      </a:r>
                      <a:br>
                        <a:rPr lang="en-US" sz="700" b="0" i="0" u="none" strike="noStrike" spc="0" noProof="0" dirty="0">
                          <a:solidFill>
                            <a:schemeClr val="bg1"/>
                          </a:solidFill>
                          <a:effectLst/>
                          <a:latin typeface="Century Gothic"/>
                        </a:rPr>
                      </a:br>
                      <a:r>
                        <a:rPr lang="en-US" sz="700" b="0" i="0" u="none" strike="noStrike" spc="0" noProof="0" dirty="0">
                          <a:solidFill>
                            <a:schemeClr val="bg1"/>
                          </a:solidFill>
                          <a:effectLst/>
                          <a:latin typeface="Century Gothic"/>
                        </a:rPr>
                        <a:t>the community. </a:t>
                      </a:r>
                    </a:p>
                  </a:txBody>
                  <a:tcPr marL="9525" marR="9525" marT="80772" marB="0">
                    <a:lnL w="3175">
                      <a:solidFill>
                        <a:schemeClr val="bg2">
                          <a:lumMod val="50000"/>
                        </a:schemeClr>
                      </a:solidFill>
                    </a:lnL>
                    <a:lnR w="3175">
                      <a:solidFill>
                        <a:schemeClr val="bg2">
                          <a:lumMod val="50000"/>
                        </a:schemeClr>
                      </a:solidFill>
                    </a:lnR>
                    <a:lnT w="3175">
                      <a:solidFill>
                        <a:schemeClr val="bg2">
                          <a:lumMod val="50000"/>
                        </a:schemeClr>
                      </a:solidFill>
                    </a:lnT>
                    <a:lnB w="3175">
                      <a:solidFill>
                        <a:schemeClr val="bg2">
                          <a:lumMod val="50000"/>
                        </a:schemeClr>
                      </a:solidFill>
                    </a:lnB>
                  </a:tcPr>
                </a:tc>
                <a:extLst>
                  <a:ext uri="{0D108BD9-81ED-4DB2-BD59-A6C34878D82A}">
                    <a16:rowId xmlns:a16="http://schemas.microsoft.com/office/drawing/2014/main" val="4289451183"/>
                  </a:ext>
                </a:extLst>
              </a:tr>
              <a:tr h="1238702">
                <a:tc>
                  <a:txBody>
                    <a:bodyPr/>
                    <a:lstStyle/>
                    <a:p>
                      <a:pPr marL="63500" lvl="0" algn="ctr" rtl="0">
                        <a:spcBef>
                          <a:spcPts val="310"/>
                        </a:spcBef>
                        <a:spcAft>
                          <a:spcPts val="0"/>
                        </a:spcAft>
                        <a:buNone/>
                      </a:pPr>
                      <a:r>
                        <a:rPr lang="en-US" sz="700" u="none" spc="0" dirty="0">
                          <a:solidFill>
                            <a:schemeClr val="bg1"/>
                          </a:solidFill>
                          <a:effectLst/>
                        </a:rPr>
                        <a:t>13</a:t>
                      </a:r>
                    </a:p>
                    <a:p>
                      <a:pPr marL="63500" lvl="0" algn="ctr">
                        <a:spcBef>
                          <a:spcPts val="310"/>
                        </a:spcBef>
                        <a:spcAft>
                          <a:spcPts val="0"/>
                        </a:spcAft>
                        <a:buNone/>
                      </a:pPr>
                      <a:r>
                        <a:rPr lang="en-US" sz="700" b="0" i="0" u="none" strike="noStrike" spc="0" noProof="0" dirty="0">
                          <a:solidFill>
                            <a:schemeClr val="bg1"/>
                          </a:solidFill>
                          <a:effectLst/>
                          <a:latin typeface="Century Gothic"/>
                        </a:rPr>
                        <a:t>MOVEMENT MAKES YOU FEEL GOOD</a:t>
                      </a:r>
                      <a:endParaRPr lang="en-US" sz="700" b="0" i="0" u="none" strike="noStrike" spc="0" noProof="0" dirty="0">
                        <a:solidFill>
                          <a:srgbClr val="2D2926"/>
                        </a:solidFill>
                        <a:effectLst/>
                        <a:latin typeface="Century Gothic"/>
                      </a:endParaRPr>
                    </a:p>
                    <a:p>
                      <a:pPr marL="63500" lvl="0" algn="ctr">
                        <a:spcBef>
                          <a:spcPts val="310"/>
                        </a:spcBef>
                        <a:spcAft>
                          <a:spcPts val="0"/>
                        </a:spcAft>
                        <a:buNone/>
                      </a:pPr>
                      <a:r>
                        <a:rPr lang="en-US" sz="700" b="0" i="0" u="none" strike="noStrike" spc="0" noProof="0" dirty="0">
                          <a:solidFill>
                            <a:schemeClr val="bg1"/>
                          </a:solidFill>
                          <a:effectLst/>
                        </a:rPr>
                        <a:t>Highlight how movement in an</a:t>
                      </a:r>
                      <a:br>
                        <a:rPr lang="en-US" sz="700" b="0" i="0" u="none" strike="noStrike" spc="0" noProof="0" dirty="0">
                          <a:solidFill>
                            <a:schemeClr val="bg1"/>
                          </a:solidFill>
                          <a:effectLst/>
                        </a:rPr>
                      </a:br>
                      <a:r>
                        <a:rPr lang="en-US" sz="700" b="0" i="0" u="none" strike="noStrike" spc="0" noProof="0" dirty="0">
                          <a:solidFill>
                            <a:schemeClr val="bg1"/>
                          </a:solidFill>
                          <a:effectLst/>
                        </a:rPr>
                        <a:t> form contributes to overall well-being. Share an easy-to-do workout in a reel or on your Story.</a:t>
                      </a:r>
                      <a:endParaRPr lang="en-US" sz="700" dirty="0"/>
                    </a:p>
                  </a:txBody>
                  <a:tcPr marL="9525" marR="9525" marT="80772" marB="0">
                    <a:lnL w="12700">
                      <a:solidFill>
                        <a:schemeClr val="tx1"/>
                      </a:solidFill>
                    </a:lnL>
                    <a:lnR w="12700">
                      <a:solidFill>
                        <a:schemeClr val="tx1"/>
                      </a:solidFill>
                    </a:lnR>
                    <a:lnT w="12700">
                      <a:solidFill>
                        <a:schemeClr val="tx1"/>
                      </a:solidFill>
                    </a:lnT>
                    <a:lnB w="12700">
                      <a:solidFill>
                        <a:schemeClr val="tx1"/>
                      </a:solidFill>
                    </a:lnB>
                  </a:tcPr>
                </a:tc>
                <a:tc>
                  <a:txBody>
                    <a:bodyPr/>
                    <a:lstStyle/>
                    <a:p>
                      <a:pPr marL="63500" marR="0" lvl="0" indent="0" algn="ctr" rtl="0">
                        <a:spcBef>
                          <a:spcPts val="310"/>
                        </a:spcBef>
                        <a:spcAft>
                          <a:spcPts val="0"/>
                        </a:spcAft>
                        <a:buNone/>
                      </a:pPr>
                      <a:r>
                        <a:rPr lang="en-US" sz="700" b="0" i="0" u="none" strike="noStrike" spc="0" noProof="0" dirty="0">
                          <a:solidFill>
                            <a:schemeClr val="bg1"/>
                          </a:solidFill>
                          <a:effectLst/>
                        </a:rPr>
                        <a:t>14</a:t>
                      </a:r>
                      <a:endParaRPr lang="en-US" sz="700" dirty="0"/>
                    </a:p>
                    <a:p>
                      <a:pPr marL="63500" lvl="0" algn="ctr">
                        <a:spcBef>
                          <a:spcPts val="310"/>
                        </a:spcBef>
                        <a:spcAft>
                          <a:spcPts val="0"/>
                        </a:spcAft>
                        <a:buNone/>
                      </a:pPr>
                      <a:r>
                        <a:rPr lang="en-US" sz="700" b="0" i="0" u="none" strike="noStrike" spc="0" noProof="0" dirty="0">
                          <a:solidFill>
                            <a:schemeClr val="bg1"/>
                          </a:solidFill>
                          <a:effectLst/>
                          <a:latin typeface="Century Gothic"/>
                        </a:rPr>
                        <a:t>MANIFEST IT</a:t>
                      </a:r>
                      <a:endParaRPr lang="en-US" sz="700" b="0" i="0" u="none" strike="noStrike" spc="0" noProof="0" dirty="0">
                        <a:solidFill>
                          <a:srgbClr val="2D2926"/>
                        </a:solidFill>
                        <a:effectLst/>
                        <a:latin typeface="Century Gothic"/>
                      </a:endParaRPr>
                    </a:p>
                    <a:p>
                      <a:pPr marL="63500" lvl="0" algn="ctr">
                        <a:spcBef>
                          <a:spcPts val="310"/>
                        </a:spcBef>
                        <a:spcAft>
                          <a:spcPts val="0"/>
                        </a:spcAft>
                        <a:buNone/>
                      </a:pPr>
                      <a:r>
                        <a:rPr lang="en-US" sz="700" b="0" i="0" u="none" strike="noStrike" spc="0" noProof="0" dirty="0">
                          <a:effectLst/>
                        </a:rPr>
                        <a:t>Encourage members to picture their goals and mentally rehearse success – share ways visualization and other tactics can help re-enforce commitment.</a:t>
                      </a:r>
                      <a:endParaRPr lang="en-US" sz="700" b="0" i="0" u="none" strike="noStrike" spc="0" noProof="0" dirty="0">
                        <a:solidFill>
                          <a:schemeClr val="bg1"/>
                        </a:solidFill>
                        <a:effectLst/>
                        <a:latin typeface="Century Gothic"/>
                      </a:endParaRPr>
                    </a:p>
                  </a:txBody>
                  <a:tcPr marL="9525" marR="9525" marT="80772" marB="0">
                    <a:lnL w="12700">
                      <a:solidFill>
                        <a:schemeClr val="tx1"/>
                      </a:solidFill>
                    </a:lnL>
                    <a:lnR w="3175">
                      <a:solidFill>
                        <a:schemeClr val="bg2">
                          <a:lumMod val="50000"/>
                        </a:schemeClr>
                      </a:solidFill>
                    </a:lnR>
                    <a:lnT w="3175">
                      <a:solidFill>
                        <a:schemeClr val="bg2">
                          <a:lumMod val="50000"/>
                        </a:schemeClr>
                      </a:solidFill>
                    </a:lnT>
                    <a:lnB w="3175">
                      <a:solidFill>
                        <a:schemeClr val="bg2">
                          <a:lumMod val="50000"/>
                        </a:schemeClr>
                      </a:solidFill>
                    </a:lnB>
                  </a:tcPr>
                </a:tc>
                <a:tc>
                  <a:txBody>
                    <a:bodyPr/>
                    <a:lstStyle/>
                    <a:p>
                      <a:pPr marL="63500" lvl="0" algn="ctr">
                        <a:spcBef>
                          <a:spcPts val="310"/>
                        </a:spcBef>
                        <a:spcAft>
                          <a:spcPts val="0"/>
                        </a:spcAft>
                        <a:buNone/>
                      </a:pPr>
                      <a:r>
                        <a:rPr lang="en-US" sz="700" b="0" i="0" u="none" strike="noStrike" spc="0" noProof="0" dirty="0">
                          <a:solidFill>
                            <a:schemeClr val="bg1"/>
                          </a:solidFill>
                          <a:effectLst/>
                          <a:latin typeface="Century Gothic"/>
                        </a:rPr>
                        <a:t>15</a:t>
                      </a:r>
                    </a:p>
                    <a:p>
                      <a:pPr marL="63500" lvl="0" algn="ctr">
                        <a:spcBef>
                          <a:spcPts val="310"/>
                        </a:spcBef>
                        <a:spcAft>
                          <a:spcPts val="0"/>
                        </a:spcAft>
                        <a:buNone/>
                      </a:pPr>
                      <a:r>
                        <a:rPr lang="en-US" sz="700" b="0" i="0" u="none" strike="noStrike" spc="0" noProof="0" dirty="0">
                          <a:solidFill>
                            <a:schemeClr val="bg1"/>
                          </a:solidFill>
                          <a:effectLst/>
                        </a:rPr>
                        <a:t>FAVORITE MOVE</a:t>
                      </a:r>
                    </a:p>
                    <a:p>
                      <a:pPr marL="63500" lvl="0" algn="ctr">
                        <a:spcBef>
                          <a:spcPts val="310"/>
                        </a:spcBef>
                        <a:spcAft>
                          <a:spcPts val="0"/>
                        </a:spcAft>
                        <a:buNone/>
                      </a:pPr>
                      <a:r>
                        <a:rPr lang="en-US" sz="700" b="0" i="0" u="none" strike="noStrike" spc="0" noProof="0" dirty="0">
                          <a:solidFill>
                            <a:schemeClr val="bg1"/>
                          </a:solidFill>
                          <a:effectLst/>
                        </a:rPr>
                        <a:t>Use your story to poll members on what their favorite exercise has been lately. You can use these to create ideas around what types of content they might be looking for. </a:t>
                      </a:r>
                    </a:p>
                  </a:txBody>
                  <a:tcPr marL="9525" marR="9525" marT="80772" marB="0">
                    <a:lnL w="3175">
                      <a:solidFill>
                        <a:schemeClr val="bg2">
                          <a:lumMod val="50000"/>
                        </a:schemeClr>
                      </a:solidFill>
                    </a:lnL>
                    <a:lnR w="3175">
                      <a:solidFill>
                        <a:schemeClr val="bg2">
                          <a:lumMod val="50000"/>
                        </a:schemeClr>
                      </a:solidFill>
                    </a:lnR>
                    <a:lnT w="3175">
                      <a:solidFill>
                        <a:schemeClr val="bg2">
                          <a:lumMod val="50000"/>
                        </a:schemeClr>
                      </a:solidFill>
                    </a:lnT>
                    <a:lnB w="3175">
                      <a:solidFill>
                        <a:schemeClr val="bg2">
                          <a:lumMod val="50000"/>
                        </a:schemeClr>
                      </a:solidFill>
                    </a:lnB>
                  </a:tcPr>
                </a:tc>
                <a:tc>
                  <a:txBody>
                    <a:bodyPr/>
                    <a:lstStyle/>
                    <a:p>
                      <a:pPr marL="63500" lvl="0" algn="ctr" rtl="0">
                        <a:spcBef>
                          <a:spcPts val="310"/>
                        </a:spcBef>
                        <a:spcAft>
                          <a:spcPts val="0"/>
                        </a:spcAft>
                        <a:buNone/>
                      </a:pPr>
                      <a:r>
                        <a:rPr lang="en-US" sz="700" spc="0" dirty="0">
                          <a:solidFill>
                            <a:schemeClr val="bg1"/>
                          </a:solidFill>
                          <a:effectLst/>
                        </a:rPr>
                        <a:t>16</a:t>
                      </a:r>
                    </a:p>
                    <a:p>
                      <a:pPr marL="63500" lvl="0" algn="ctr">
                        <a:spcBef>
                          <a:spcPts val="310"/>
                        </a:spcBef>
                        <a:spcAft>
                          <a:spcPts val="0"/>
                        </a:spcAft>
                        <a:buNone/>
                      </a:pPr>
                      <a:r>
                        <a:rPr lang="en-US" sz="700" b="0" i="0" u="none" strike="noStrike" spc="0" noProof="0" dirty="0">
                          <a:solidFill>
                            <a:schemeClr val="bg1"/>
                          </a:solidFill>
                          <a:effectLst/>
                          <a:latin typeface="Century Gothic"/>
                        </a:rPr>
                        <a:t>A COACH'S IMPACT</a:t>
                      </a:r>
                    </a:p>
                    <a:p>
                      <a:pPr marL="63500" lvl="0" algn="ctr">
                        <a:spcBef>
                          <a:spcPts val="310"/>
                        </a:spcBef>
                        <a:spcAft>
                          <a:spcPts val="0"/>
                        </a:spcAft>
                        <a:buNone/>
                      </a:pPr>
                      <a:r>
                        <a:rPr lang="en-US" sz="700" b="0" i="0" u="none" strike="noStrike" spc="0" noProof="0" dirty="0">
                          <a:solidFill>
                            <a:schemeClr val="bg1"/>
                          </a:solidFill>
                          <a:effectLst/>
                          <a:latin typeface="Century Gothic"/>
                        </a:rPr>
                        <a:t>Shed a spotlight on a </a:t>
                      </a:r>
                      <a:r>
                        <a:rPr lang="en-US" sz="700" b="0" i="0" u="none" strike="noStrike" spc="0" noProof="0">
                          <a:solidFill>
                            <a:schemeClr val="bg1"/>
                          </a:solidFill>
                          <a:effectLst/>
                          <a:latin typeface="Century Gothic"/>
                        </a:rPr>
                        <a:t>stellar  coach</a:t>
                      </a:r>
                      <a:r>
                        <a:rPr lang="en-US" sz="700" b="0" i="0" u="none" strike="noStrike" spc="0" noProof="0" dirty="0">
                          <a:solidFill>
                            <a:schemeClr val="bg1"/>
                          </a:solidFill>
                          <a:effectLst/>
                          <a:latin typeface="Century Gothic"/>
                        </a:rPr>
                        <a:t>/member duo that have been crushing it on the purple turf and around the gym. This can be done via Reel or carousel.</a:t>
                      </a:r>
                      <a:endParaRPr lang="en-US" sz="700" dirty="0"/>
                    </a:p>
                  </a:txBody>
                  <a:tcPr marL="9525" marR="9525" marT="80772" marB="0">
                    <a:lnL w="3175">
                      <a:solidFill>
                        <a:schemeClr val="bg2">
                          <a:lumMod val="50000"/>
                        </a:schemeClr>
                      </a:solidFill>
                    </a:lnL>
                    <a:lnR w="3175">
                      <a:solidFill>
                        <a:schemeClr val="bg2">
                          <a:lumMod val="50000"/>
                        </a:schemeClr>
                      </a:solidFill>
                    </a:lnR>
                    <a:lnT w="3175">
                      <a:solidFill>
                        <a:schemeClr val="bg2">
                          <a:lumMod val="50000"/>
                        </a:schemeClr>
                      </a:solidFill>
                    </a:lnT>
                    <a:lnB w="3175">
                      <a:solidFill>
                        <a:schemeClr val="bg2">
                          <a:lumMod val="50000"/>
                        </a:schemeClr>
                      </a:solidFill>
                    </a:lnB>
                  </a:tcPr>
                </a:tc>
                <a:tc>
                  <a:txBody>
                    <a:bodyPr/>
                    <a:lstStyle/>
                    <a:p>
                      <a:pPr marL="63500" lvl="0" algn="ctr">
                        <a:spcBef>
                          <a:spcPts val="310"/>
                        </a:spcBef>
                        <a:spcAft>
                          <a:spcPts val="0"/>
                        </a:spcAft>
                        <a:buNone/>
                      </a:pPr>
                      <a:r>
                        <a:rPr lang="en-US" sz="700" b="0" i="0" u="none" strike="noStrike" spc="0" noProof="0" dirty="0">
                          <a:solidFill>
                            <a:schemeClr val="bg1"/>
                          </a:solidFill>
                          <a:effectLst/>
                          <a:latin typeface="Century Gothic"/>
                        </a:rPr>
                        <a:t>17</a:t>
                      </a:r>
                    </a:p>
                    <a:p>
                      <a:pPr marL="63500" lvl="0" algn="ctr">
                        <a:spcBef>
                          <a:spcPts val="310"/>
                        </a:spcBef>
                        <a:spcAft>
                          <a:spcPts val="0"/>
                        </a:spcAft>
                        <a:buNone/>
                      </a:pPr>
                      <a:r>
                        <a:rPr lang="en-US" sz="700" b="0" i="0" u="none" strike="noStrike" spc="0" noProof="0" dirty="0">
                          <a:solidFill>
                            <a:schemeClr val="bg1"/>
                          </a:solidFill>
                          <a:effectLst/>
                          <a:latin typeface="Century Gothic"/>
                        </a:rPr>
                        <a:t>NUTRITION IMPORTANCE</a:t>
                      </a:r>
                    </a:p>
                    <a:p>
                      <a:pPr marL="63500" lvl="0" algn="ctr">
                        <a:spcBef>
                          <a:spcPts val="310"/>
                        </a:spcBef>
                        <a:spcAft>
                          <a:spcPts val="0"/>
                        </a:spcAft>
                        <a:buNone/>
                      </a:pPr>
                      <a:r>
                        <a:rPr lang="en-US" sz="700" b="0" i="0" u="none" strike="noStrike" spc="0" noProof="0" dirty="0">
                          <a:solidFill>
                            <a:schemeClr val="bg1"/>
                          </a:solidFill>
                          <a:effectLst/>
                          <a:latin typeface="Century Gothic"/>
                        </a:rPr>
                        <a:t>You can work out all day, but if</a:t>
                      </a:r>
                      <a:br>
                        <a:rPr lang="en-US" sz="700" b="0" i="0" u="none" strike="noStrike" spc="0" noProof="0" dirty="0">
                          <a:solidFill>
                            <a:schemeClr val="bg1"/>
                          </a:solidFill>
                          <a:effectLst/>
                          <a:latin typeface="Century Gothic"/>
                        </a:rPr>
                      </a:br>
                      <a:r>
                        <a:rPr lang="en-US" sz="700" b="0" i="0" u="none" strike="noStrike" spc="0" noProof="0" dirty="0">
                          <a:solidFill>
                            <a:schemeClr val="bg1"/>
                          </a:solidFill>
                          <a:effectLst/>
                          <a:latin typeface="Century Gothic"/>
                        </a:rPr>
                        <a:t>you aren't fueling and hydrating properly, you won't see your full potential of results. Share tips for nutrition and hydration. </a:t>
                      </a:r>
                    </a:p>
                  </a:txBody>
                  <a:tcPr marL="9525" marR="9525" marT="80772" marB="0">
                    <a:lnL w="3175">
                      <a:solidFill>
                        <a:schemeClr val="bg2">
                          <a:lumMod val="50000"/>
                        </a:schemeClr>
                      </a:solidFill>
                    </a:lnL>
                    <a:lnR w="3175">
                      <a:solidFill>
                        <a:schemeClr val="bg2">
                          <a:lumMod val="50000"/>
                        </a:schemeClr>
                      </a:solidFill>
                    </a:lnR>
                    <a:lnT w="3175">
                      <a:solidFill>
                        <a:schemeClr val="bg2">
                          <a:lumMod val="50000"/>
                        </a:schemeClr>
                      </a:solidFill>
                    </a:lnT>
                    <a:lnB w="3175">
                      <a:solidFill>
                        <a:schemeClr val="bg2">
                          <a:lumMod val="50000"/>
                        </a:schemeClr>
                      </a:solidFill>
                    </a:lnB>
                  </a:tcPr>
                </a:tc>
                <a:tc>
                  <a:txBody>
                    <a:bodyPr/>
                    <a:lstStyle/>
                    <a:p>
                      <a:pPr marL="63500" lvl="0" algn="ctr">
                        <a:spcBef>
                          <a:spcPts val="310"/>
                        </a:spcBef>
                        <a:spcAft>
                          <a:spcPts val="0"/>
                        </a:spcAft>
                        <a:buNone/>
                      </a:pPr>
                      <a:r>
                        <a:rPr lang="en-US" sz="700" b="0" i="0" u="none" strike="noStrike" spc="0" noProof="0" dirty="0">
                          <a:solidFill>
                            <a:schemeClr val="bg1"/>
                          </a:solidFill>
                          <a:effectLst/>
                        </a:rPr>
                        <a:t>18</a:t>
                      </a:r>
                    </a:p>
                    <a:p>
                      <a:pPr marL="63500" lvl="0" algn="ctr">
                        <a:spcBef>
                          <a:spcPts val="310"/>
                        </a:spcBef>
                        <a:spcAft>
                          <a:spcPts val="0"/>
                        </a:spcAft>
                        <a:buNone/>
                      </a:pPr>
                      <a:r>
                        <a:rPr lang="en-US" sz="700" b="0" i="0" u="none" strike="noStrike" spc="0" noProof="0" dirty="0">
                          <a:solidFill>
                            <a:srgbClr val="2D2926"/>
                          </a:solidFill>
                          <a:effectLst/>
                        </a:rPr>
                        <a:t>NATIONAL EXERCISE DAY</a:t>
                      </a:r>
                    </a:p>
                    <a:p>
                      <a:pPr marL="63500" lvl="0" algn="ctr">
                        <a:spcBef>
                          <a:spcPts val="310"/>
                        </a:spcBef>
                        <a:spcAft>
                          <a:spcPts val="0"/>
                        </a:spcAft>
                        <a:buNone/>
                      </a:pPr>
                      <a:r>
                        <a:rPr lang="en-US" sz="700" b="0" i="0" u="none" strike="noStrike" spc="0" noProof="0" dirty="0">
                          <a:solidFill>
                            <a:srgbClr val="2D2926"/>
                          </a:solidFill>
                          <a:effectLst/>
                        </a:rPr>
                        <a:t>Put together a quick workout for National Exercise Day. You can</a:t>
                      </a:r>
                      <a:br>
                        <a:rPr lang="en-US" sz="700" b="0" i="0" u="none" strike="noStrike" spc="0" noProof="0" dirty="0">
                          <a:solidFill>
                            <a:srgbClr val="2D2926"/>
                          </a:solidFill>
                          <a:effectLst/>
                        </a:rPr>
                      </a:br>
                      <a:r>
                        <a:rPr lang="en-US" sz="700" b="0" i="0" u="none" strike="noStrike" spc="0" noProof="0" dirty="0">
                          <a:solidFill>
                            <a:srgbClr val="2D2926"/>
                          </a:solidFill>
                          <a:effectLst/>
                        </a:rPr>
                        <a:t>make it fun as an all-ages workout</a:t>
                      </a:r>
                      <a:br>
                        <a:rPr lang="en-US" sz="700" b="0" i="0" u="none" strike="noStrike" spc="0" noProof="0" dirty="0">
                          <a:solidFill>
                            <a:srgbClr val="2D2926"/>
                          </a:solidFill>
                          <a:effectLst/>
                        </a:rPr>
                      </a:br>
                      <a:r>
                        <a:rPr lang="en-US" sz="700" b="0" i="0" u="none" strike="noStrike" spc="0" noProof="0" dirty="0">
                          <a:solidFill>
                            <a:srgbClr val="2D2926"/>
                          </a:solidFill>
                          <a:effectLst/>
                        </a:rPr>
                        <a:t>or make it challenging with a HIIT routine that will leave followers sweating.</a:t>
                      </a:r>
                    </a:p>
                  </a:txBody>
                  <a:tcPr marL="9525" marR="9525" marT="80772" marB="0">
                    <a:lnL w="3175">
                      <a:solidFill>
                        <a:schemeClr val="bg2">
                          <a:lumMod val="50000"/>
                        </a:schemeClr>
                      </a:solidFill>
                    </a:lnL>
                    <a:lnR w="3175">
                      <a:solidFill>
                        <a:schemeClr val="bg2">
                          <a:lumMod val="50000"/>
                        </a:schemeClr>
                      </a:solidFill>
                    </a:lnR>
                    <a:lnT w="3175">
                      <a:solidFill>
                        <a:schemeClr val="bg2">
                          <a:lumMod val="50000"/>
                        </a:schemeClr>
                      </a:solidFill>
                    </a:lnT>
                    <a:lnB w="3175">
                      <a:solidFill>
                        <a:schemeClr val="bg2">
                          <a:lumMod val="50000"/>
                        </a:schemeClr>
                      </a:solidFill>
                    </a:lnB>
                  </a:tcPr>
                </a:tc>
                <a:tc>
                  <a:txBody>
                    <a:bodyPr/>
                    <a:lstStyle/>
                    <a:p>
                      <a:pPr marL="63500" lvl="0" algn="ctr">
                        <a:spcBef>
                          <a:spcPts val="310"/>
                        </a:spcBef>
                        <a:spcAft>
                          <a:spcPts val="0"/>
                        </a:spcAft>
                        <a:buNone/>
                      </a:pPr>
                      <a:r>
                        <a:rPr lang="en-US" sz="700" b="0" i="0" u="none" strike="noStrike" spc="0" noProof="0" dirty="0">
                          <a:solidFill>
                            <a:schemeClr val="bg1"/>
                          </a:solidFill>
                          <a:effectLst/>
                        </a:rPr>
                        <a:t>19</a:t>
                      </a:r>
                    </a:p>
                    <a:p>
                      <a:pPr marL="63500" lvl="0" algn="ctr">
                        <a:spcBef>
                          <a:spcPts val="310"/>
                        </a:spcBef>
                        <a:spcAft>
                          <a:spcPts val="0"/>
                        </a:spcAft>
                        <a:buNone/>
                      </a:pPr>
                      <a:r>
                        <a:rPr lang="en-US" sz="700" b="0" i="0" u="none" strike="noStrike" spc="0" noProof="0" dirty="0">
                          <a:solidFill>
                            <a:schemeClr val="bg1"/>
                          </a:solidFill>
                          <a:effectLst/>
                        </a:rPr>
                        <a:t>EASTER WEEKEND</a:t>
                      </a:r>
                    </a:p>
                    <a:p>
                      <a:pPr marL="63500" lvl="0" algn="ctr">
                        <a:spcBef>
                          <a:spcPts val="310"/>
                        </a:spcBef>
                        <a:spcAft>
                          <a:spcPts val="0"/>
                        </a:spcAft>
                        <a:buNone/>
                      </a:pPr>
                      <a:r>
                        <a:rPr lang="en-US" sz="700" b="0" i="0" u="none" strike="noStrike" spc="0" noProof="0" dirty="0">
                          <a:solidFill>
                            <a:schemeClr val="bg1"/>
                          </a:solidFill>
                          <a:effectLst/>
                        </a:rPr>
                        <a:t>Folks might be traveling, or you</a:t>
                      </a:r>
                      <a:br>
                        <a:rPr lang="en-US" sz="700" b="0" i="0" u="none" strike="noStrike" spc="0" noProof="0" dirty="0">
                          <a:solidFill>
                            <a:schemeClr val="bg1"/>
                          </a:solidFill>
                          <a:effectLst/>
                        </a:rPr>
                      </a:br>
                      <a:r>
                        <a:rPr lang="en-US" sz="700" b="0" i="0" u="none" strike="noStrike" spc="0" noProof="0" dirty="0">
                          <a:solidFill>
                            <a:schemeClr val="bg1"/>
                          </a:solidFill>
                          <a:effectLst/>
                        </a:rPr>
                        <a:t>may see some members from other gyms checking out your turf –</a:t>
                      </a:r>
                      <a:br>
                        <a:rPr lang="en-US" sz="700" b="0" i="0" u="none" strike="noStrike" spc="0" noProof="0" dirty="0">
                          <a:solidFill>
                            <a:schemeClr val="bg1"/>
                          </a:solidFill>
                          <a:effectLst/>
                        </a:rPr>
                      </a:br>
                      <a:r>
                        <a:rPr lang="en-US" sz="700" b="0" i="0" u="none" strike="noStrike" spc="0" noProof="0" dirty="0">
                          <a:solidFill>
                            <a:schemeClr val="bg1"/>
                          </a:solidFill>
                          <a:effectLst/>
                        </a:rPr>
                        <a:t>share any important staff details</a:t>
                      </a:r>
                      <a:br>
                        <a:rPr lang="en-US" sz="700" b="0" i="0" u="none" strike="noStrike" spc="0" noProof="0" dirty="0">
                          <a:solidFill>
                            <a:schemeClr val="bg1"/>
                          </a:solidFill>
                          <a:effectLst/>
                        </a:rPr>
                      </a:br>
                      <a:r>
                        <a:rPr lang="en-US" sz="700" b="0" i="0" u="none" strike="noStrike" spc="0" noProof="0" dirty="0">
                          <a:solidFill>
                            <a:schemeClr val="bg1"/>
                          </a:solidFill>
                          <a:effectLst/>
                        </a:rPr>
                        <a:t>if this weekend impacts your operations or availability. </a:t>
                      </a:r>
                    </a:p>
                  </a:txBody>
                  <a:tcPr marL="9525" marR="9525" marT="80772" marB="0">
                    <a:lnL w="3175">
                      <a:solidFill>
                        <a:schemeClr val="bg2">
                          <a:lumMod val="50000"/>
                        </a:schemeClr>
                      </a:solidFill>
                    </a:lnL>
                    <a:lnR w="3175">
                      <a:solidFill>
                        <a:schemeClr val="bg2">
                          <a:lumMod val="50000"/>
                        </a:schemeClr>
                      </a:solidFill>
                    </a:lnR>
                    <a:lnT w="3175">
                      <a:solidFill>
                        <a:schemeClr val="bg2">
                          <a:lumMod val="50000"/>
                        </a:schemeClr>
                      </a:solidFill>
                    </a:lnT>
                    <a:lnB w="3175">
                      <a:solidFill>
                        <a:schemeClr val="bg2">
                          <a:lumMod val="50000"/>
                        </a:schemeClr>
                      </a:solidFill>
                    </a:lnB>
                  </a:tcPr>
                </a:tc>
                <a:extLst>
                  <a:ext uri="{0D108BD9-81ED-4DB2-BD59-A6C34878D82A}">
                    <a16:rowId xmlns:a16="http://schemas.microsoft.com/office/drawing/2014/main" val="3005291295"/>
                  </a:ext>
                </a:extLst>
              </a:tr>
              <a:tr h="1184888">
                <a:tc>
                  <a:txBody>
                    <a:bodyPr/>
                    <a:lstStyle/>
                    <a:p>
                      <a:pPr marL="63500" lvl="0" algn="ctr" rtl="0">
                        <a:spcBef>
                          <a:spcPts val="310"/>
                        </a:spcBef>
                        <a:spcAft>
                          <a:spcPts val="0"/>
                        </a:spcAft>
                        <a:buNone/>
                      </a:pPr>
                      <a:r>
                        <a:rPr lang="en-US" sz="700" spc="0" dirty="0">
                          <a:solidFill>
                            <a:schemeClr val="bg1"/>
                          </a:solidFill>
                          <a:effectLst/>
                        </a:rPr>
                        <a:t>20</a:t>
                      </a:r>
                    </a:p>
                    <a:p>
                      <a:pPr marL="63500" lvl="0" algn="ctr">
                        <a:spcBef>
                          <a:spcPts val="310"/>
                        </a:spcBef>
                        <a:spcAft>
                          <a:spcPts val="0"/>
                        </a:spcAft>
                        <a:buNone/>
                      </a:pPr>
                      <a:r>
                        <a:rPr lang="en-US" sz="700" b="0" i="0" u="none" strike="noStrike" spc="0" noProof="0" dirty="0">
                          <a:solidFill>
                            <a:schemeClr val="bg1"/>
                          </a:solidFill>
                          <a:effectLst/>
                          <a:latin typeface="Century Gothic"/>
                        </a:rPr>
                        <a:t>BEING MINDFUL</a:t>
                      </a:r>
                    </a:p>
                    <a:p>
                      <a:pPr marL="63500" lvl="0" algn="ctr">
                        <a:spcBef>
                          <a:spcPts val="310"/>
                        </a:spcBef>
                        <a:spcAft>
                          <a:spcPts val="0"/>
                        </a:spcAft>
                        <a:buNone/>
                      </a:pPr>
                      <a:r>
                        <a:rPr lang="en-US" sz="700" b="0" i="0" u="none" strike="noStrike" spc="0" noProof="0" dirty="0">
                          <a:solidFill>
                            <a:schemeClr val="bg1"/>
                          </a:solidFill>
                          <a:effectLst/>
                        </a:rPr>
                        <a:t>A post about shifting the mindset from “I have to work out” to “I get to move my body.” How can you find joy in your workout routine?</a:t>
                      </a:r>
                      <a:endParaRPr lang="en-US" sz="700" dirty="0"/>
                    </a:p>
                  </a:txBody>
                  <a:tcPr marL="9525" marR="9525" marT="80772" marB="0">
                    <a:lnL w="12700">
                      <a:solidFill>
                        <a:schemeClr val="tx1"/>
                      </a:solidFill>
                    </a:lnL>
                    <a:lnR w="12700">
                      <a:solidFill>
                        <a:schemeClr val="tx1"/>
                      </a:solidFill>
                    </a:lnR>
                    <a:lnT w="12700">
                      <a:solidFill>
                        <a:schemeClr val="tx1"/>
                      </a:solidFill>
                    </a:lnT>
                    <a:lnB w="12700">
                      <a:solidFill>
                        <a:schemeClr val="tx1"/>
                      </a:solidFill>
                    </a:lnB>
                  </a:tcPr>
                </a:tc>
                <a:tc>
                  <a:txBody>
                    <a:bodyPr/>
                    <a:lstStyle/>
                    <a:p>
                      <a:pPr marL="63500" lvl="0" algn="ctr" rtl="0">
                        <a:spcBef>
                          <a:spcPts val="310"/>
                        </a:spcBef>
                        <a:spcAft>
                          <a:spcPts val="0"/>
                        </a:spcAft>
                        <a:buNone/>
                      </a:pPr>
                      <a:r>
                        <a:rPr lang="en-US" sz="700" spc="0" dirty="0">
                          <a:solidFill>
                            <a:schemeClr val="bg1"/>
                          </a:solidFill>
                          <a:effectLst/>
                        </a:rPr>
                        <a:t>21</a:t>
                      </a:r>
                    </a:p>
                    <a:p>
                      <a:pPr marL="63500" lvl="0" algn="ctr">
                        <a:spcBef>
                          <a:spcPts val="310"/>
                        </a:spcBef>
                        <a:spcAft>
                          <a:spcPts val="0"/>
                        </a:spcAft>
                        <a:buNone/>
                      </a:pPr>
                      <a:r>
                        <a:rPr lang="en-US" sz="700" spc="0" dirty="0">
                          <a:solidFill>
                            <a:schemeClr val="bg1"/>
                          </a:solidFill>
                          <a:effectLst/>
                        </a:rPr>
                        <a:t>TEAM TRAINING</a:t>
                      </a:r>
                    </a:p>
                    <a:p>
                      <a:pPr marL="63500" lvl="0" algn="ctr">
                        <a:spcBef>
                          <a:spcPts val="310"/>
                        </a:spcBef>
                        <a:spcAft>
                          <a:spcPts val="0"/>
                        </a:spcAft>
                        <a:buNone/>
                      </a:pPr>
                      <a:r>
                        <a:rPr lang="en-US" sz="700" spc="0" dirty="0">
                          <a:solidFill>
                            <a:schemeClr val="bg1"/>
                          </a:solidFill>
                          <a:effectLst/>
                        </a:rPr>
                        <a:t>Talk about your team training sessions, large or small! People love to get an inside view before joining in on the fun -  so help them be a fly on the wall, shoot</a:t>
                      </a:r>
                      <a:br>
                        <a:rPr lang="en-US" sz="700" spc="0" dirty="0">
                          <a:solidFill>
                            <a:schemeClr val="bg1"/>
                          </a:solidFill>
                          <a:effectLst/>
                        </a:rPr>
                      </a:br>
                      <a:r>
                        <a:rPr lang="en-US" sz="700" spc="0" dirty="0">
                          <a:solidFill>
                            <a:schemeClr val="bg1"/>
                          </a:solidFill>
                          <a:effectLst/>
                        </a:rPr>
                        <a:t>a Reel that captures part of a session</a:t>
                      </a:r>
                      <a:br>
                        <a:rPr lang="en-US" sz="700" spc="0" dirty="0">
                          <a:solidFill>
                            <a:schemeClr val="bg1"/>
                          </a:solidFill>
                          <a:effectLst/>
                        </a:rPr>
                      </a:br>
                      <a:r>
                        <a:rPr lang="en-US" sz="700" spc="0" dirty="0">
                          <a:solidFill>
                            <a:schemeClr val="bg1"/>
                          </a:solidFill>
                          <a:effectLst/>
                        </a:rPr>
                        <a:t>to share to your feed.</a:t>
                      </a:r>
                    </a:p>
                  </a:txBody>
                  <a:tcPr marL="9525" marR="9525" marT="80772" marB="0">
                    <a:lnL w="12700">
                      <a:solidFill>
                        <a:schemeClr val="tx1"/>
                      </a:solidFill>
                    </a:lnL>
                    <a:lnR w="3175">
                      <a:solidFill>
                        <a:schemeClr val="bg2">
                          <a:lumMod val="50000"/>
                        </a:schemeClr>
                      </a:solidFill>
                    </a:lnR>
                    <a:lnT w="3175">
                      <a:solidFill>
                        <a:schemeClr val="bg2">
                          <a:lumMod val="50000"/>
                        </a:schemeClr>
                      </a:solidFill>
                    </a:lnT>
                    <a:lnB w="3175">
                      <a:solidFill>
                        <a:schemeClr val="bg2">
                          <a:lumMod val="50000"/>
                        </a:schemeClr>
                      </a:solidFill>
                    </a:lnB>
                  </a:tcPr>
                </a:tc>
                <a:tc>
                  <a:txBody>
                    <a:bodyPr/>
                    <a:lstStyle/>
                    <a:p>
                      <a:pPr marL="63500" lvl="0" algn="ctr" rtl="0">
                        <a:spcBef>
                          <a:spcPts val="310"/>
                        </a:spcBef>
                        <a:spcAft>
                          <a:spcPts val="0"/>
                        </a:spcAft>
                        <a:buNone/>
                      </a:pPr>
                      <a:r>
                        <a:rPr lang="en-US" sz="700" spc="0" dirty="0">
                          <a:solidFill>
                            <a:schemeClr val="bg1"/>
                          </a:solidFill>
                          <a:effectLst/>
                        </a:rPr>
                        <a:t>22</a:t>
                      </a:r>
                    </a:p>
                    <a:p>
                      <a:pPr marL="63500" lvl="0" algn="ctr">
                        <a:spcBef>
                          <a:spcPts val="310"/>
                        </a:spcBef>
                        <a:spcAft>
                          <a:spcPts val="0"/>
                        </a:spcAft>
                        <a:buNone/>
                      </a:pPr>
                      <a:r>
                        <a:rPr lang="en-US" sz="700" b="0" i="0" u="none" strike="noStrike" spc="0" noProof="0" dirty="0">
                          <a:solidFill>
                            <a:schemeClr val="bg1"/>
                          </a:solidFill>
                          <a:effectLst/>
                          <a:latin typeface="Century Gothic"/>
                        </a:rPr>
                        <a:t>MINDFUL MOTIVATION</a:t>
                      </a:r>
                    </a:p>
                    <a:p>
                      <a:pPr marL="63500" lvl="0" algn="ctr">
                        <a:spcBef>
                          <a:spcPts val="310"/>
                        </a:spcBef>
                        <a:spcAft>
                          <a:spcPts val="0"/>
                        </a:spcAft>
                        <a:buNone/>
                      </a:pPr>
                      <a:r>
                        <a:rPr lang="en-US" sz="700" b="0" i="0" u="none" strike="noStrike" spc="0" noProof="0" dirty="0">
                          <a:solidFill>
                            <a:schemeClr val="bg1"/>
                          </a:solidFill>
                          <a:effectLst/>
                          <a:latin typeface="Century Gothic"/>
                        </a:rPr>
                        <a:t>Share a non-scale reason to hit the</a:t>
                      </a:r>
                      <a:br>
                        <a:rPr lang="en-US" sz="700" b="0" i="0" u="none" strike="noStrike" spc="0" noProof="0" dirty="0">
                          <a:solidFill>
                            <a:schemeClr val="bg1"/>
                          </a:solidFill>
                          <a:effectLst/>
                          <a:latin typeface="Century Gothic"/>
                        </a:rPr>
                      </a:br>
                      <a:r>
                        <a:rPr lang="en-US" sz="700" b="0" i="0" u="none" strike="noStrike" spc="0" noProof="0" dirty="0">
                          <a:solidFill>
                            <a:schemeClr val="bg1"/>
                          </a:solidFill>
                          <a:effectLst/>
                          <a:latin typeface="Century Gothic"/>
                        </a:rPr>
                        <a:t>gym – focus in on how it can boost mood and help with sleeping habits!</a:t>
                      </a:r>
                    </a:p>
                  </a:txBody>
                  <a:tcPr marL="9525" marR="9525" marT="80772" marB="0">
                    <a:lnL w="3175">
                      <a:solidFill>
                        <a:schemeClr val="bg2">
                          <a:lumMod val="50000"/>
                        </a:schemeClr>
                      </a:solidFill>
                    </a:lnL>
                    <a:lnR w="3175">
                      <a:solidFill>
                        <a:schemeClr val="bg2">
                          <a:lumMod val="50000"/>
                        </a:schemeClr>
                      </a:solidFill>
                    </a:lnR>
                    <a:lnT w="3175">
                      <a:solidFill>
                        <a:schemeClr val="bg2">
                          <a:lumMod val="50000"/>
                        </a:schemeClr>
                      </a:solidFill>
                    </a:lnT>
                    <a:lnB w="3175">
                      <a:solidFill>
                        <a:schemeClr val="bg2">
                          <a:lumMod val="50000"/>
                        </a:schemeClr>
                      </a:solidFill>
                    </a:lnB>
                  </a:tcPr>
                </a:tc>
                <a:tc>
                  <a:txBody>
                    <a:bodyPr/>
                    <a:lstStyle/>
                    <a:p>
                      <a:pPr marL="63500" lvl="0" algn="ctr">
                        <a:spcBef>
                          <a:spcPts val="310"/>
                        </a:spcBef>
                        <a:spcAft>
                          <a:spcPts val="0"/>
                        </a:spcAft>
                        <a:buNone/>
                      </a:pPr>
                      <a:r>
                        <a:rPr lang="en-US" sz="700" b="0" i="0" u="none" strike="noStrike" spc="0" noProof="0" dirty="0">
                          <a:solidFill>
                            <a:schemeClr val="bg1"/>
                          </a:solidFill>
                          <a:effectLst/>
                          <a:latin typeface="Century Gothic"/>
                        </a:rPr>
                        <a:t>23</a:t>
                      </a:r>
                    </a:p>
                    <a:p>
                      <a:pPr marL="63500" lvl="0" algn="ctr">
                        <a:spcBef>
                          <a:spcPts val="310"/>
                        </a:spcBef>
                        <a:spcAft>
                          <a:spcPts val="0"/>
                        </a:spcAft>
                        <a:buNone/>
                      </a:pPr>
                      <a:r>
                        <a:rPr lang="en-US" sz="700" b="0" i="0" u="none" strike="noStrike" spc="0" noProof="0" dirty="0">
                          <a:solidFill>
                            <a:schemeClr val="bg1"/>
                          </a:solidFill>
                          <a:effectLst/>
                          <a:latin typeface="Century Gothic"/>
                        </a:rPr>
                        <a:t>GYM HERO OR GYM VILLAIN?</a:t>
                      </a:r>
                      <a:endParaRPr lang="en-US" sz="700" b="0" i="0" u="none" strike="noStrike" spc="0" noProof="0" dirty="0">
                        <a:solidFill>
                          <a:srgbClr val="2D2926"/>
                        </a:solidFill>
                        <a:effectLst/>
                        <a:latin typeface="Century Gothic"/>
                      </a:endParaRPr>
                    </a:p>
                    <a:p>
                      <a:pPr marL="63500" lvl="0" algn="ctr">
                        <a:spcBef>
                          <a:spcPts val="310"/>
                        </a:spcBef>
                        <a:spcAft>
                          <a:spcPts val="0"/>
                        </a:spcAft>
                        <a:buNone/>
                      </a:pPr>
                      <a:r>
                        <a:rPr lang="en-US" sz="700" b="0" i="0" u="none" strike="noStrike" spc="0" noProof="0" dirty="0">
                          <a:solidFill>
                            <a:schemeClr val="bg1"/>
                          </a:solidFill>
                          <a:effectLst/>
                          <a:latin typeface="Century Gothic"/>
                        </a:rPr>
                        <a:t>Have some fun with this quippy debate on pet peeves and stellar gym behavior. What habit makes</a:t>
                      </a:r>
                      <a:br>
                        <a:rPr lang="en-US" sz="700" b="0" i="0" u="none" strike="noStrike" spc="0" noProof="0" dirty="0">
                          <a:solidFill>
                            <a:schemeClr val="bg1"/>
                          </a:solidFill>
                          <a:effectLst/>
                          <a:latin typeface="Century Gothic"/>
                        </a:rPr>
                      </a:br>
                      <a:r>
                        <a:rPr lang="en-US" sz="700" b="0" i="0" u="none" strike="noStrike" spc="0" noProof="0" dirty="0">
                          <a:solidFill>
                            <a:schemeClr val="bg1"/>
                          </a:solidFill>
                          <a:effectLst/>
                          <a:latin typeface="Century Gothic"/>
                        </a:rPr>
                        <a:t>a gym hero or villain? Debate it</a:t>
                      </a:r>
                      <a:br>
                        <a:rPr lang="en-US" sz="700" b="0" i="0" u="none" strike="noStrike" spc="0" noProof="0" dirty="0">
                          <a:solidFill>
                            <a:schemeClr val="bg1"/>
                          </a:solidFill>
                          <a:effectLst/>
                          <a:latin typeface="Century Gothic"/>
                        </a:rPr>
                      </a:br>
                      <a:r>
                        <a:rPr lang="en-US" sz="700" b="0" i="0" u="none" strike="noStrike" spc="0" noProof="0" dirty="0">
                          <a:solidFill>
                            <a:schemeClr val="bg1"/>
                          </a:solidFill>
                          <a:effectLst/>
                          <a:latin typeface="Century Gothic"/>
                        </a:rPr>
                        <a:t>out in the comments on your post. </a:t>
                      </a:r>
                    </a:p>
                  </a:txBody>
                  <a:tcPr marL="9525" marR="9525" marT="80772" marB="0">
                    <a:lnL w="3175">
                      <a:solidFill>
                        <a:schemeClr val="bg2">
                          <a:lumMod val="50000"/>
                        </a:schemeClr>
                      </a:solidFill>
                    </a:lnL>
                    <a:lnR w="3175">
                      <a:solidFill>
                        <a:schemeClr val="bg2">
                          <a:lumMod val="50000"/>
                        </a:schemeClr>
                      </a:solidFill>
                    </a:lnR>
                    <a:lnT w="3175">
                      <a:solidFill>
                        <a:schemeClr val="bg2">
                          <a:lumMod val="50000"/>
                        </a:schemeClr>
                      </a:solidFill>
                    </a:lnT>
                    <a:lnB w="3175">
                      <a:solidFill>
                        <a:schemeClr val="bg2">
                          <a:lumMod val="50000"/>
                        </a:schemeClr>
                      </a:solidFill>
                    </a:lnB>
                  </a:tcPr>
                </a:tc>
                <a:tc>
                  <a:txBody>
                    <a:bodyPr/>
                    <a:lstStyle/>
                    <a:p>
                      <a:pPr marL="63500" lvl="0" algn="ctr">
                        <a:spcBef>
                          <a:spcPts val="310"/>
                        </a:spcBef>
                        <a:spcAft>
                          <a:spcPts val="0"/>
                        </a:spcAft>
                        <a:buNone/>
                      </a:pPr>
                      <a:r>
                        <a:rPr lang="en-US" sz="700" b="0" i="0" u="none" strike="noStrike" spc="0" noProof="0" dirty="0">
                          <a:solidFill>
                            <a:schemeClr val="bg1"/>
                          </a:solidFill>
                          <a:effectLst/>
                        </a:rPr>
                        <a:t>24</a:t>
                      </a:r>
                    </a:p>
                    <a:p>
                      <a:pPr marL="63500" lvl="0" algn="ctr">
                        <a:spcBef>
                          <a:spcPts val="310"/>
                        </a:spcBef>
                        <a:spcAft>
                          <a:spcPts val="0"/>
                        </a:spcAft>
                        <a:buNone/>
                      </a:pPr>
                      <a:r>
                        <a:rPr lang="en-US" sz="700" b="0" i="0" u="none" strike="noStrike" spc="0" noProof="0" dirty="0">
                          <a:solidFill>
                            <a:schemeClr val="bg1"/>
                          </a:solidFill>
                          <a:effectLst/>
                        </a:rPr>
                        <a:t>STOP SKIPPING REST DAY</a:t>
                      </a:r>
                    </a:p>
                    <a:p>
                      <a:pPr marL="63500" lvl="0" algn="ctr">
                        <a:spcBef>
                          <a:spcPts val="310"/>
                        </a:spcBef>
                        <a:spcAft>
                          <a:spcPts val="0"/>
                        </a:spcAft>
                        <a:buNone/>
                      </a:pPr>
                      <a:r>
                        <a:rPr lang="en-US" sz="700" b="0" i="0" u="none" strike="noStrike" spc="0" noProof="0" dirty="0">
                          <a:solidFill>
                            <a:schemeClr val="bg1"/>
                          </a:solidFill>
                          <a:effectLst/>
                        </a:rPr>
                        <a:t>Create a quick and easy tutorial</a:t>
                      </a:r>
                      <a:br>
                        <a:rPr lang="en-US" sz="700" b="0" i="0" u="none" strike="noStrike" spc="0" noProof="0" dirty="0">
                          <a:solidFill>
                            <a:schemeClr val="bg1"/>
                          </a:solidFill>
                          <a:effectLst/>
                        </a:rPr>
                      </a:br>
                      <a:r>
                        <a:rPr lang="en-US" sz="700" b="0" i="0" u="none" strike="noStrike" spc="0" noProof="0" dirty="0">
                          <a:solidFill>
                            <a:schemeClr val="bg1"/>
                          </a:solidFill>
                          <a:effectLst/>
                        </a:rPr>
                        <a:t>on a full-body mobility routine that can help get in the habit of giving your body some TLC.</a:t>
                      </a:r>
                    </a:p>
                  </a:txBody>
                  <a:tcPr marL="9525" marR="9525" marT="80772" marB="0">
                    <a:lnL w="3175">
                      <a:solidFill>
                        <a:schemeClr val="bg2">
                          <a:lumMod val="50000"/>
                        </a:schemeClr>
                      </a:solidFill>
                    </a:lnL>
                    <a:lnR w="3175">
                      <a:solidFill>
                        <a:schemeClr val="bg2">
                          <a:lumMod val="50000"/>
                        </a:schemeClr>
                      </a:solidFill>
                    </a:lnR>
                    <a:lnT w="3175">
                      <a:solidFill>
                        <a:schemeClr val="bg2">
                          <a:lumMod val="50000"/>
                        </a:schemeClr>
                      </a:solidFill>
                    </a:lnT>
                    <a:lnB w="3175">
                      <a:solidFill>
                        <a:schemeClr val="bg2">
                          <a:lumMod val="50000"/>
                        </a:schemeClr>
                      </a:solidFill>
                    </a:lnB>
                  </a:tcPr>
                </a:tc>
                <a:tc>
                  <a:txBody>
                    <a:bodyPr/>
                    <a:lstStyle/>
                    <a:p>
                      <a:pPr marL="63500" lvl="0" algn="ctr">
                        <a:spcBef>
                          <a:spcPts val="310"/>
                        </a:spcBef>
                        <a:spcAft>
                          <a:spcPts val="0"/>
                        </a:spcAft>
                        <a:buNone/>
                      </a:pPr>
                      <a:r>
                        <a:rPr lang="en-US" sz="700" b="0" i="0" u="none" strike="noStrike" spc="0" noProof="0" dirty="0">
                          <a:solidFill>
                            <a:schemeClr val="bg1"/>
                          </a:solidFill>
                          <a:effectLst/>
                        </a:rPr>
                        <a:t>25</a:t>
                      </a:r>
                    </a:p>
                    <a:p>
                      <a:pPr marL="63500" lvl="0" algn="ctr">
                        <a:spcBef>
                          <a:spcPts val="310"/>
                        </a:spcBef>
                        <a:spcAft>
                          <a:spcPts val="0"/>
                        </a:spcAft>
                        <a:buNone/>
                      </a:pPr>
                      <a:r>
                        <a:rPr lang="en-US" sz="700" b="0" i="0" u="none" strike="noStrike" spc="0" noProof="0" dirty="0">
                          <a:solidFill>
                            <a:schemeClr val="bg1"/>
                          </a:solidFill>
                          <a:effectLst/>
                        </a:rPr>
                        <a:t>5 MOVES TO MASTER</a:t>
                      </a:r>
                    </a:p>
                    <a:p>
                      <a:pPr marL="63500" lvl="0" algn="ctr">
                        <a:spcBef>
                          <a:spcPts val="310"/>
                        </a:spcBef>
                        <a:spcAft>
                          <a:spcPts val="0"/>
                        </a:spcAft>
                        <a:buNone/>
                      </a:pPr>
                      <a:r>
                        <a:rPr lang="en-US" sz="700" b="0" i="0" u="none" strike="noStrike" spc="0" noProof="0" dirty="0">
                          <a:solidFill>
                            <a:schemeClr val="bg1"/>
                          </a:solidFill>
                          <a:effectLst/>
                        </a:rPr>
                        <a:t>What are 5 moves that every gym-goer should focus on? Have a</a:t>
                      </a:r>
                      <a:br>
                        <a:rPr lang="en-US" sz="700" b="0" i="0" u="none" strike="noStrike" spc="0" noProof="0" dirty="0">
                          <a:solidFill>
                            <a:schemeClr val="bg1"/>
                          </a:solidFill>
                          <a:effectLst/>
                        </a:rPr>
                      </a:br>
                      <a:r>
                        <a:rPr lang="en-US" sz="700" b="0" i="0" u="none" strike="noStrike" spc="0" noProof="0" dirty="0">
                          <a:solidFill>
                            <a:schemeClr val="bg1"/>
                          </a:solidFill>
                          <a:effectLst/>
                        </a:rPr>
                        <a:t>coach showcase these in a Reel - focus on the WHY someone should master these moves and how to</a:t>
                      </a:r>
                      <a:br>
                        <a:rPr lang="en-US" sz="700" b="0" i="0" u="none" strike="noStrike" spc="0" noProof="0" dirty="0">
                          <a:solidFill>
                            <a:schemeClr val="bg1"/>
                          </a:solidFill>
                          <a:effectLst/>
                        </a:rPr>
                      </a:br>
                      <a:r>
                        <a:rPr lang="en-US" sz="700" b="0" i="0" u="none" strike="noStrike" spc="0" noProof="0" dirty="0">
                          <a:solidFill>
                            <a:schemeClr val="bg1"/>
                          </a:solidFill>
                          <a:effectLst/>
                        </a:rPr>
                        <a:t>get started.</a:t>
                      </a:r>
                    </a:p>
                  </a:txBody>
                  <a:tcPr marL="9525" marR="9525" marT="80772" marB="0">
                    <a:lnL w="3175">
                      <a:solidFill>
                        <a:schemeClr val="bg2">
                          <a:lumMod val="50000"/>
                        </a:schemeClr>
                      </a:solidFill>
                    </a:lnL>
                    <a:lnR w="3175">
                      <a:solidFill>
                        <a:schemeClr val="bg2">
                          <a:lumMod val="50000"/>
                        </a:schemeClr>
                      </a:solidFill>
                    </a:lnR>
                    <a:lnT w="3175">
                      <a:solidFill>
                        <a:schemeClr val="bg2">
                          <a:lumMod val="50000"/>
                        </a:schemeClr>
                      </a:solidFill>
                    </a:lnT>
                    <a:lnB w="3175">
                      <a:solidFill>
                        <a:schemeClr val="bg2">
                          <a:lumMod val="50000"/>
                        </a:schemeClr>
                      </a:solidFill>
                    </a:lnB>
                  </a:tcPr>
                </a:tc>
                <a:tc>
                  <a:txBody>
                    <a:bodyPr/>
                    <a:lstStyle/>
                    <a:p>
                      <a:pPr marL="63500" lvl="0" algn="ctr">
                        <a:spcBef>
                          <a:spcPts val="310"/>
                        </a:spcBef>
                        <a:spcAft>
                          <a:spcPts val="0"/>
                        </a:spcAft>
                        <a:buNone/>
                      </a:pPr>
                      <a:r>
                        <a:rPr lang="en-US" sz="700" b="0" i="0" u="none" strike="noStrike" spc="0" noProof="0" dirty="0">
                          <a:solidFill>
                            <a:schemeClr val="bg1"/>
                          </a:solidFill>
                          <a:effectLst/>
                          <a:latin typeface="Century Gothic"/>
                        </a:rPr>
                        <a:t>26</a:t>
                      </a:r>
                    </a:p>
                    <a:p>
                      <a:pPr marL="63500" lvl="0" algn="ctr">
                        <a:spcBef>
                          <a:spcPts val="310"/>
                        </a:spcBef>
                        <a:spcAft>
                          <a:spcPts val="0"/>
                        </a:spcAft>
                        <a:buNone/>
                      </a:pPr>
                      <a:r>
                        <a:rPr lang="en-US" sz="700" b="0" i="0" u="none" strike="noStrike" spc="0" noProof="0" dirty="0">
                          <a:solidFill>
                            <a:schemeClr val="bg1"/>
                          </a:solidFill>
                          <a:effectLst/>
                          <a:latin typeface="Century Gothic"/>
                        </a:rPr>
                        <a:t>GROCERY STORE GUIDE</a:t>
                      </a:r>
                      <a:endParaRPr lang="en-US" sz="700" b="0" i="0" u="none" strike="noStrike" spc="0" noProof="0" dirty="0">
                        <a:solidFill>
                          <a:srgbClr val="2D2926"/>
                        </a:solidFill>
                        <a:effectLst/>
                        <a:latin typeface="Century Gothic"/>
                      </a:endParaRPr>
                    </a:p>
                    <a:p>
                      <a:pPr marL="63500" lvl="0" algn="ctr">
                        <a:spcBef>
                          <a:spcPts val="310"/>
                        </a:spcBef>
                        <a:spcAft>
                          <a:spcPts val="0"/>
                        </a:spcAft>
                        <a:buNone/>
                      </a:pPr>
                      <a:r>
                        <a:rPr lang="en-US" sz="700" b="0" i="0" u="none" strike="noStrike" spc="0" noProof="0" dirty="0">
                          <a:solidFill>
                            <a:schemeClr val="bg1"/>
                          </a:solidFill>
                          <a:effectLst/>
                          <a:latin typeface="Century Gothic"/>
                        </a:rPr>
                        <a:t>Throw together a helpful list of ingredients and recipes to make meal-prepping easy!</a:t>
                      </a:r>
                    </a:p>
                  </a:txBody>
                  <a:tcPr marL="9525" marR="9525" marT="80772" marB="0">
                    <a:lnL w="3175">
                      <a:solidFill>
                        <a:schemeClr val="bg2">
                          <a:lumMod val="50000"/>
                        </a:schemeClr>
                      </a:solidFill>
                    </a:lnL>
                    <a:lnR w="3175">
                      <a:solidFill>
                        <a:schemeClr val="bg2">
                          <a:lumMod val="50000"/>
                        </a:schemeClr>
                      </a:solidFill>
                    </a:lnR>
                    <a:lnT w="3175">
                      <a:solidFill>
                        <a:schemeClr val="bg2">
                          <a:lumMod val="50000"/>
                        </a:schemeClr>
                      </a:solidFill>
                    </a:lnT>
                    <a:lnB w="3175">
                      <a:solidFill>
                        <a:schemeClr val="bg2">
                          <a:lumMod val="50000"/>
                        </a:schemeClr>
                      </a:solidFill>
                    </a:lnB>
                  </a:tcPr>
                </a:tc>
                <a:extLst>
                  <a:ext uri="{0D108BD9-81ED-4DB2-BD59-A6C34878D82A}">
                    <a16:rowId xmlns:a16="http://schemas.microsoft.com/office/drawing/2014/main" val="2870796117"/>
                  </a:ext>
                </a:extLst>
              </a:tr>
              <a:tr h="1142999">
                <a:tc>
                  <a:txBody>
                    <a:bodyPr/>
                    <a:lstStyle/>
                    <a:p>
                      <a:pPr marL="63500" lvl="0" algn="ctr">
                        <a:spcBef>
                          <a:spcPts val="310"/>
                        </a:spcBef>
                        <a:spcAft>
                          <a:spcPts val="0"/>
                        </a:spcAft>
                        <a:buNone/>
                      </a:pPr>
                      <a:r>
                        <a:rPr lang="en-US" sz="700" b="0" i="0" u="none" strike="noStrike" noProof="0" dirty="0">
                          <a:solidFill>
                            <a:schemeClr val="bg1"/>
                          </a:solidFill>
                          <a:effectLst/>
                        </a:rPr>
                        <a:t>27</a:t>
                      </a:r>
                      <a:endParaRPr lang="en-US" sz="700" dirty="0"/>
                    </a:p>
                    <a:p>
                      <a:pPr marL="63500" lvl="0" algn="ctr">
                        <a:spcBef>
                          <a:spcPts val="310"/>
                        </a:spcBef>
                        <a:spcAft>
                          <a:spcPts val="0"/>
                        </a:spcAft>
                        <a:buNone/>
                      </a:pPr>
                      <a:r>
                        <a:rPr lang="en-US" sz="700" b="0" i="0" u="none" strike="noStrike" noProof="0" dirty="0">
                          <a:solidFill>
                            <a:schemeClr val="bg1"/>
                          </a:solidFill>
                          <a:effectLst/>
                          <a:latin typeface="Century Gothic"/>
                        </a:rPr>
                        <a:t>WHAT'S YOUR WHY</a:t>
                      </a:r>
                      <a:endParaRPr lang="en-US" sz="700" b="0" i="0" u="none" strike="noStrike" noProof="0" dirty="0">
                        <a:solidFill>
                          <a:schemeClr val="bg1"/>
                        </a:solidFill>
                        <a:effectLst/>
                      </a:endParaRPr>
                    </a:p>
                    <a:p>
                      <a:pPr marL="63500" lvl="0" algn="ctr">
                        <a:spcBef>
                          <a:spcPts val="310"/>
                        </a:spcBef>
                        <a:spcAft>
                          <a:spcPts val="0"/>
                        </a:spcAft>
                        <a:buNone/>
                      </a:pPr>
                      <a:r>
                        <a:rPr lang="en-US" sz="700" b="0" i="0" u="none" strike="noStrike" noProof="0" dirty="0">
                          <a:solidFill>
                            <a:schemeClr val="bg1"/>
                          </a:solidFill>
                          <a:effectLst/>
                        </a:rPr>
                        <a:t>Invite followers to share their</a:t>
                      </a:r>
                      <a:br>
                        <a:rPr lang="en-US" sz="700" b="0" i="0" u="none" strike="noStrike" noProof="0" dirty="0">
                          <a:solidFill>
                            <a:schemeClr val="bg1"/>
                          </a:solidFill>
                          <a:effectLst/>
                        </a:rPr>
                      </a:br>
                      <a:r>
                        <a:rPr lang="en-US" sz="700" b="0" i="0" u="none" strike="noStrike" noProof="0" dirty="0">
                          <a:solidFill>
                            <a:schemeClr val="bg1"/>
                          </a:solidFill>
                          <a:effectLst/>
                        </a:rPr>
                        <a:t>deeper motivation for exercising beyond just aesthetics. Use the question sticker to collect</a:t>
                      </a:r>
                      <a:br>
                        <a:rPr lang="en-US" sz="700" b="0" i="0" u="none" strike="noStrike" noProof="0" dirty="0">
                          <a:solidFill>
                            <a:schemeClr val="bg1"/>
                          </a:solidFill>
                          <a:effectLst/>
                        </a:rPr>
                      </a:br>
                      <a:r>
                        <a:rPr lang="en-US" sz="700" b="0" i="0" u="none" strike="noStrike" noProof="0" dirty="0">
                          <a:solidFill>
                            <a:schemeClr val="bg1"/>
                          </a:solidFill>
                          <a:effectLst/>
                        </a:rPr>
                        <a:t>responses on your Story.</a:t>
                      </a:r>
                      <a:endParaRPr lang="en-US" sz="700" b="0" i="0" u="none" strike="noStrike" noProof="0" dirty="0">
                        <a:solidFill>
                          <a:schemeClr val="bg1"/>
                        </a:solidFill>
                        <a:effectLst/>
                        <a:latin typeface="Century Gothic"/>
                      </a:endParaRPr>
                    </a:p>
                  </a:txBody>
                  <a:tcPr marL="9524" marR="9524" marT="80772" marB="0">
                    <a:lnL w="12700">
                      <a:solidFill>
                        <a:schemeClr val="tx1"/>
                      </a:solidFill>
                    </a:lnL>
                    <a:lnR w="12700">
                      <a:solidFill>
                        <a:schemeClr val="tx1"/>
                      </a:solidFill>
                    </a:lnR>
                    <a:lnT w="12700">
                      <a:solidFill>
                        <a:schemeClr val="tx1"/>
                      </a:solidFill>
                    </a:lnT>
                    <a:lnB w="12700">
                      <a:solidFill>
                        <a:schemeClr val="tx1"/>
                      </a:solidFill>
                    </a:lnB>
                  </a:tcPr>
                </a:tc>
                <a:tc>
                  <a:txBody>
                    <a:bodyPr/>
                    <a:lstStyle/>
                    <a:p>
                      <a:pPr marL="63500" lvl="0" algn="ctr">
                        <a:spcBef>
                          <a:spcPts val="310"/>
                        </a:spcBef>
                        <a:spcAft>
                          <a:spcPts val="0"/>
                        </a:spcAft>
                        <a:buNone/>
                      </a:pPr>
                      <a:r>
                        <a:rPr lang="en-US" sz="700" b="0" i="0" u="none" strike="noStrike" spc="0" noProof="0" dirty="0">
                          <a:solidFill>
                            <a:schemeClr val="bg1"/>
                          </a:solidFill>
                          <a:effectLst/>
                          <a:latin typeface="Century Gothic"/>
                        </a:rPr>
                        <a:t>28</a:t>
                      </a:r>
                      <a:endParaRPr lang="en-US" sz="700" dirty="0"/>
                    </a:p>
                    <a:p>
                      <a:pPr marL="63500" marR="0" lvl="0" indent="0" algn="ctr">
                        <a:spcBef>
                          <a:spcPts val="310"/>
                        </a:spcBef>
                        <a:spcAft>
                          <a:spcPts val="0"/>
                        </a:spcAft>
                        <a:buNone/>
                      </a:pPr>
                      <a:r>
                        <a:rPr lang="en-US" sz="700" b="0" i="0" u="none" strike="noStrike" spc="0" noProof="0" dirty="0">
                          <a:solidFill>
                            <a:schemeClr val="bg1"/>
                          </a:solidFill>
                          <a:effectLst/>
                          <a:latin typeface="Century Gothic"/>
                        </a:rPr>
                        <a:t>MOVE IT MONDAY</a:t>
                      </a:r>
                    </a:p>
                    <a:p>
                      <a:pPr marL="63500" marR="0" lvl="0" indent="0" algn="ctr">
                        <a:spcBef>
                          <a:spcPts val="310"/>
                        </a:spcBef>
                        <a:spcAft>
                          <a:spcPts val="0"/>
                        </a:spcAft>
                        <a:buNone/>
                      </a:pPr>
                      <a:r>
                        <a:rPr lang="en-US" sz="700" b="0" i="0" u="none" strike="noStrike" spc="0" noProof="0" dirty="0">
                          <a:solidFill>
                            <a:schemeClr val="bg1"/>
                          </a:solidFill>
                          <a:effectLst/>
                          <a:latin typeface="Century Gothic"/>
                        </a:rPr>
                        <a:t>Set "How are you moving this Monday?" As your caption to stir up some comments. And share images of people around the gym. </a:t>
                      </a:r>
                    </a:p>
                  </a:txBody>
                  <a:tcPr marL="9524" marR="9524" marT="80772" marB="0">
                    <a:lnL w="12700">
                      <a:solidFill>
                        <a:schemeClr val="tx1"/>
                      </a:solidFill>
                    </a:lnL>
                    <a:lnR w="3175">
                      <a:solidFill>
                        <a:schemeClr val="bg2">
                          <a:lumMod val="50000"/>
                        </a:schemeClr>
                      </a:solidFill>
                    </a:lnR>
                    <a:lnT w="3175">
                      <a:solidFill>
                        <a:schemeClr val="bg2">
                          <a:lumMod val="50000"/>
                        </a:schemeClr>
                      </a:solidFill>
                    </a:lnT>
                    <a:lnB w="3175" cap="flat" cmpd="sng" algn="ctr">
                      <a:solidFill>
                        <a:schemeClr val="bg2">
                          <a:lumMod val="50000"/>
                        </a:schemeClr>
                      </a:solidFill>
                      <a:prstDash val="solid"/>
                      <a:round/>
                      <a:headEnd type="none" w="med" len="med"/>
                      <a:tailEnd type="none" w="med" len="med"/>
                    </a:lnB>
                  </a:tcPr>
                </a:tc>
                <a:tc>
                  <a:txBody>
                    <a:bodyPr/>
                    <a:lstStyle/>
                    <a:p>
                      <a:pPr marL="63500" lvl="0" algn="ctr">
                        <a:spcBef>
                          <a:spcPts val="310"/>
                        </a:spcBef>
                        <a:spcAft>
                          <a:spcPts val="0"/>
                        </a:spcAft>
                        <a:buNone/>
                      </a:pPr>
                      <a:r>
                        <a:rPr lang="en-US" sz="700" b="0" i="0" u="none" strike="noStrike" spc="0" noProof="0" dirty="0">
                          <a:solidFill>
                            <a:schemeClr val="bg1"/>
                          </a:solidFill>
                          <a:effectLst/>
                        </a:rPr>
                        <a:t>29</a:t>
                      </a:r>
                    </a:p>
                    <a:p>
                      <a:pPr marL="63500" lvl="0" algn="ctr">
                        <a:spcBef>
                          <a:spcPts val="310"/>
                        </a:spcBef>
                        <a:spcAft>
                          <a:spcPts val="0"/>
                        </a:spcAft>
                        <a:buNone/>
                      </a:pPr>
                      <a:r>
                        <a:rPr lang="en-US" sz="700" b="0" i="0" u="none" strike="noStrike" spc="0" noProof="0" dirty="0">
                          <a:solidFill>
                            <a:schemeClr val="bg1"/>
                          </a:solidFill>
                          <a:effectLst/>
                          <a:latin typeface="Century Gothic"/>
                        </a:rPr>
                        <a:t>ENERGY BOOST</a:t>
                      </a:r>
                    </a:p>
                    <a:p>
                      <a:pPr marL="63500" lvl="0" algn="ctr">
                        <a:spcBef>
                          <a:spcPts val="310"/>
                        </a:spcBef>
                        <a:spcAft>
                          <a:spcPts val="0"/>
                        </a:spcAft>
                        <a:buNone/>
                      </a:pPr>
                      <a:r>
                        <a:rPr lang="en-US" sz="700" b="0" i="0" u="none" strike="noStrike" spc="0" noProof="0" dirty="0">
                          <a:solidFill>
                            <a:schemeClr val="bg1"/>
                          </a:solidFill>
                          <a:effectLst/>
                          <a:latin typeface="Century Gothic"/>
                        </a:rPr>
                        <a:t>Share a quick way to bring some </a:t>
                      </a:r>
                      <a:br>
                        <a:rPr lang="en-US" sz="700" b="0" i="0" u="none" strike="noStrike" spc="0" noProof="0" dirty="0">
                          <a:solidFill>
                            <a:schemeClr val="bg1"/>
                          </a:solidFill>
                          <a:effectLst/>
                          <a:latin typeface="Century Gothic"/>
                        </a:rPr>
                      </a:br>
                      <a:r>
                        <a:rPr lang="en-US" sz="700" b="0" i="0" u="none" strike="noStrike" spc="0" noProof="0" dirty="0">
                          <a:solidFill>
                            <a:schemeClr val="bg1"/>
                          </a:solidFill>
                          <a:effectLst/>
                          <a:latin typeface="Century Gothic"/>
                        </a:rPr>
                        <a:t>energy into your life without caffeine</a:t>
                      </a:r>
                      <a:br>
                        <a:rPr lang="en-US" sz="700" b="0" i="0" u="none" strike="noStrike" spc="0" noProof="0" dirty="0">
                          <a:solidFill>
                            <a:schemeClr val="bg1"/>
                          </a:solidFill>
                          <a:effectLst/>
                          <a:latin typeface="Century Gothic"/>
                        </a:rPr>
                      </a:br>
                      <a:r>
                        <a:rPr lang="en-US" sz="700" b="0" i="0" u="none" strike="noStrike" spc="0" noProof="0" dirty="0">
                          <a:solidFill>
                            <a:schemeClr val="bg1"/>
                          </a:solidFill>
                          <a:effectLst/>
                          <a:latin typeface="Century Gothic"/>
                        </a:rPr>
                        <a:t>or supplements (hydration,</a:t>
                      </a:r>
                      <a:br>
                        <a:rPr lang="en-US" sz="700" b="0" i="0" u="none" strike="noStrike" spc="0" noProof="0" dirty="0">
                          <a:solidFill>
                            <a:schemeClr val="bg1"/>
                          </a:solidFill>
                          <a:effectLst/>
                          <a:latin typeface="Century Gothic"/>
                        </a:rPr>
                      </a:br>
                      <a:r>
                        <a:rPr lang="en-US" sz="700" b="0" i="0" u="none" strike="noStrike" spc="0" noProof="0" dirty="0">
                          <a:solidFill>
                            <a:schemeClr val="bg1"/>
                          </a:solidFill>
                          <a:effectLst/>
                          <a:latin typeface="Century Gothic"/>
                        </a:rPr>
                        <a:t>movement, </a:t>
                      </a:r>
                      <a:r>
                        <a:rPr lang="en-US" sz="700" b="0" i="0" u="none" strike="noStrike" spc="0" noProof="0" dirty="0" err="1">
                          <a:solidFill>
                            <a:schemeClr val="bg1"/>
                          </a:solidFill>
                          <a:effectLst/>
                          <a:latin typeface="Century Gothic"/>
                        </a:rPr>
                        <a:t>etc</a:t>
                      </a:r>
                      <a:r>
                        <a:rPr lang="en-US" sz="700" b="0" i="0" u="none" strike="noStrike" spc="0" noProof="0" dirty="0">
                          <a:solidFill>
                            <a:schemeClr val="bg1"/>
                          </a:solidFill>
                          <a:effectLst/>
                          <a:latin typeface="Century Gothic"/>
                        </a:rPr>
                        <a:t>!)</a:t>
                      </a:r>
                    </a:p>
                  </a:txBody>
                  <a:tcPr marL="9524" marR="9524" marT="80772" marB="0">
                    <a:lnL w="3175">
                      <a:solidFill>
                        <a:schemeClr val="bg2">
                          <a:lumMod val="50000"/>
                        </a:schemeClr>
                      </a:solidFill>
                    </a:lnL>
                    <a:lnR w="3175">
                      <a:solidFill>
                        <a:schemeClr val="bg2">
                          <a:lumMod val="50000"/>
                        </a:schemeClr>
                      </a:solidFill>
                    </a:lnR>
                    <a:lnT w="3175">
                      <a:solidFill>
                        <a:schemeClr val="bg2">
                          <a:lumMod val="50000"/>
                        </a:schemeClr>
                      </a:solidFill>
                    </a:lnT>
                    <a:lnB w="3175" cap="flat" cmpd="sng" algn="ctr">
                      <a:solidFill>
                        <a:schemeClr val="bg2">
                          <a:lumMod val="50000"/>
                        </a:schemeClr>
                      </a:solidFill>
                      <a:prstDash val="solid"/>
                      <a:round/>
                      <a:headEnd type="none" w="med" len="med"/>
                      <a:tailEnd type="none" w="med" len="med"/>
                    </a:lnB>
                  </a:tcPr>
                </a:tc>
                <a:tc>
                  <a:txBody>
                    <a:bodyPr/>
                    <a:lstStyle/>
                    <a:p>
                      <a:pPr marL="63500" lvl="0" algn="ctr">
                        <a:spcBef>
                          <a:spcPts val="310"/>
                        </a:spcBef>
                        <a:spcAft>
                          <a:spcPts val="0"/>
                        </a:spcAft>
                        <a:buNone/>
                      </a:pPr>
                      <a:r>
                        <a:rPr lang="en-US" sz="700" b="0" i="0" u="none" strike="noStrike" spc="0" noProof="0" dirty="0">
                          <a:solidFill>
                            <a:schemeClr val="bg1"/>
                          </a:solidFill>
                          <a:effectLst/>
                          <a:latin typeface="Century Gothic"/>
                        </a:rPr>
                        <a:t>30</a:t>
                      </a:r>
                    </a:p>
                    <a:p>
                      <a:pPr marL="63500" lvl="0" algn="ctr">
                        <a:spcBef>
                          <a:spcPts val="310"/>
                        </a:spcBef>
                        <a:spcAft>
                          <a:spcPts val="0"/>
                        </a:spcAft>
                        <a:buNone/>
                      </a:pPr>
                      <a:r>
                        <a:rPr lang="en-US" sz="700" b="0" i="0" u="none" strike="noStrike" spc="0" noProof="0" dirty="0">
                          <a:solidFill>
                            <a:srgbClr val="2D2926"/>
                          </a:solidFill>
                          <a:effectLst/>
                        </a:rPr>
                        <a:t>NATIONAL FITNESS DAY IS COMING</a:t>
                      </a:r>
                      <a:endParaRPr lang="en-US" sz="700" dirty="0"/>
                    </a:p>
                    <a:p>
                      <a:pPr marL="63500" lvl="0" algn="ctr">
                        <a:spcBef>
                          <a:spcPts val="310"/>
                        </a:spcBef>
                        <a:spcAft>
                          <a:spcPts val="0"/>
                        </a:spcAft>
                        <a:buNone/>
                      </a:pPr>
                      <a:r>
                        <a:rPr lang="en-US" sz="700" b="0" i="0" u="none" strike="noStrike" spc="0" noProof="0" dirty="0">
                          <a:solidFill>
                            <a:srgbClr val="2D2926"/>
                          </a:solidFill>
                          <a:effectLst/>
                        </a:rPr>
                        <a:t>May 3rd is National Fitness Day! </a:t>
                      </a:r>
                    </a:p>
                    <a:p>
                      <a:pPr marL="63500" lvl="0" algn="ctr">
                        <a:spcBef>
                          <a:spcPts val="310"/>
                        </a:spcBef>
                        <a:spcAft>
                          <a:spcPts val="0"/>
                        </a:spcAft>
                        <a:buNone/>
                      </a:pPr>
                      <a:r>
                        <a:rPr lang="en-US" sz="700" b="0" i="0" u="none" strike="noStrike" spc="0" noProof="0" dirty="0">
                          <a:solidFill>
                            <a:srgbClr val="2D2926"/>
                          </a:solidFill>
                          <a:effectLst/>
                        </a:rPr>
                        <a:t>We will be celebrating and encourage you to do the same</a:t>
                      </a:r>
                      <a:br>
                        <a:rPr lang="en-US" sz="700" b="0" i="0" u="none" strike="noStrike" spc="0" noProof="0" dirty="0">
                          <a:solidFill>
                            <a:srgbClr val="2D2926"/>
                          </a:solidFill>
                          <a:effectLst/>
                        </a:rPr>
                      </a:br>
                      <a:r>
                        <a:rPr lang="en-US" sz="700" b="0" i="0" u="none" strike="noStrike" spc="0" noProof="0" dirty="0">
                          <a:solidFill>
                            <a:srgbClr val="2D2926"/>
                          </a:solidFill>
                          <a:effectLst/>
                        </a:rPr>
                        <a:t>at your gym!  Maybe even host a special workout on Saturday!</a:t>
                      </a:r>
                    </a:p>
                  </a:txBody>
                  <a:tcPr marL="9524" marR="9524" marT="80772" marB="0">
                    <a:lnL w="3175">
                      <a:solidFill>
                        <a:schemeClr val="bg2">
                          <a:lumMod val="50000"/>
                        </a:schemeClr>
                      </a:solidFill>
                    </a:lnL>
                    <a:lnR w="3175">
                      <a:solidFill>
                        <a:schemeClr val="bg2">
                          <a:lumMod val="50000"/>
                        </a:schemeClr>
                      </a:solidFill>
                    </a:lnR>
                    <a:lnT w="3175">
                      <a:solidFill>
                        <a:schemeClr val="bg2">
                          <a:lumMod val="50000"/>
                        </a:schemeClr>
                      </a:solidFill>
                    </a:lnT>
                    <a:lnB w="3175" cap="flat" cmpd="sng" algn="ctr">
                      <a:solidFill>
                        <a:schemeClr val="bg2">
                          <a:lumMod val="50000"/>
                        </a:schemeClr>
                      </a:solidFill>
                      <a:prstDash val="solid"/>
                      <a:round/>
                      <a:headEnd type="none" w="med" len="med"/>
                      <a:tailEnd type="none" w="med" len="med"/>
                    </a:lnB>
                  </a:tcPr>
                </a:tc>
                <a:tc>
                  <a:txBody>
                    <a:bodyPr/>
                    <a:lstStyle/>
                    <a:p>
                      <a:pPr marL="63500" lvl="0" algn="ctr">
                        <a:spcBef>
                          <a:spcPts val="310"/>
                        </a:spcBef>
                        <a:spcAft>
                          <a:spcPts val="0"/>
                        </a:spcAft>
                        <a:buNone/>
                      </a:pPr>
                      <a:endParaRPr lang="en-US" sz="700" b="0" i="0" u="none" strike="noStrike" spc="0" noProof="0" dirty="0">
                        <a:solidFill>
                          <a:schemeClr val="bg1"/>
                        </a:solidFill>
                        <a:effectLst/>
                      </a:endParaRPr>
                    </a:p>
                  </a:txBody>
                  <a:tcPr marL="9524" marR="9524" marT="80772" marB="0">
                    <a:lnL w="3175">
                      <a:solidFill>
                        <a:schemeClr val="bg2">
                          <a:lumMod val="50000"/>
                        </a:schemeClr>
                      </a:solidFill>
                    </a:lnL>
                    <a:lnR w="3175">
                      <a:solidFill>
                        <a:schemeClr val="bg2">
                          <a:lumMod val="50000"/>
                        </a:schemeClr>
                      </a:solidFill>
                    </a:lnR>
                    <a:lnT w="3175">
                      <a:solidFill>
                        <a:schemeClr val="bg2">
                          <a:lumMod val="50000"/>
                        </a:schemeClr>
                      </a:solidFill>
                    </a:lnT>
                    <a:lnB w="3175" cap="flat" cmpd="sng" algn="ctr">
                      <a:solidFill>
                        <a:schemeClr val="bg2">
                          <a:lumMod val="50000"/>
                        </a:schemeClr>
                      </a:solidFill>
                      <a:prstDash val="solid"/>
                      <a:round/>
                      <a:headEnd type="none" w="med" len="med"/>
                      <a:tailEnd type="none" w="med" len="med"/>
                    </a:lnB>
                  </a:tcPr>
                </a:tc>
                <a:tc>
                  <a:txBody>
                    <a:bodyPr/>
                    <a:lstStyle/>
                    <a:p>
                      <a:pPr marL="63500" lvl="0" algn="ctr">
                        <a:spcBef>
                          <a:spcPts val="310"/>
                        </a:spcBef>
                        <a:spcAft>
                          <a:spcPts val="0"/>
                        </a:spcAft>
                        <a:buNone/>
                      </a:pPr>
                      <a:endParaRPr lang="en-US" sz="700" b="0" i="0" u="none" strike="noStrike" noProof="0" dirty="0">
                        <a:solidFill>
                          <a:schemeClr val="bg1"/>
                        </a:solidFill>
                        <a:effectLst/>
                        <a:latin typeface="Century Gothic"/>
                      </a:endParaRPr>
                    </a:p>
                  </a:txBody>
                  <a:tcPr marL="9524" marR="9524" marT="80772" marB="0">
                    <a:lnL w="3175">
                      <a:solidFill>
                        <a:schemeClr val="bg2">
                          <a:lumMod val="50000"/>
                        </a:schemeClr>
                      </a:solidFill>
                    </a:lnL>
                    <a:lnR w="3175">
                      <a:solidFill>
                        <a:schemeClr val="bg2">
                          <a:lumMod val="50000"/>
                        </a:schemeClr>
                      </a:solidFill>
                    </a:lnR>
                    <a:lnT w="3175">
                      <a:solidFill>
                        <a:schemeClr val="bg2">
                          <a:lumMod val="50000"/>
                        </a:schemeClr>
                      </a:solidFill>
                    </a:lnT>
                    <a:lnB w="3175" cap="flat" cmpd="sng" algn="ctr">
                      <a:solidFill>
                        <a:schemeClr val="bg2">
                          <a:lumMod val="50000"/>
                        </a:schemeClr>
                      </a:solidFill>
                      <a:prstDash val="solid"/>
                      <a:round/>
                      <a:headEnd type="none" w="med" len="med"/>
                      <a:tailEnd type="none" w="med" len="med"/>
                    </a:lnB>
                  </a:tcPr>
                </a:tc>
                <a:tc>
                  <a:txBody>
                    <a:bodyPr/>
                    <a:lstStyle/>
                    <a:p>
                      <a:pPr marL="63500" lvl="0" algn="ctr">
                        <a:spcBef>
                          <a:spcPts val="310"/>
                        </a:spcBef>
                        <a:spcAft>
                          <a:spcPts val="0"/>
                        </a:spcAft>
                        <a:buNone/>
                      </a:pPr>
                      <a:endParaRPr lang="en-US" sz="700" b="0" i="0" u="none" strike="noStrike" spc="0" noProof="0" dirty="0">
                        <a:solidFill>
                          <a:srgbClr val="2D2926"/>
                        </a:solidFill>
                        <a:effectLst/>
                        <a:latin typeface="Century Gothic"/>
                      </a:endParaRPr>
                    </a:p>
                  </a:txBody>
                  <a:tcPr marL="9524" marR="9524" marT="80772" marB="0">
                    <a:lnL w="3175">
                      <a:solidFill>
                        <a:schemeClr val="bg2">
                          <a:lumMod val="50000"/>
                        </a:schemeClr>
                      </a:solidFill>
                    </a:lnL>
                    <a:lnR w="3175">
                      <a:solidFill>
                        <a:schemeClr val="bg2">
                          <a:lumMod val="50000"/>
                        </a:schemeClr>
                      </a:solidFill>
                    </a:lnR>
                    <a:lnT w="3175">
                      <a:solidFill>
                        <a:schemeClr val="bg2">
                          <a:lumMod val="50000"/>
                        </a:schemeClr>
                      </a:solidFill>
                    </a:lnT>
                    <a:lnB w="3175" cap="flat" cmpd="sng" algn="ctr">
                      <a:solidFill>
                        <a:schemeClr val="bg2">
                          <a:lumMod val="50000"/>
                        </a:schemeClr>
                      </a:solidFill>
                      <a:prstDash val="solid"/>
                      <a:round/>
                      <a:headEnd type="none" w="med" len="med"/>
                      <a:tailEnd type="none" w="med" len="med"/>
                    </a:lnB>
                  </a:tcPr>
                </a:tc>
                <a:extLst>
                  <a:ext uri="{0D108BD9-81ED-4DB2-BD59-A6C34878D82A}">
                    <a16:rowId xmlns:a16="http://schemas.microsoft.com/office/drawing/2014/main" val="3697406555"/>
                  </a:ext>
                </a:extLst>
              </a:tr>
            </a:tbl>
          </a:graphicData>
        </a:graphic>
      </p:graphicFrame>
    </p:spTree>
    <p:extLst>
      <p:ext uri="{BB962C8B-B14F-4D97-AF65-F5344CB8AC3E}">
        <p14:creationId xmlns:p14="http://schemas.microsoft.com/office/powerpoint/2010/main" val="252309666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BS_SHAPE_LOCK" val="TRUE"/>
</p:tagLst>
</file>

<file path=ppt/theme/theme1.xml><?xml version="1.0" encoding="utf-8"?>
<a:theme xmlns:a="http://schemas.openxmlformats.org/drawingml/2006/main" name="Anytime Fitness Template">
  <a:themeElements>
    <a:clrScheme name="AF July 22 ">
      <a:dk1>
        <a:srgbClr val="2D2926"/>
      </a:dk1>
      <a:lt1>
        <a:srgbClr val="FFFFFF"/>
      </a:lt1>
      <a:dk2>
        <a:srgbClr val="221551"/>
      </a:dk2>
      <a:lt2>
        <a:srgbClr val="DACAED"/>
      </a:lt2>
      <a:accent1>
        <a:srgbClr val="440099"/>
      </a:accent1>
      <a:accent2>
        <a:srgbClr val="6E38D5"/>
      </a:accent2>
      <a:accent3>
        <a:srgbClr val="A32AF9"/>
      </a:accent3>
      <a:accent4>
        <a:srgbClr val="2ED7DE"/>
      </a:accent4>
      <a:accent5>
        <a:srgbClr val="EF3340"/>
      </a:accent5>
      <a:accent6>
        <a:srgbClr val="FF7500"/>
      </a:accent6>
      <a:hlink>
        <a:srgbClr val="FF7500"/>
      </a:hlink>
      <a:folHlink>
        <a:srgbClr val="EF3340"/>
      </a:folHlink>
    </a:clrScheme>
    <a:fontScheme name="Anytime Fitness">
      <a:majorFont>
        <a:latin typeface="Century Gothic"/>
        <a:ea typeface=""/>
        <a:cs typeface=""/>
      </a:majorFont>
      <a:minorFont>
        <a:latin typeface="Century Gothic"/>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1400" dirty="0" err="1" smtClean="0">
            <a:solidFill>
              <a:schemeClr val="bg1"/>
            </a:solidFill>
          </a:defRPr>
        </a:defPPr>
      </a:lstStyle>
    </a:txDef>
  </a:objectDefaults>
  <a:extraClrSchemeLst/>
  <a:extLst>
    <a:ext uri="{05A4C25C-085E-4340-85A3-A5531E510DB2}">
      <thm15:themeFamily xmlns:thm15="http://schemas.microsoft.com/office/thememl/2012/main" name="Bar-Method_PPT-Template_V2 edit code final.potx" id="{EF5957C3-A1C1-4345-85B9-8F272847F476}" vid="{D92DD28F-51C3-4CBB-8DEE-BB33764BC1D9}"/>
    </a:ext>
  </a:extLst>
</a:theme>
</file>

<file path=ppt/theme/theme2.xml><?xml version="1.0" encoding="utf-8"?>
<a:theme xmlns:a="http://schemas.openxmlformats.org/drawingml/2006/main" name="Office Theme">
  <a:themeElements>
    <a:clrScheme name="Bar Method">
      <a:dk1>
        <a:srgbClr val="161614"/>
      </a:dk1>
      <a:lt1>
        <a:sysClr val="window" lastClr="FFFFFF"/>
      </a:lt1>
      <a:dk2>
        <a:srgbClr val="373733"/>
      </a:dk2>
      <a:lt2>
        <a:srgbClr val="D9D9D6"/>
      </a:lt2>
      <a:accent1>
        <a:srgbClr val="EACBBB"/>
      </a:accent1>
      <a:accent2>
        <a:srgbClr val="F18079"/>
      </a:accent2>
      <a:accent3>
        <a:srgbClr val="EE635C"/>
      </a:accent3>
      <a:accent4>
        <a:srgbClr val="DFDFE0"/>
      </a:accent4>
      <a:accent5>
        <a:srgbClr val="C0C0C2"/>
      </a:accent5>
      <a:accent6>
        <a:srgbClr val="A0A1A3"/>
      </a:accent6>
      <a:hlink>
        <a:srgbClr val="F18079"/>
      </a:hlink>
      <a:folHlink>
        <a:srgbClr val="EACBBB"/>
      </a:folHlink>
    </a:clrScheme>
    <a:fontScheme name="Bar Method">
      <a:majorFont>
        <a:latin typeface="Constantia"/>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ar Method">
      <a:dk1>
        <a:srgbClr val="161614"/>
      </a:dk1>
      <a:lt1>
        <a:sysClr val="window" lastClr="FFFFFF"/>
      </a:lt1>
      <a:dk2>
        <a:srgbClr val="373733"/>
      </a:dk2>
      <a:lt2>
        <a:srgbClr val="D9D9D6"/>
      </a:lt2>
      <a:accent1>
        <a:srgbClr val="EACBBB"/>
      </a:accent1>
      <a:accent2>
        <a:srgbClr val="F18079"/>
      </a:accent2>
      <a:accent3>
        <a:srgbClr val="EE635C"/>
      </a:accent3>
      <a:accent4>
        <a:srgbClr val="DFDFE0"/>
      </a:accent4>
      <a:accent5>
        <a:srgbClr val="C0C0C2"/>
      </a:accent5>
      <a:accent6>
        <a:srgbClr val="A0A1A3"/>
      </a:accent6>
      <a:hlink>
        <a:srgbClr val="F18079"/>
      </a:hlink>
      <a:folHlink>
        <a:srgbClr val="EACBBB"/>
      </a:folHlink>
    </a:clrScheme>
    <a:fontScheme name="Bar Method">
      <a:majorFont>
        <a:latin typeface="Constantia"/>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C9F4D4AED8BDC44AAAD872D46454869" ma:contentTypeVersion="26" ma:contentTypeDescription="Create a new document." ma:contentTypeScope="" ma:versionID="8a5c27b1b6aabb09b413df50d5da0662">
  <xsd:schema xmlns:xsd="http://www.w3.org/2001/XMLSchema" xmlns:xs="http://www.w3.org/2001/XMLSchema" xmlns:p="http://schemas.microsoft.com/office/2006/metadata/properties" xmlns:ns2="47019a7e-a60c-4a1f-b4fd-44452cf97621" xmlns:ns3="9464be75-fc0f-4c74-b7a9-67e6b6b30f78" targetNamespace="http://schemas.microsoft.com/office/2006/metadata/properties" ma:root="true" ma:fieldsID="45f752e66bf326c4d93eb24d7355e368" ns2:_="" ns3:_="">
    <xsd:import namespace="47019a7e-a60c-4a1f-b4fd-44452cf97621"/>
    <xsd:import namespace="9464be75-fc0f-4c74-b7a9-67e6b6b30f78"/>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AutoKeyPoints" minOccurs="0"/>
                <xsd:element ref="ns3:MediaServiceKeyPoints" minOccurs="0"/>
                <xsd:element ref="ns3:MediaServiceLocation" minOccurs="0"/>
                <xsd:element ref="ns3:MediaServiceGenerationTime" minOccurs="0"/>
                <xsd:element ref="ns3:MediaServiceEventHashCode" minOccurs="0"/>
                <xsd:element ref="ns3:_Flow_SignoffStatus" minOccurs="0"/>
                <xsd:element ref="ns3:Dateandtime" minOccurs="0"/>
                <xsd:element ref="ns3:MediaLengthInSeconds" minOccurs="0"/>
                <xsd:element ref="ns3:Person" minOccurs="0"/>
                <xsd:element ref="ns3:Date_x0020__x0026__x0020_Time" minOccurs="0"/>
                <xsd:element ref="ns2:TaxCatchAll" minOccurs="0"/>
                <xsd:element ref="ns3:lcf76f155ced4ddcb4097134ff3c332f" minOccurs="0"/>
                <xsd:element ref="ns3:MediaServiceObjectDetectorVersions"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019a7e-a60c-4a1f-b4fd-44452cf97621"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0c40076c-e6fb-4d57-baf1-f991dbe98c27}" ma:internalName="TaxCatchAll" ma:showField="CatchAllData" ma:web="47019a7e-a60c-4a1f-b4fd-44452cf97621">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9464be75-fc0f-4c74-b7a9-67e6b6b30f78"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_Flow_SignoffStatus" ma:index="20" nillable="true" ma:displayName="Sign-off status" ma:internalName="Sign_x002d_off_x0020_status">
      <xsd:simpleType>
        <xsd:restriction base="dms:Text"/>
      </xsd:simpleType>
    </xsd:element>
    <xsd:element name="Dateandtime" ma:index="21" nillable="true" ma:displayName="Date and time" ma:format="DateTime" ma:internalName="Dateandtime">
      <xsd:simpleType>
        <xsd:restriction base="dms:DateTime"/>
      </xsd:simpleType>
    </xsd:element>
    <xsd:element name="MediaLengthInSeconds" ma:index="22" nillable="true" ma:displayName="Length (seconds)" ma:internalName="MediaLengthInSeconds" ma:readOnly="true">
      <xsd:simpleType>
        <xsd:restriction base="dms:Unknown"/>
      </xsd:simpleType>
    </xsd:element>
    <xsd:element name="Person" ma:index="23" nillable="true" ma:displayName="Person" ma:format="Dropdown" ma:list="UserInfo" ma:SharePointGroup="0" ma:internalName="Person">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ate_x0020__x0026__x0020_Time" ma:index="24" nillable="true" ma:displayName="Date &amp; Time" ma:format="DateTime" ma:internalName="Date_x0020__x0026__x0020_Time">
      <xsd:simpleType>
        <xsd:restriction base="dms:DateTime"/>
      </xsd:simpleType>
    </xsd:element>
    <xsd:element name="lcf76f155ced4ddcb4097134ff3c332f" ma:index="27" nillable="true" ma:taxonomy="true" ma:internalName="lcf76f155ced4ddcb4097134ff3c332f" ma:taxonomyFieldName="MediaServiceImageTags" ma:displayName="Image Tags" ma:readOnly="false" ma:fieldId="{5cf76f15-5ced-4ddc-b409-7134ff3c332f}" ma:taxonomyMulti="true" ma:sspId="8a19ee54-46e1-4f28-9254-181b3d6e1476"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8"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BillingMetadata" ma:index="30"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Date_x0020__x0026__x0020_Time xmlns="9464be75-fc0f-4c74-b7a9-67e6b6b30f78">2023-02-02T21:00:00+00:00</Date_x0020__x0026__x0020_Time>
    <_Flow_SignoffStatus xmlns="9464be75-fc0f-4c74-b7a9-67e6b6b30f78" xsi:nil="true"/>
    <TaxCatchAll xmlns="47019a7e-a60c-4a1f-b4fd-44452cf97621" xsi:nil="true"/>
    <lcf76f155ced4ddcb4097134ff3c332f xmlns="9464be75-fc0f-4c74-b7a9-67e6b6b30f78">
      <Terms xmlns="http://schemas.microsoft.com/office/infopath/2007/PartnerControls"/>
    </lcf76f155ced4ddcb4097134ff3c332f>
    <Dateandtime xmlns="9464be75-fc0f-4c74-b7a9-67e6b6b30f78">2023-02-02T21:00:00+00:00</Dateandtime>
    <Person xmlns="9464be75-fc0f-4c74-b7a9-67e6b6b30f78">
      <UserInfo>
        <DisplayName/>
        <AccountId xsi:nil="true"/>
        <AccountType/>
      </UserInfo>
    </Person>
    <SharedWithUsers xmlns="47019a7e-a60c-4a1f-b4fd-44452cf97621">
      <UserInfo>
        <DisplayName>Marcie DeLuca</DisplayName>
        <AccountId>9585</AccountId>
        <AccountType/>
      </UserInfo>
      <UserInfo>
        <DisplayName>Garrett Ebling</DisplayName>
        <AccountId>1938</AccountId>
        <AccountType/>
      </UserInfo>
      <UserInfo>
        <DisplayName>Deb Pias</DisplayName>
        <AccountId>51</AccountId>
        <AccountType/>
      </UserInfo>
      <UserInfo>
        <DisplayName>Morgan Edwards</DisplayName>
        <AccountId>25969</AccountId>
        <AccountType/>
      </UserInfo>
      <UserInfo>
        <DisplayName>Kenzi Boivin</DisplayName>
        <AccountId>10537</AccountId>
        <AccountType/>
      </UserInfo>
      <UserInfo>
        <DisplayName>Sarah Mastrian</DisplayName>
        <AccountId>14028</AccountId>
        <AccountType/>
      </UserInfo>
      <UserInfo>
        <DisplayName>Tammy Nienaber</DisplayName>
        <AccountId>52</AccountId>
        <AccountType/>
      </UserInfo>
    </SharedWithUsers>
  </documentManagement>
</p:properties>
</file>

<file path=customXml/itemProps1.xml><?xml version="1.0" encoding="utf-8"?>
<ds:datastoreItem xmlns:ds="http://schemas.openxmlformats.org/officeDocument/2006/customXml" ds:itemID="{9E67B6E4-FAAE-4067-8F6C-71C7C01DEF1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7019a7e-a60c-4a1f-b4fd-44452cf97621"/>
    <ds:schemaRef ds:uri="9464be75-fc0f-4c74-b7a9-67e6b6b30f7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F90C4E6-4A59-487E-81FF-2AAB65958319}">
  <ds:schemaRefs>
    <ds:schemaRef ds:uri="http://schemas.microsoft.com/sharepoint/v3/contenttype/forms"/>
  </ds:schemaRefs>
</ds:datastoreItem>
</file>

<file path=customXml/itemProps3.xml><?xml version="1.0" encoding="utf-8"?>
<ds:datastoreItem xmlns:ds="http://schemas.openxmlformats.org/officeDocument/2006/customXml" ds:itemID="{9AA2B1DA-A2C5-489C-A46E-FC3EAF2F3ADB}">
  <ds:schemaRefs>
    <ds:schemaRef ds:uri="47019a7e-a60c-4a1f-b4fd-44452cf97621"/>
    <ds:schemaRef ds:uri="9464be75-fc0f-4c74-b7a9-67e6b6b30f78"/>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Bar Method Template</Template>
  <TotalTime>0</TotalTime>
  <Words>1032</Words>
  <Application>Microsoft Macintosh PowerPoint</Application>
  <PresentationFormat>Widescreen</PresentationFormat>
  <Paragraphs>103</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Century Gothic</vt:lpstr>
      <vt:lpstr>Anytime Fitness Template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BAR METHOD PRESENTATION TEMPLATE</dc:title>
  <dc:creator>Meredith Berg</dc:creator>
  <cp:lastModifiedBy>Deb Pias</cp:lastModifiedBy>
  <cp:revision>468</cp:revision>
  <dcterms:created xsi:type="dcterms:W3CDTF">2021-11-18T14:52:15Z</dcterms:created>
  <dcterms:modified xsi:type="dcterms:W3CDTF">2025-03-17T19:24:38Z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0x010100BC9F4D4AED8BDC44AAAD872D46454869</vt:lpwstr>
  </property>
  <property fmtid="{D5CDD505-2E9C-101B-9397-08002B2CF9AE}" pid="3" name="MediaServiceImageTags">
    <vt:lpwstr/>
  </property>
  <property fmtid="{D5CDD505-2E9C-101B-9397-08002B2CF9AE}" pid="4" name="MSIP_Label_c19e54f6-8de3-4dc1-8de2-3571ff8ef8ed_Enabled">
    <vt:lpwstr>true</vt:lpwstr>
  </property>
  <property fmtid="{D5CDD505-2E9C-101B-9397-08002B2CF9AE}" pid="5" name="MSIP_Label_c19e54f6-8de3-4dc1-8de2-3571ff8ef8ed_SetDate">
    <vt:lpwstr>2024-07-08T15:51:19Z</vt:lpwstr>
  </property>
  <property fmtid="{D5CDD505-2E9C-101B-9397-08002B2CF9AE}" pid="6" name="MSIP_Label_c19e54f6-8de3-4dc1-8de2-3571ff8ef8ed_Method">
    <vt:lpwstr>Standard</vt:lpwstr>
  </property>
  <property fmtid="{D5CDD505-2E9C-101B-9397-08002B2CF9AE}" pid="7" name="MSIP_Label_c19e54f6-8de3-4dc1-8de2-3571ff8ef8ed_Name">
    <vt:lpwstr>defa4170-0d19-0005-0004-bc88714345d2</vt:lpwstr>
  </property>
  <property fmtid="{D5CDD505-2E9C-101B-9397-08002B2CF9AE}" pid="8" name="MSIP_Label_c19e54f6-8de3-4dc1-8de2-3571ff8ef8ed_SiteId">
    <vt:lpwstr>e5f9f875-abc1-48a7-b869-6562628fb58c</vt:lpwstr>
  </property>
  <property fmtid="{D5CDD505-2E9C-101B-9397-08002B2CF9AE}" pid="9" name="MSIP_Label_c19e54f6-8de3-4dc1-8de2-3571ff8ef8ed_ActionId">
    <vt:lpwstr>9f1e5e16-4042-4ce1-ae53-a4d0d9646ca7</vt:lpwstr>
  </property>
  <property fmtid="{D5CDD505-2E9C-101B-9397-08002B2CF9AE}" pid="10" name="MSIP_Label_c19e54f6-8de3-4dc1-8de2-3571ff8ef8ed_ContentBits">
    <vt:lpwstr>0</vt:lpwstr>
  </property>
</Properties>
</file>