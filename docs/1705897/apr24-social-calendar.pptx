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33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C97052-CCA6-49B0-AA09-A65277281CBA}">
          <p14:sldIdLst/>
        </p14:section>
        <p14:section name="Content" id="{10C81FA4-AB20-4F8C-AA98-C00990760090}">
          <p14:sldIdLst>
            <p14:sldId id="339"/>
          </p14:sldIdLst>
        </p14:section>
        <p14:section name="Closing" id="{B254CC29-6644-48FB-B435-9D56547BC196}">
          <p14:sldIdLst/>
        </p14:section>
      </p14:sectionLst>
    </p:ext>
    <p:ext uri="{EFAFB233-063F-42B5-8137-9DF3F51BA10A}">
      <p15:sldGuideLst xmlns:p15="http://schemas.microsoft.com/office/powerpoint/2012/main">
        <p15:guide id="1" pos="381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8086-3F0E-FF1D-E9D1-078C4F90C6D8}" name="Kenzi Boivin" initials="KB" userId="S::mackenzie.boivin@sebrands.com::8534dba6-d4b5-4e68-ba01-c4976388d9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0DED1"/>
    <a:srgbClr val="6E38D5"/>
    <a:srgbClr val="440099"/>
    <a:srgbClr val="FFFFFF"/>
    <a:srgbClr val="FF7500"/>
    <a:srgbClr val="DAF4F0"/>
    <a:srgbClr val="B5E9E1"/>
    <a:srgbClr val="46C8B3"/>
    <a:srgbClr val="00C7B1"/>
    <a:srgbClr val="EF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84925F-205B-DEA3-4E97-D51377459AFD}" v="102" dt="2024-03-14T19:33:16.913"/>
    <p1510:client id="{7FBFDBB0-6CF0-CBCD-1F3D-0D8A23D8EA53}" v="24" dt="2024-03-14T19:29:03.979"/>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5266"/>
    <p:restoredTop sz="96835"/>
  </p:normalViewPr>
  <p:slideViewPr>
    <p:cSldViewPr snapToGrid="0">
      <p:cViewPr varScale="1">
        <p:scale>
          <a:sx n="150" d="100"/>
          <a:sy n="150" d="100"/>
        </p:scale>
        <p:origin x="1128" y="176"/>
      </p:cViewPr>
      <p:guideLst>
        <p:guide pos="3816"/>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A8E49-8B1D-4DF8-A071-B5FA55314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900"/>
          </a:p>
        </p:txBody>
      </p:sp>
      <p:sp>
        <p:nvSpPr>
          <p:cNvPr id="3" name="Date Placeholder 2">
            <a:extLst>
              <a:ext uri="{FF2B5EF4-FFF2-40B4-BE49-F238E27FC236}">
                <a16:creationId xmlns:a16="http://schemas.microsoft.com/office/drawing/2014/main" id="{34CC8329-2CA0-4127-8422-E0F8FDBB5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DFCA5B-16E1-4D70-8291-219716099B83}" type="datetimeFigureOut">
              <a:rPr lang="en-US" sz="900" smtClean="0"/>
              <a:t>3/15/24</a:t>
            </a:fld>
            <a:endParaRPr lang="en-US" sz="900"/>
          </a:p>
        </p:txBody>
      </p:sp>
      <p:sp>
        <p:nvSpPr>
          <p:cNvPr id="4" name="Footer Placeholder 3">
            <a:extLst>
              <a:ext uri="{FF2B5EF4-FFF2-40B4-BE49-F238E27FC236}">
                <a16:creationId xmlns:a16="http://schemas.microsoft.com/office/drawing/2014/main" id="{7E69A4AF-E0C8-4B4B-8EEC-9B18D20AAB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900"/>
          </a:p>
        </p:txBody>
      </p:sp>
      <p:sp>
        <p:nvSpPr>
          <p:cNvPr id="5" name="Slide Number Placeholder 4">
            <a:extLst>
              <a:ext uri="{FF2B5EF4-FFF2-40B4-BE49-F238E27FC236}">
                <a16:creationId xmlns:a16="http://schemas.microsoft.com/office/drawing/2014/main" id="{A225F37B-567F-4B68-9E7A-44718C7C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3FDF21-CECB-4149-9559-85C1CAE991E1}" type="slidenum">
              <a:rPr lang="en-US" sz="900" smtClean="0"/>
              <a:t>‹#›</a:t>
            </a:fld>
            <a:endParaRPr lang="en-US" sz="900"/>
          </a:p>
        </p:txBody>
      </p:sp>
    </p:spTree>
    <p:extLst>
      <p:ext uri="{BB962C8B-B14F-4D97-AF65-F5344CB8AC3E}">
        <p14:creationId xmlns:p14="http://schemas.microsoft.com/office/powerpoint/2010/main" val="2502380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atin typeface="Century Gothic" panose="020B0502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atin typeface="Century Gothic" panose="020B0502020202020204" pitchFamily="34" charset="0"/>
              </a:defRPr>
            </a:lvl1pPr>
          </a:lstStyle>
          <a:p>
            <a:fld id="{AAF6F7E2-0BCC-415C-898E-B17019296F88}" type="datetimeFigureOut">
              <a:rPr lang="en-US" smtClean="0"/>
              <a:pPr/>
              <a:t>3/15/24</a:t>
            </a:fld>
            <a:endParaRPr lang="en-US"/>
          </a:p>
        </p:txBody>
      </p:sp>
      <p:sp>
        <p:nvSpPr>
          <p:cNvPr id="4" name="Slide Image Placeholder 3"/>
          <p:cNvSpPr>
            <a:spLocks noGrp="1" noRot="1" noChangeAspect="1"/>
          </p:cNvSpPr>
          <p:nvPr>
            <p:ph type="sldImg" idx="2"/>
          </p:nvPr>
        </p:nvSpPr>
        <p:spPr>
          <a:xfrm>
            <a:off x="685800" y="725905"/>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983455"/>
            <a:ext cx="5486400" cy="44346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atin typeface="Century Gothic" panose="020B0502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atin typeface="Century Gothic" panose="020B0502020202020204" pitchFamily="34" charset="0"/>
              </a:defRPr>
            </a:lvl1pPr>
          </a:lstStyle>
          <a:p>
            <a:fld id="{5470BA31-47BF-48E8-B9A3-29FECAA7F110}" type="slidenum">
              <a:rPr lang="en-US" smtClean="0"/>
              <a:pPr/>
              <a:t>‹#›</a:t>
            </a:fld>
            <a:endParaRPr lang="en-US"/>
          </a:p>
        </p:txBody>
      </p:sp>
    </p:spTree>
    <p:extLst>
      <p:ext uri="{BB962C8B-B14F-4D97-AF65-F5344CB8AC3E}">
        <p14:creationId xmlns:p14="http://schemas.microsoft.com/office/powerpoint/2010/main" val="3225591997"/>
      </p:ext>
    </p:extLst>
  </p:cSld>
  <p:clrMap bg1="lt1" tx1="dk1" bg2="lt2" tx2="dk2" accent1="accent1" accent2="accent2" accent3="accent3" accent4="accent4" accent5="accent5" accent6="accent6" hlink="hlink" folHlink="folHlink"/>
  <p:notesStyle>
    <a:lvl1pPr marL="115888" indent="-115888" algn="l" defTabSz="914400" rtl="0" eaLnBrk="1" latinLnBrk="0" hangingPunct="1">
      <a:spcAft>
        <a:spcPts val="300"/>
      </a:spcAft>
      <a:buFont typeface="Arial" panose="020B0604020202020204" pitchFamily="34" charset="0"/>
      <a:buChar char="•"/>
      <a:defRPr sz="1100" kern="1200">
        <a:solidFill>
          <a:schemeClr val="tx1"/>
        </a:solidFill>
        <a:latin typeface="Century Gothic" panose="020B0502020202020204" pitchFamily="34" charset="0"/>
        <a:ea typeface="+mn-ea"/>
        <a:cs typeface="+mn-cs"/>
      </a:defRPr>
    </a:lvl1pPr>
    <a:lvl2pPr marL="284163" indent="-114300" algn="l" defTabSz="914400" rtl="0" eaLnBrk="1" latinLnBrk="0" hangingPunct="1">
      <a:spcAft>
        <a:spcPts val="300"/>
      </a:spcAft>
      <a:buFont typeface="Arial" panose="020B0604020202020204" pitchFamily="34" charset="0"/>
      <a:buChar char="•"/>
      <a:defRPr sz="900" kern="1200">
        <a:solidFill>
          <a:schemeClr val="tx1"/>
        </a:solidFill>
        <a:latin typeface="+mn-lt"/>
        <a:ea typeface="+mn-ea"/>
        <a:cs typeface="+mn-cs"/>
      </a:defRPr>
    </a:lvl2pPr>
    <a:lvl3pPr marL="401638" indent="-57150" algn="l" defTabSz="914400" rtl="0" eaLnBrk="1" latinLnBrk="0" hangingPunct="1">
      <a:spcAft>
        <a:spcPts val="300"/>
      </a:spcAft>
      <a:buFont typeface="Arial" panose="020B0604020202020204" pitchFamily="34" charset="0"/>
      <a:buChar char="•"/>
      <a:defRPr sz="800" kern="1200">
        <a:solidFill>
          <a:schemeClr val="tx1"/>
        </a:solidFill>
        <a:latin typeface="+mn-lt"/>
        <a:ea typeface="+mn-ea"/>
        <a:cs typeface="+mn-cs"/>
      </a:defRPr>
    </a:lvl3pPr>
    <a:lvl4pPr marL="512763" indent="-60325"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4pPr>
    <a:lvl5pPr marL="630238" indent="-55563"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hyperlink" Target="https://bit.ly/BM-PPT" TargetMode="Externa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BM-PPT" TargetMode="External"/><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8.jpe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1</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6" name="Picture 5">
            <a:extLst>
              <a:ext uri="{FF2B5EF4-FFF2-40B4-BE49-F238E27FC236}">
                <a16:creationId xmlns:a16="http://schemas.microsoft.com/office/drawing/2014/main" id="{EFB9ECE2-5163-9D04-E983-0F2B0EE4E4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9692" r="-270"/>
          <a:stretch/>
        </p:blipFill>
        <p:spPr>
          <a:xfrm>
            <a:off x="0" y="0"/>
            <a:ext cx="1572768" cy="6858000"/>
          </a:xfrm>
          <a:prstGeom prst="rect">
            <a:avLst/>
          </a:prstGeom>
        </p:spPr>
      </p:pic>
    </p:spTree>
    <p:extLst>
      <p:ext uri="{BB962C8B-B14F-4D97-AF65-F5344CB8AC3E}">
        <p14:creationId xmlns:p14="http://schemas.microsoft.com/office/powerpoint/2010/main" val="230173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2</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5" name="Picture 4">
            <a:extLst>
              <a:ext uri="{FF2B5EF4-FFF2-40B4-BE49-F238E27FC236}">
                <a16:creationId xmlns:a16="http://schemas.microsoft.com/office/drawing/2014/main" id="{D12329B9-DD17-CA63-4289-7F63494F647E}"/>
              </a:ext>
            </a:extLst>
          </p:cNvPr>
          <p:cNvPicPr>
            <a:picLocks noChangeAspect="1"/>
          </p:cNvPicPr>
          <p:nvPr userDrawn="1"/>
        </p:nvPicPr>
        <p:blipFill>
          <a:blip r:embed="rId4"/>
          <a:stretch>
            <a:fillRect/>
          </a:stretch>
        </p:blipFill>
        <p:spPr>
          <a:xfrm flipV="1">
            <a:off x="0" y="0"/>
            <a:ext cx="1572768" cy="6858000"/>
          </a:xfrm>
          <a:prstGeom prst="rect">
            <a:avLst/>
          </a:prstGeom>
        </p:spPr>
      </p:pic>
    </p:spTree>
    <p:extLst>
      <p:ext uri="{BB962C8B-B14F-4D97-AF65-F5344CB8AC3E}">
        <p14:creationId xmlns:p14="http://schemas.microsoft.com/office/powerpoint/2010/main" val="1749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3">
    <p:bg bwMode="blackGray">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A1D67-94EA-C52D-5C55-E91F520335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16" name="Rectangle 15">
            <a:extLst>
              <a:ext uri="{FF2B5EF4-FFF2-40B4-BE49-F238E27FC236}">
                <a16:creationId xmlns:a16="http://schemas.microsoft.com/office/drawing/2014/main" id="{78902215-CAB0-FE3E-6DF6-4E886AE6C650}"/>
              </a:ext>
            </a:extLst>
          </p:cNvPr>
          <p:cNvSpPr/>
          <p:nvPr userDrawn="1"/>
        </p:nvSpPr>
        <p:spPr>
          <a:xfrm>
            <a:off x="0" y="626806"/>
            <a:ext cx="12192000" cy="5604387"/>
          </a:xfrm>
          <a:prstGeom prst="rect">
            <a:avLst/>
          </a:prstGeom>
          <a:solidFill>
            <a:srgbClr val="6E3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Title 1">
            <a:extLst>
              <a:ext uri="{FF2B5EF4-FFF2-40B4-BE49-F238E27FC236}">
                <a16:creationId xmlns:a16="http://schemas.microsoft.com/office/drawing/2014/main" id="{D0C7D952-3A0A-3DB9-9D96-7BBCA01A9217}"/>
              </a:ext>
            </a:extLst>
          </p:cNvPr>
          <p:cNvSpPr>
            <a:spLocks noGrp="1"/>
          </p:cNvSpPr>
          <p:nvPr>
            <p:ph type="ctrTitle" hasCustomPrompt="1"/>
          </p:nvPr>
        </p:nvSpPr>
        <p:spPr bwMode="white">
          <a:xfrm>
            <a:off x="5762309" y="1993261"/>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3</a:t>
            </a:r>
          </a:p>
        </p:txBody>
      </p:sp>
      <p:sp>
        <p:nvSpPr>
          <p:cNvPr id="18" name="Subtitle 2">
            <a:extLst>
              <a:ext uri="{FF2B5EF4-FFF2-40B4-BE49-F238E27FC236}">
                <a16:creationId xmlns:a16="http://schemas.microsoft.com/office/drawing/2014/main" id="{8D221A62-5C6A-EA86-8CF3-17DDB982C4B0}"/>
              </a:ext>
            </a:extLst>
          </p:cNvPr>
          <p:cNvSpPr>
            <a:spLocks noGrp="1"/>
          </p:cNvSpPr>
          <p:nvPr>
            <p:ph type="subTitle" idx="1" hasCustomPrompt="1"/>
          </p:nvPr>
        </p:nvSpPr>
        <p:spPr bwMode="white">
          <a:xfrm>
            <a:off x="5802894" y="4488362"/>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21" name="Graphic 20">
            <a:extLst>
              <a:ext uri="{FF2B5EF4-FFF2-40B4-BE49-F238E27FC236}">
                <a16:creationId xmlns:a16="http://schemas.microsoft.com/office/drawing/2014/main" id="{3835D876-733F-5EE7-319F-98FB8177638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white">
          <a:xfrm>
            <a:off x="8720662" y="5536856"/>
            <a:ext cx="3020706" cy="459760"/>
          </a:xfrm>
          <a:prstGeom prst="rect">
            <a:avLst/>
          </a:prstGeom>
        </p:spPr>
      </p:pic>
      <p:sp>
        <p:nvSpPr>
          <p:cNvPr id="20" name="Picture Placeholder 4">
            <a:extLst>
              <a:ext uri="{FF2B5EF4-FFF2-40B4-BE49-F238E27FC236}">
                <a16:creationId xmlns:a16="http://schemas.microsoft.com/office/drawing/2014/main" id="{777FAC52-4B8C-8F34-652E-B166AB050DC7}"/>
              </a:ext>
            </a:extLst>
          </p:cNvPr>
          <p:cNvSpPr>
            <a:spLocks noGrp="1"/>
          </p:cNvSpPr>
          <p:nvPr>
            <p:ph type="pic" sz="quarter" idx="10" hasCustomPrompt="1"/>
          </p:nvPr>
        </p:nvSpPr>
        <p:spPr>
          <a:xfrm>
            <a:off x="-1" y="0"/>
            <a:ext cx="4927600" cy="6858000"/>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Box 9">
            <a:extLst>
              <a:ext uri="{FF2B5EF4-FFF2-40B4-BE49-F238E27FC236}">
                <a16:creationId xmlns:a16="http://schemas.microsoft.com/office/drawing/2014/main" id="{9F9D70AC-D8FF-462D-9825-7286BEBF1923}"/>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9" name="TextBox 18">
            <a:extLst>
              <a:ext uri="{FF2B5EF4-FFF2-40B4-BE49-F238E27FC236}">
                <a16:creationId xmlns:a16="http://schemas.microsoft.com/office/drawing/2014/main" id="{BDD7568E-CB3A-DCFC-9AB9-F9930F41285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Tree>
    <p:extLst>
      <p:ext uri="{BB962C8B-B14F-4D97-AF65-F5344CB8AC3E}">
        <p14:creationId xmlns:p14="http://schemas.microsoft.com/office/powerpoint/2010/main" val="7185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4">
    <p:bg bwMode="black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BE3CDF-161F-4F63-B869-C988AD61EC40}"/>
              </a:ext>
            </a:extLst>
          </p:cNvPr>
          <p:cNvSpPr/>
          <p:nvPr userDrawn="1"/>
        </p:nvSpPr>
        <p:spPr bwMode="white">
          <a:xfrm>
            <a:off x="-1" y="0"/>
            <a:ext cx="12192001" cy="6857999"/>
          </a:xfrm>
          <a:prstGeom prst="rect">
            <a:avLst/>
          </a:prstGeom>
          <a:gradFill flip="none" rotWithShape="1">
            <a:gsLst>
              <a:gs pos="45000">
                <a:schemeClr val="bg2">
                  <a:alpha val="0"/>
                </a:schemeClr>
              </a:gs>
              <a:gs pos="99000">
                <a:schemeClr val="bg2">
                  <a:alpha val="71792"/>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992604" y="1993261"/>
            <a:ext cx="5006913" cy="2387053"/>
          </a:xfrm>
        </p:spPr>
        <p:txBody>
          <a:bodyPr anchor="b"/>
          <a:lstStyle>
            <a:lvl1pPr algn="l">
              <a:lnSpc>
                <a:spcPct val="80000"/>
              </a:lnSpc>
              <a:defRPr sz="6000" b="1" i="0" cap="all" spc="0" baseline="0">
                <a:solidFill>
                  <a:schemeClr val="tx1"/>
                </a:solidFill>
                <a:latin typeface="+mj-lt"/>
              </a:defRPr>
            </a:lvl1pPr>
          </a:lstStyle>
          <a:p>
            <a:r>
              <a:rPr lang="en-US"/>
              <a:t>TITLE SLIDE OPTION 4</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033189" y="4488362"/>
            <a:ext cx="2295940" cy="467139"/>
          </a:xfrm>
        </p:spPr>
        <p:txBody>
          <a:bodyPr/>
          <a:lstStyle>
            <a:lvl1pPr marL="0" indent="0" algn="l">
              <a:spcBef>
                <a:spcPts val="0"/>
              </a:spcBef>
              <a:buNone/>
              <a:defRPr sz="1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9" name="TextBox 8">
            <a:extLst>
              <a:ext uri="{FF2B5EF4-FFF2-40B4-BE49-F238E27FC236}">
                <a16:creationId xmlns:a16="http://schemas.microsoft.com/office/drawing/2014/main" id="{AB44BF94-F536-426E-A3E5-B1F662975588}"/>
              </a:ext>
            </a:extLst>
          </p:cNvPr>
          <p:cNvSpPr txBox="1"/>
          <p:nvPr userDrawn="1"/>
        </p:nvSpPr>
        <p:spPr>
          <a:xfrm>
            <a:off x="-1377387" y="5251"/>
            <a:ext cx="1319384" cy="290848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pic>
        <p:nvPicPr>
          <p:cNvPr id="4" name="Graphic 3">
            <a:extLst>
              <a:ext uri="{FF2B5EF4-FFF2-40B4-BE49-F238E27FC236}">
                <a16:creationId xmlns:a16="http://schemas.microsoft.com/office/drawing/2014/main" id="{BCD01388-6E36-28FA-E617-B1D9179283B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7848253" y="6143438"/>
            <a:ext cx="3020706" cy="459760"/>
          </a:xfrm>
          <a:prstGeom prst="rect">
            <a:avLst/>
          </a:prstGeom>
        </p:spPr>
      </p:pic>
      <p:pic>
        <p:nvPicPr>
          <p:cNvPr id="6" name="Picture 5">
            <a:extLst>
              <a:ext uri="{FF2B5EF4-FFF2-40B4-BE49-F238E27FC236}">
                <a16:creationId xmlns:a16="http://schemas.microsoft.com/office/drawing/2014/main" id="{E31BDC9C-971B-5308-1AB6-187EEC2E2D2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6305" t="19203" b="66164"/>
          <a:stretch/>
        </p:blipFill>
        <p:spPr>
          <a:xfrm rot="5400000">
            <a:off x="8281594" y="2947593"/>
            <a:ext cx="6857999" cy="962812"/>
          </a:xfrm>
          <a:prstGeom prst="rect">
            <a:avLst/>
          </a:prstGeom>
        </p:spPr>
      </p:pic>
    </p:spTree>
    <p:extLst>
      <p:ext uri="{BB962C8B-B14F-4D97-AF65-F5344CB8AC3E}">
        <p14:creationId xmlns:p14="http://schemas.microsoft.com/office/powerpoint/2010/main" val="414831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5">
    <p:bg bwMode="blackGray">
      <p:bgPr>
        <a:gradFill flip="none" rotWithShape="1">
          <a:gsLst>
            <a:gs pos="0">
              <a:schemeClr val="tx2"/>
            </a:gs>
            <a:gs pos="100000">
              <a:schemeClr val="accent2">
                <a:alpha val="77000"/>
              </a:schemeClr>
            </a:gs>
          </a:gsLst>
          <a:lin ang="81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3975AB-C39D-F113-67A8-53AE25E554FE}"/>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8" name="Rectangle 7">
            <a:extLst>
              <a:ext uri="{FF2B5EF4-FFF2-40B4-BE49-F238E27FC236}">
                <a16:creationId xmlns:a16="http://schemas.microsoft.com/office/drawing/2014/main" id="{A01D818B-3B83-4D74-85EC-C99BA16330A0}"/>
              </a:ext>
            </a:extLst>
          </p:cNvPr>
          <p:cNvSpPr/>
          <p:nvPr userDrawn="1"/>
        </p:nvSpPr>
        <p:spPr>
          <a:xfrm>
            <a:off x="663146" y="626806"/>
            <a:ext cx="11528854"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itle 1">
            <a:extLst>
              <a:ext uri="{FF2B5EF4-FFF2-40B4-BE49-F238E27FC236}">
                <a16:creationId xmlns:a16="http://schemas.microsoft.com/office/drawing/2014/main" id="{FC7F0163-9D9F-91BB-815C-830A872A05A9}"/>
              </a:ext>
            </a:extLst>
          </p:cNvPr>
          <p:cNvSpPr>
            <a:spLocks noGrp="1"/>
          </p:cNvSpPr>
          <p:nvPr>
            <p:ph type="ctrTitle" hasCustomPrompt="1"/>
          </p:nvPr>
        </p:nvSpPr>
        <p:spPr bwMode="white">
          <a:xfrm>
            <a:off x="1035564" y="1465723"/>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5</a:t>
            </a:r>
          </a:p>
        </p:txBody>
      </p:sp>
      <p:sp>
        <p:nvSpPr>
          <p:cNvPr id="12" name="Subtitle 2">
            <a:extLst>
              <a:ext uri="{FF2B5EF4-FFF2-40B4-BE49-F238E27FC236}">
                <a16:creationId xmlns:a16="http://schemas.microsoft.com/office/drawing/2014/main" id="{C8218589-BB24-711A-CE8D-82F347A48447}"/>
              </a:ext>
            </a:extLst>
          </p:cNvPr>
          <p:cNvSpPr>
            <a:spLocks noGrp="1"/>
          </p:cNvSpPr>
          <p:nvPr>
            <p:ph type="subTitle" idx="1" hasCustomPrompt="1"/>
          </p:nvPr>
        </p:nvSpPr>
        <p:spPr bwMode="white">
          <a:xfrm>
            <a:off x="1058564" y="3960824"/>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14" name="TextBox 13">
            <a:extLst>
              <a:ext uri="{FF2B5EF4-FFF2-40B4-BE49-F238E27FC236}">
                <a16:creationId xmlns:a16="http://schemas.microsoft.com/office/drawing/2014/main" id="{9218F55F-1F8C-DB81-4A38-95C5D49121AF}"/>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3">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5" name="Picture Placeholder 4">
            <a:extLst>
              <a:ext uri="{FF2B5EF4-FFF2-40B4-BE49-F238E27FC236}">
                <a16:creationId xmlns:a16="http://schemas.microsoft.com/office/drawing/2014/main" id="{666920F6-5D0A-F6A0-448F-7166C446B2F4}"/>
              </a:ext>
            </a:extLst>
          </p:cNvPr>
          <p:cNvSpPr>
            <a:spLocks noGrp="1"/>
          </p:cNvSpPr>
          <p:nvPr>
            <p:ph type="pic" sz="quarter" idx="10" hasCustomPrompt="1"/>
          </p:nvPr>
        </p:nvSpPr>
        <p:spPr>
          <a:xfrm>
            <a:off x="6952129" y="0"/>
            <a:ext cx="5239872" cy="6858000"/>
          </a:xfrm>
          <a:prstGeom prst="rect">
            <a:avLst/>
          </a:prstGeom>
          <a:ln>
            <a:noFill/>
          </a:ln>
        </p:spPr>
        <p:txBody>
          <a:bodyPr bIns="822960" anchor="ctr"/>
          <a:lstStyle>
            <a:lvl1pPr marL="0" indent="0" algn="ctr">
              <a:buNone/>
              <a:defRPr/>
            </a:lvl1pPr>
          </a:lstStyle>
          <a:p>
            <a:r>
              <a:rPr lang="en-US"/>
              <a:t>Click the Icon to Insert Image</a:t>
            </a:r>
          </a:p>
        </p:txBody>
      </p:sp>
      <p:pic>
        <p:nvPicPr>
          <p:cNvPr id="16" name="Graphic 15">
            <a:extLst>
              <a:ext uri="{FF2B5EF4-FFF2-40B4-BE49-F238E27FC236}">
                <a16:creationId xmlns:a16="http://schemas.microsoft.com/office/drawing/2014/main" id="{6B284493-5F25-232F-9826-3A294FE3820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1035564" y="5536856"/>
            <a:ext cx="3020706" cy="459760"/>
          </a:xfrm>
          <a:prstGeom prst="rect">
            <a:avLst/>
          </a:prstGeom>
        </p:spPr>
      </p:pic>
    </p:spTree>
    <p:extLst>
      <p:ext uri="{BB962C8B-B14F-4D97-AF65-F5344CB8AC3E}">
        <p14:creationId xmlns:p14="http://schemas.microsoft.com/office/powerpoint/2010/main" val="73417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bwMode="ltGray">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D5E3D1-2FD4-80BD-8140-7FEAB9D9E745}"/>
              </a:ext>
            </a:extLst>
          </p:cNvPr>
          <p:cNvPicPr>
            <a:picLocks noChangeAspect="1"/>
          </p:cNvPicPr>
          <p:nvPr userDrawn="1"/>
        </p:nvPicPr>
        <p:blipFill rotWithShape="1">
          <a:blip r:embed="rId2">
            <a:alphaModFix amt="89000"/>
            <a:extLst>
              <a:ext uri="{28A0092B-C50C-407E-A947-70E740481C1C}">
                <a14:useLocalDpi xmlns:a14="http://schemas.microsoft.com/office/drawing/2010/main" val="0"/>
              </a:ext>
            </a:extLst>
          </a:blip>
          <a:srcRect l="21453" t="11243" r="14852" b="17954"/>
          <a:stretch/>
        </p:blipFill>
        <p:spPr>
          <a:xfrm rot="5400000">
            <a:off x="-1099664" y="1099665"/>
            <a:ext cx="6857999" cy="4658671"/>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498370" y="507036"/>
            <a:ext cx="4160301" cy="55037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9D2F8598-1E03-415E-9D61-D613757CD122}"/>
              </a:ext>
            </a:extLst>
          </p:cNvPr>
          <p:cNvSpPr>
            <a:spLocks noGrp="1"/>
          </p:cNvSpPr>
          <p:nvPr>
            <p:ph type="pic" sz="quarter" idx="15" hasCustomPrompt="1"/>
          </p:nvPr>
        </p:nvSpPr>
        <p:spPr>
          <a:xfrm>
            <a:off x="4658672" y="0"/>
            <a:ext cx="7532687" cy="6858000"/>
          </a:xfrm>
        </p:spPr>
        <p:txBody>
          <a:bodyPr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842411" y="1095644"/>
            <a:ext cx="2562483" cy="275799"/>
          </a:xfrm>
        </p:spPr>
        <p:txBody>
          <a:bodyPr/>
          <a:lstStyle>
            <a:lvl1pPr algn="l">
              <a:defRPr sz="3200" i="0" cap="all" spc="0" baseline="0">
                <a:solidFill>
                  <a:schemeClr val="accent5"/>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842411" y="1644493"/>
            <a:ext cx="3447902" cy="2386012"/>
          </a:xfrm>
        </p:spPr>
        <p:txBody>
          <a:bodyPr/>
          <a:lstStyle>
            <a:lvl1pPr>
              <a:buClr>
                <a:schemeClr val="accent3"/>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297448815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Option 2">
    <p:bg bwMode="ltGray">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50B7F6-A3B2-BFC1-5597-CD31D2E1A2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5384269" y="848230"/>
            <a:ext cx="5492997" cy="5300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5762429" y="1423190"/>
            <a:ext cx="2562483" cy="275799"/>
          </a:xfrm>
        </p:spPr>
        <p:txBody>
          <a:bodyPr/>
          <a:lstStyle>
            <a:lvl1pPr algn="l">
              <a:defRPr sz="3200" i="0" cap="all" spc="0" baseline="0">
                <a:solidFill>
                  <a:schemeClr val="accent4"/>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5762429" y="1972039"/>
            <a:ext cx="3447902" cy="2386012"/>
          </a:xfrm>
        </p:spPr>
        <p:txBody>
          <a:bodyPr/>
          <a:lstStyle>
            <a:lvl1pPr>
              <a:buClr>
                <a:schemeClr val="accent4"/>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309587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1</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4"/>
                </a:solidFill>
              </a:defRPr>
            </a:lvl1pPr>
          </a:lstStyle>
          <a:p>
            <a:pPr lvl="0"/>
            <a:r>
              <a:rPr lang="en-US"/>
              <a:t>01</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3FEF126B-DFC7-4E06-5BA7-E445C1224955}"/>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365063819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2</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5"/>
                </a:solidFill>
              </a:defRPr>
            </a:lvl1pPr>
          </a:lstStyle>
          <a:p>
            <a:pPr lvl="0"/>
            <a:r>
              <a:rPr lang="en-US"/>
              <a:t>02</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D6DDC4EB-97F9-0482-B983-CF6FB9EEFA0C}"/>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78035913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0E842-C6B2-89C1-1A18-36088AF18338}"/>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5E3FF0D-E586-41E0-E375-9DBDDDC7A5F6}"/>
              </a:ext>
            </a:extLst>
          </p:cNvPr>
          <p:cNvSpPr/>
          <p:nvPr userDrawn="1"/>
        </p:nvSpPr>
        <p:spPr>
          <a:xfrm>
            <a:off x="624348" y="626806"/>
            <a:ext cx="10943303"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6" name="Graphic 5">
            <a:extLst>
              <a:ext uri="{FF2B5EF4-FFF2-40B4-BE49-F238E27FC236}">
                <a16:creationId xmlns:a16="http://schemas.microsoft.com/office/drawing/2014/main" id="{7E1B80EA-6840-CFF5-DE5A-ABBDE7B6B6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66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Option 2">
    <p:bg bwMode="black">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15EE9-DD8F-12B4-9CC7-49E23DBB8BA2}"/>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2C2123-91CB-B558-A5C5-641B7F35C583}"/>
              </a:ext>
            </a:extLst>
          </p:cNvPr>
          <p:cNvSpPr/>
          <p:nvPr userDrawn="1"/>
        </p:nvSpPr>
        <p:spPr>
          <a:xfrm>
            <a:off x="624348" y="1"/>
            <a:ext cx="10943303" cy="5844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bwMode="white">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bwMode="white">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4" name="Graphic 3">
            <a:extLst>
              <a:ext uri="{FF2B5EF4-FFF2-40B4-BE49-F238E27FC236}">
                <a16:creationId xmlns:a16="http://schemas.microsoft.com/office/drawing/2014/main" id="{12A2695C-16E9-5A21-16A9-AC75BC26DB8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71722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Option 3">
    <p:bg>
      <p:bgPr>
        <a:solidFill>
          <a:schemeClr val="accent1"/>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9" y="841244"/>
            <a:ext cx="12460717"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276424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Option 4">
    <p:bg>
      <p:bgPr>
        <a:solidFill>
          <a:schemeClr val="accent2"/>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8" y="841244"/>
            <a:ext cx="12460714"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359920372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Background Option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B009-1BDC-47A6-9FDB-7E9186DA10D7}"/>
              </a:ext>
            </a:extLst>
          </p:cNvPr>
          <p:cNvSpPr/>
          <p:nvPr userDrawn="1"/>
        </p:nvSpPr>
        <p:spPr bwMode="white">
          <a:xfrm>
            <a:off x="-1" y="0"/>
            <a:ext cx="12192001" cy="6857999"/>
          </a:xfrm>
          <a:prstGeom prst="rect">
            <a:avLst/>
          </a:prstGeom>
          <a:gradFill flip="none" rotWithShape="1">
            <a:gsLst>
              <a:gs pos="39000">
                <a:schemeClr val="bg2">
                  <a:alpha val="0"/>
                </a:schemeClr>
              </a:gs>
              <a:gs pos="100000">
                <a:schemeClr val="bg2">
                  <a:alpha val="67666"/>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36C1A3C-9EBB-4EB3-96B1-9496B212E1CD}"/>
              </a:ext>
            </a:extLst>
          </p:cNvPr>
          <p:cNvSpPr>
            <a:spLocks noGrp="1"/>
          </p:cNvSpPr>
          <p:nvPr>
            <p:ph type="body" sz="quarter" idx="13"/>
          </p:nvPr>
        </p:nvSpPr>
        <p:spPr>
          <a:xfrm>
            <a:off x="399621" y="4974760"/>
            <a:ext cx="4444785"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3">
            <a:extLst>
              <a:ext uri="{FF2B5EF4-FFF2-40B4-BE49-F238E27FC236}">
                <a16:creationId xmlns:a16="http://schemas.microsoft.com/office/drawing/2014/main" id="{7275158B-7A67-426D-ACEC-E545021D665E}"/>
              </a:ext>
            </a:extLst>
          </p:cNvPr>
          <p:cNvSpPr>
            <a:spLocks noGrp="1"/>
          </p:cNvSpPr>
          <p:nvPr>
            <p:ph type="title" hasCustomPrompt="1"/>
          </p:nvPr>
        </p:nvSpPr>
        <p:spPr>
          <a:xfrm>
            <a:off x="403508" y="2566472"/>
            <a:ext cx="4444786" cy="2295693"/>
          </a:xfrm>
        </p:spPr>
        <p:txBody>
          <a:bodyPr/>
          <a:lstStyle>
            <a:lvl1pPr>
              <a:defRPr>
                <a:solidFill>
                  <a:schemeClr val="tx1"/>
                </a:solidFill>
              </a:defRPr>
            </a:lvl1pPr>
          </a:lstStyle>
          <a:p>
            <a:r>
              <a:rPr lang="en-US"/>
              <a:t>Divider or Impact Slide Option1</a:t>
            </a:r>
          </a:p>
        </p:txBody>
      </p:sp>
      <p:sp>
        <p:nvSpPr>
          <p:cNvPr id="12" name="TextBox 11">
            <a:extLst>
              <a:ext uri="{FF2B5EF4-FFF2-40B4-BE49-F238E27FC236}">
                <a16:creationId xmlns:a16="http://schemas.microsoft.com/office/drawing/2014/main" id="{8C16FE3C-5752-48B8-9DA4-7968A6B1B334}"/>
              </a:ext>
            </a:extLst>
          </p:cNvPr>
          <p:cNvSpPr txBox="1"/>
          <p:nvPr userDrawn="1"/>
        </p:nvSpPr>
        <p:spPr>
          <a:xfrm>
            <a:off x="-1377387" y="5251"/>
            <a:ext cx="1319384" cy="360098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You may move the text boxes depending on the image you use. </a:t>
            </a:r>
          </a:p>
        </p:txBody>
      </p:sp>
      <p:pic>
        <p:nvPicPr>
          <p:cNvPr id="5" name="Picture 4">
            <a:extLst>
              <a:ext uri="{FF2B5EF4-FFF2-40B4-BE49-F238E27FC236}">
                <a16:creationId xmlns:a16="http://schemas.microsoft.com/office/drawing/2014/main" id="{C9AE4D0D-76A0-97AF-129B-81454A90A178}"/>
              </a:ext>
            </a:extLst>
          </p:cNvPr>
          <p:cNvPicPr>
            <a:picLocks noChangeAspect="1"/>
          </p:cNvPicPr>
          <p:nvPr userDrawn="1"/>
        </p:nvPicPr>
        <p:blipFill>
          <a:blip r:embed="rId4"/>
          <a:stretch>
            <a:fillRect/>
          </a:stretch>
        </p:blipFill>
        <p:spPr>
          <a:xfrm>
            <a:off x="11228832" y="0"/>
            <a:ext cx="963168" cy="6858000"/>
          </a:xfrm>
          <a:prstGeom prst="rect">
            <a:avLst/>
          </a:prstGeom>
        </p:spPr>
      </p:pic>
      <p:pic>
        <p:nvPicPr>
          <p:cNvPr id="3" name="Graphic 2">
            <a:extLst>
              <a:ext uri="{FF2B5EF4-FFF2-40B4-BE49-F238E27FC236}">
                <a16:creationId xmlns:a16="http://schemas.microsoft.com/office/drawing/2014/main" id="{7B5D1954-B6FD-5BA5-7306-5D2F90DA81D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63701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Quote Option 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BFD7D5-14DE-CC2F-5ED0-1A0F545D6B18}"/>
              </a:ext>
            </a:extLst>
          </p:cNvPr>
          <p:cNvSpPr/>
          <p:nvPr userDrawn="1"/>
        </p:nvSpPr>
        <p:spPr>
          <a:xfrm>
            <a:off x="2693772" y="0"/>
            <a:ext cx="9498227" cy="5202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3726537" y="1039058"/>
            <a:ext cx="5823863" cy="2615662"/>
          </a:xfrm>
        </p:spPr>
        <p:txBody>
          <a:bodyPr/>
          <a:lstStyle>
            <a:lvl1pPr algn="l">
              <a:defRPr sz="3600">
                <a:solidFill>
                  <a:schemeClr val="tx1"/>
                </a:solidFill>
              </a:defRPr>
            </a:lvl1pPr>
          </a:lstStyle>
          <a:p>
            <a:r>
              <a:rPr lang="en-US"/>
              <a:t>Use brief story-prompting or high-impact statements </a:t>
            </a:r>
            <a:br>
              <a:rPr lang="en-US"/>
            </a:br>
            <a:r>
              <a:rPr lang="en-US"/>
              <a:t>or quotes.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331BE257-1BCB-4EE5-A7A7-89254DCC1A7D}" type="datetime1">
              <a:rPr lang="en-US" smtClean="0"/>
              <a:t>3/15/24</a:t>
            </a:fld>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3726537" y="3710886"/>
            <a:ext cx="4738925" cy="585941"/>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756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or Quote Option 2">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F2893E-8E09-0041-F569-01FD765F9A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 y="0"/>
            <a:ext cx="9844601" cy="5591654"/>
          </a:xfrm>
          <a:prstGeom prst="round1Rect">
            <a:avLst>
              <a:gd name="adj" fmla="val 0"/>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1019498" y="1425815"/>
            <a:ext cx="7420892" cy="2153884"/>
          </a:xfrm>
        </p:spPr>
        <p:txBody>
          <a:bodyPr/>
          <a:lstStyle>
            <a:lvl1pPr algn="l">
              <a:defRPr sz="4000">
                <a:solidFill>
                  <a:schemeClr val="tx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3/15/24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bwMode="white"/>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1062834" y="3790031"/>
            <a:ext cx="5486400" cy="917813"/>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pic>
        <p:nvPicPr>
          <p:cNvPr id="13" name="Graphic 12">
            <a:extLst>
              <a:ext uri="{FF2B5EF4-FFF2-40B4-BE49-F238E27FC236}">
                <a16:creationId xmlns:a16="http://schemas.microsoft.com/office/drawing/2014/main" id="{83378094-0398-414F-B98D-F20A339EF08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831297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Quote Option 3">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639498-EAFC-AFC5-76E3-74C0285BDA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23" t="18912" r="4478" b="289"/>
          <a:stretch/>
        </p:blipFill>
        <p:spPr>
          <a:xfrm>
            <a:off x="10700" y="4810"/>
            <a:ext cx="12185897" cy="6853190"/>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246468" y="0"/>
            <a:ext cx="9844601" cy="5591654"/>
          </a:xfrm>
          <a:prstGeom prst="round1Rect">
            <a:avLst>
              <a:gd name="adj" fmla="val 0"/>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2265967" y="1425815"/>
            <a:ext cx="7420892" cy="2153884"/>
          </a:xfrm>
        </p:spPr>
        <p:txBody>
          <a:bodyPr/>
          <a:lstStyle>
            <a:lvl1pPr algn="l">
              <a:defRPr sz="4000">
                <a:solidFill>
                  <a:schemeClr val="accent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3/15/24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2309303" y="3790031"/>
            <a:ext cx="5486400" cy="917813"/>
          </a:xfrm>
        </p:spPr>
        <p:txBody>
          <a:bodyPr/>
          <a:lstStyle>
            <a:lvl1pPr marL="0" indent="0" algn="l">
              <a:spcBef>
                <a:spcPts val="0"/>
              </a:spcBef>
              <a:buNone/>
              <a:defRPr sz="1000" b="0" cap="none" baseline="0">
                <a:solidFill>
                  <a:schemeClr val="accent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6" name="Slide Number Placeholder 3">
            <a:extLst>
              <a:ext uri="{FF2B5EF4-FFF2-40B4-BE49-F238E27FC236}">
                <a16:creationId xmlns:a16="http://schemas.microsoft.com/office/drawing/2014/main" id="{7DD6D999-E340-093D-5C46-0A4C04855D2C}"/>
              </a:ext>
            </a:extLst>
          </p:cNvPr>
          <p:cNvSpPr>
            <a:spLocks noGrp="1"/>
          </p:cNvSpPr>
          <p:nvPr>
            <p:ph type="sldNum" sz="quarter" idx="14"/>
          </p:nvPr>
        </p:nvSpPr>
        <p:spPr>
          <a:xfrm>
            <a:off x="11674225" y="5477347"/>
            <a:ext cx="305503" cy="306298"/>
          </a:xfrm>
          <a:ln>
            <a:solidFill>
              <a:schemeClr val="accent1"/>
            </a:solidFill>
          </a:ln>
        </p:spPr>
        <p:txBody>
          <a:bodyPr/>
          <a:lstStyle>
            <a:lvl1pPr>
              <a:defRPr>
                <a:solidFill>
                  <a:schemeClr val="accent1"/>
                </a:solidFill>
              </a:defRPr>
            </a:lvl1pPr>
          </a:lstStyle>
          <a:p>
            <a:fld id="{545951DD-1C6A-495F-8185-4C73F8F8B75A}" type="slidenum">
              <a:rPr lang="en-US" smtClean="0"/>
              <a:pPr/>
              <a:t>‹#›</a:t>
            </a:fld>
            <a:endParaRPr lang="en-US"/>
          </a:p>
        </p:txBody>
      </p:sp>
      <p:grpSp>
        <p:nvGrpSpPr>
          <p:cNvPr id="9" name="Graphic 11">
            <a:extLst>
              <a:ext uri="{FF2B5EF4-FFF2-40B4-BE49-F238E27FC236}">
                <a16:creationId xmlns:a16="http://schemas.microsoft.com/office/drawing/2014/main" id="{3AFDA6EC-F399-73DA-5027-21768A87A387}"/>
              </a:ext>
            </a:extLst>
          </p:cNvPr>
          <p:cNvGrpSpPr/>
          <p:nvPr userDrawn="1"/>
        </p:nvGrpSpPr>
        <p:grpSpPr>
          <a:xfrm rot="16200000">
            <a:off x="11384220" y="6170961"/>
            <a:ext cx="912230" cy="242400"/>
            <a:chOff x="11384220" y="6170961"/>
            <a:chExt cx="912230" cy="242400"/>
          </a:xfrm>
          <a:solidFill>
            <a:srgbClr val="2D2926"/>
          </a:solidFill>
        </p:grpSpPr>
        <p:sp>
          <p:nvSpPr>
            <p:cNvPr id="10" name="Freeform: Shape 10">
              <a:extLst>
                <a:ext uri="{FF2B5EF4-FFF2-40B4-BE49-F238E27FC236}">
                  <a16:creationId xmlns:a16="http://schemas.microsoft.com/office/drawing/2014/main" id="{B0F1A0E7-BC14-6BEB-4D44-142936A7F3F9}"/>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1" name="Freeform: Shape 11">
              <a:extLst>
                <a:ext uri="{FF2B5EF4-FFF2-40B4-BE49-F238E27FC236}">
                  <a16:creationId xmlns:a16="http://schemas.microsoft.com/office/drawing/2014/main" id="{2CE81242-5C8E-924A-9828-0CB634771F83}"/>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4" name="Freeform: Shape 12">
              <a:extLst>
                <a:ext uri="{FF2B5EF4-FFF2-40B4-BE49-F238E27FC236}">
                  <a16:creationId xmlns:a16="http://schemas.microsoft.com/office/drawing/2014/main" id="{7015C2C1-45EC-5F91-E37E-5F3025A2B68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5" name="Freeform: Shape 13">
              <a:extLst>
                <a:ext uri="{FF2B5EF4-FFF2-40B4-BE49-F238E27FC236}">
                  <a16:creationId xmlns:a16="http://schemas.microsoft.com/office/drawing/2014/main" id="{566D63CC-9FB0-18CD-27BF-7968C3F1352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6" name="Freeform: Shape 14">
              <a:extLst>
                <a:ext uri="{FF2B5EF4-FFF2-40B4-BE49-F238E27FC236}">
                  <a16:creationId xmlns:a16="http://schemas.microsoft.com/office/drawing/2014/main" id="{911285A1-54CB-C6B4-E58D-E9C2EEFA1BE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7" name="Freeform: Shape 15">
              <a:extLst>
                <a:ext uri="{FF2B5EF4-FFF2-40B4-BE49-F238E27FC236}">
                  <a16:creationId xmlns:a16="http://schemas.microsoft.com/office/drawing/2014/main" id="{6EB8AF23-D146-AF5D-FF34-4E574E78360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8" name="Freeform: Shape 16">
              <a:extLst>
                <a:ext uri="{FF2B5EF4-FFF2-40B4-BE49-F238E27FC236}">
                  <a16:creationId xmlns:a16="http://schemas.microsoft.com/office/drawing/2014/main" id="{D4981D79-CE1C-53B6-FB4F-5C6A988B259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9" name="Freeform: Shape 17">
              <a:extLst>
                <a:ext uri="{FF2B5EF4-FFF2-40B4-BE49-F238E27FC236}">
                  <a16:creationId xmlns:a16="http://schemas.microsoft.com/office/drawing/2014/main" id="{8E6C08C5-8CF0-5A81-6FE5-463A27F018FF}"/>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0" name="Freeform: Shape 18">
              <a:extLst>
                <a:ext uri="{FF2B5EF4-FFF2-40B4-BE49-F238E27FC236}">
                  <a16:creationId xmlns:a16="http://schemas.microsoft.com/office/drawing/2014/main" id="{8E3929A0-BD91-8861-D4A1-861A98497A84}"/>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1" name="Freeform: Shape 19">
              <a:extLst>
                <a:ext uri="{FF2B5EF4-FFF2-40B4-BE49-F238E27FC236}">
                  <a16:creationId xmlns:a16="http://schemas.microsoft.com/office/drawing/2014/main" id="{2B591DD1-A37D-502F-6266-721E037CC846}"/>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2" name="Freeform: Shape 20">
              <a:extLst>
                <a:ext uri="{FF2B5EF4-FFF2-40B4-BE49-F238E27FC236}">
                  <a16:creationId xmlns:a16="http://schemas.microsoft.com/office/drawing/2014/main" id="{DB750035-2449-0DD6-62D0-542701723180}"/>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3" name="Freeform: Shape 21">
              <a:extLst>
                <a:ext uri="{FF2B5EF4-FFF2-40B4-BE49-F238E27FC236}">
                  <a16:creationId xmlns:a16="http://schemas.microsoft.com/office/drawing/2014/main" id="{2CC0C1BC-95E9-A6CB-9604-0007B89D65C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4" name="Freeform: Shape 22">
              <a:extLst>
                <a:ext uri="{FF2B5EF4-FFF2-40B4-BE49-F238E27FC236}">
                  <a16:creationId xmlns:a16="http://schemas.microsoft.com/office/drawing/2014/main" id="{3A10A75D-3A37-AE9B-411B-23EBC3CF469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5" name="Freeform: Shape 23">
              <a:extLst>
                <a:ext uri="{FF2B5EF4-FFF2-40B4-BE49-F238E27FC236}">
                  <a16:creationId xmlns:a16="http://schemas.microsoft.com/office/drawing/2014/main" id="{59156A5E-038E-D347-1BA1-374169C58F1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6" name="Freeform: Shape 24">
              <a:extLst>
                <a:ext uri="{FF2B5EF4-FFF2-40B4-BE49-F238E27FC236}">
                  <a16:creationId xmlns:a16="http://schemas.microsoft.com/office/drawing/2014/main" id="{3102E551-0352-7D17-63DD-1B30AFFA59F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7" name="Freeform: Shape 25">
              <a:extLst>
                <a:ext uri="{FF2B5EF4-FFF2-40B4-BE49-F238E27FC236}">
                  <a16:creationId xmlns:a16="http://schemas.microsoft.com/office/drawing/2014/main" id="{80C8959A-6147-1A5C-2C9C-EC29F22B5429}"/>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8" name="Freeform: Shape 26">
              <a:extLst>
                <a:ext uri="{FF2B5EF4-FFF2-40B4-BE49-F238E27FC236}">
                  <a16:creationId xmlns:a16="http://schemas.microsoft.com/office/drawing/2014/main" id="{F273E2A4-1D37-9AB2-241C-6DA9523063F6}"/>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9" name="Freeform: Shape 27">
              <a:extLst>
                <a:ext uri="{FF2B5EF4-FFF2-40B4-BE49-F238E27FC236}">
                  <a16:creationId xmlns:a16="http://schemas.microsoft.com/office/drawing/2014/main" id="{5BD551A1-2506-8B46-D680-2BECC08CD431}"/>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grpSp>
    </p:spTree>
    <p:extLst>
      <p:ext uri="{BB962C8B-B14F-4D97-AF65-F5344CB8AC3E}">
        <p14:creationId xmlns:p14="http://schemas.microsoft.com/office/powerpoint/2010/main" val="428528816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3/15/24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pic>
        <p:nvPicPr>
          <p:cNvPr id="5" name="Picture 4">
            <a:extLst>
              <a:ext uri="{FF2B5EF4-FFF2-40B4-BE49-F238E27FC236}">
                <a16:creationId xmlns:a16="http://schemas.microsoft.com/office/drawing/2014/main" id="{33D008CB-0769-6E3F-3298-9EB9BECB5217}"/>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3478881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ith Stripes">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coelenterate&#10;&#10;Description automatically generated">
            <a:extLst>
              <a:ext uri="{FF2B5EF4-FFF2-40B4-BE49-F238E27FC236}">
                <a16:creationId xmlns:a16="http://schemas.microsoft.com/office/drawing/2014/main" id="{378659EB-C540-3CC9-9102-6F981BCB6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015C013-E1B7-1FCC-FB3D-C2E9C6B0EF51}"/>
              </a:ext>
            </a:extLst>
          </p:cNvPr>
          <p:cNvSpPr/>
          <p:nvPr userDrawn="1"/>
        </p:nvSpPr>
        <p:spPr>
          <a:xfrm>
            <a:off x="624348" y="1"/>
            <a:ext cx="10943303" cy="62953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3/15/24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2934374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 Light Bg">
    <p:bg>
      <p:bgRef idx="1001">
        <a:schemeClr val="bg1"/>
      </p:bgRef>
    </p:bg>
    <p:spTree>
      <p:nvGrpSpPr>
        <p:cNvPr id="1" name=""/>
        <p:cNvGrpSpPr/>
        <p:nvPr/>
      </p:nvGrpSpPr>
      <p:grpSpPr>
        <a:xfrm>
          <a:off x="0" y="0"/>
          <a:ext cx="0" cy="0"/>
          <a:chOff x="0" y="0"/>
          <a:chExt cx="0" cy="0"/>
        </a:xfrm>
      </p:grpSpPr>
      <p:pic>
        <p:nvPicPr>
          <p:cNvPr id="29" name="Picture 28" descr="A picture containing coelenterate&#10;&#10;Description automatically generated">
            <a:extLst>
              <a:ext uri="{FF2B5EF4-FFF2-40B4-BE49-F238E27FC236}">
                <a16:creationId xmlns:a16="http://schemas.microsoft.com/office/drawing/2014/main" id="{8059FA69-BA72-6A26-8F76-555D3953C3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r="95882"/>
          <a:stretch/>
        </p:blipFill>
        <p:spPr>
          <a:xfrm>
            <a:off x="0" y="0"/>
            <a:ext cx="502086" cy="6858000"/>
          </a:xfrm>
          <a:prstGeom prst="rect">
            <a:avLst/>
          </a:prstGeom>
        </p:spPr>
      </p:pic>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solidFill>
                  <a:schemeClr val="tx1"/>
                </a:solidFill>
              </a:defRPr>
            </a:lvl1pPr>
            <a:lvl2pPr>
              <a:spcBef>
                <a:spcPts val="500"/>
              </a:spcBef>
              <a:buClr>
                <a:schemeClr val="tx1"/>
              </a:buClr>
              <a:defRPr sz="1400">
                <a:solidFill>
                  <a:schemeClr val="tx1"/>
                </a:solidFill>
              </a:defRPr>
            </a:lvl2pPr>
            <a:lvl3pPr>
              <a:spcBef>
                <a:spcPts val="500"/>
              </a:spcBef>
              <a:buClr>
                <a:schemeClr val="tx1"/>
              </a:buClr>
              <a:defRPr sz="1200">
                <a:solidFill>
                  <a:schemeClr val="tx1"/>
                </a:solidFill>
              </a:defRPr>
            </a:lvl3pPr>
            <a:lvl4pPr>
              <a:spcBef>
                <a:spcPts val="500"/>
              </a:spcBef>
              <a:buClr>
                <a:schemeClr val="tx1"/>
              </a:buClr>
              <a:defRPr sz="1050">
                <a:solidFill>
                  <a:schemeClr val="tx1"/>
                </a:solidFill>
              </a:defRPr>
            </a:lvl4pPr>
            <a:lvl5pPr>
              <a:spcBef>
                <a:spcPts val="500"/>
              </a:spcBef>
              <a:buClr>
                <a:schemeClr val="tx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373BEA2D-691C-4F73-B97E-B731DE7C6E1A}" type="datetime1">
              <a:rPr lang="en-US" smtClean="0"/>
              <a:t>3/15/24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a:xfrm>
            <a:off x="880782" y="6394105"/>
            <a:ext cx="9721979" cy="365125"/>
          </a:xfrm>
        </p:spPr>
        <p:txBody>
          <a:bodyPr/>
          <a:lstStyle/>
          <a:p>
            <a:endParaRPr lang="en-US"/>
          </a:p>
        </p:txBody>
      </p:sp>
      <p:sp>
        <p:nvSpPr>
          <p:cNvPr id="10" name="Slide Number Placeholder 6">
            <a:extLst>
              <a:ext uri="{FF2B5EF4-FFF2-40B4-BE49-F238E27FC236}">
                <a16:creationId xmlns:a16="http://schemas.microsoft.com/office/drawing/2014/main" id="{8FCD7872-5F89-9EC8-BDCF-42C979D76E4F}"/>
              </a:ext>
            </a:extLst>
          </p:cNvPr>
          <p:cNvSpPr>
            <a:spLocks noGrp="1"/>
          </p:cNvSpPr>
          <p:nvPr>
            <p:ph type="sldNum" sz="quarter" idx="12"/>
          </p:nvPr>
        </p:nvSpPr>
        <p:spPr>
          <a:xfrm>
            <a:off x="11674225" y="5477347"/>
            <a:ext cx="305503" cy="306298"/>
          </a:xfrm>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8DA8CF5D-D3E2-44E8-BCE7-0232A0D9B8C0}"/>
              </a:ext>
            </a:extLst>
          </p:cNvPr>
          <p:cNvGrpSpPr/>
          <p:nvPr userDrawn="1"/>
        </p:nvGrpSpPr>
        <p:grpSpPr>
          <a:xfrm rot="16200000">
            <a:off x="11384220" y="6170961"/>
            <a:ext cx="912230" cy="242400"/>
            <a:chOff x="11384220" y="6170961"/>
            <a:chExt cx="912230" cy="242400"/>
          </a:xfrm>
          <a:solidFill>
            <a:schemeClr val="tx1"/>
          </a:solidFill>
        </p:grpSpPr>
        <p:sp>
          <p:nvSpPr>
            <p:cNvPr id="28" name="Freeform: Shape 10">
              <a:extLst>
                <a:ext uri="{FF2B5EF4-FFF2-40B4-BE49-F238E27FC236}">
                  <a16:creationId xmlns:a16="http://schemas.microsoft.com/office/drawing/2014/main" id="{EE4F8DC9-A37A-9BEA-5301-33067CD42A82}"/>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31" name="Freeform: Shape 11">
              <a:extLst>
                <a:ext uri="{FF2B5EF4-FFF2-40B4-BE49-F238E27FC236}">
                  <a16:creationId xmlns:a16="http://schemas.microsoft.com/office/drawing/2014/main" id="{38909B39-88F8-D172-4F78-F77AF15DEC6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32" name="Freeform: Shape 12">
              <a:extLst>
                <a:ext uri="{FF2B5EF4-FFF2-40B4-BE49-F238E27FC236}">
                  <a16:creationId xmlns:a16="http://schemas.microsoft.com/office/drawing/2014/main" id="{C840FD6D-AD97-5A42-536D-64587B3082C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33" name="Freeform: Shape 13">
              <a:extLst>
                <a:ext uri="{FF2B5EF4-FFF2-40B4-BE49-F238E27FC236}">
                  <a16:creationId xmlns:a16="http://schemas.microsoft.com/office/drawing/2014/main" id="{956C1CA8-CDE2-4013-F5C2-D09F149C446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34" name="Freeform: Shape 14">
              <a:extLst>
                <a:ext uri="{FF2B5EF4-FFF2-40B4-BE49-F238E27FC236}">
                  <a16:creationId xmlns:a16="http://schemas.microsoft.com/office/drawing/2014/main" id="{7618EBC2-9437-B75D-6148-FEA0871F8CB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35" name="Freeform: Shape 15">
              <a:extLst>
                <a:ext uri="{FF2B5EF4-FFF2-40B4-BE49-F238E27FC236}">
                  <a16:creationId xmlns:a16="http://schemas.microsoft.com/office/drawing/2014/main" id="{289D85EA-87B5-B7FC-97E3-654D1C4B4EF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36" name="Freeform: Shape 16">
              <a:extLst>
                <a:ext uri="{FF2B5EF4-FFF2-40B4-BE49-F238E27FC236}">
                  <a16:creationId xmlns:a16="http://schemas.microsoft.com/office/drawing/2014/main" id="{38CC7974-2FDA-DC27-3A7B-31194B3BE2D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37" name="Freeform: Shape 17">
              <a:extLst>
                <a:ext uri="{FF2B5EF4-FFF2-40B4-BE49-F238E27FC236}">
                  <a16:creationId xmlns:a16="http://schemas.microsoft.com/office/drawing/2014/main" id="{5554AE7E-B50F-ADDE-1A3F-2EAF8E37BFA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38" name="Freeform: Shape 18">
              <a:extLst>
                <a:ext uri="{FF2B5EF4-FFF2-40B4-BE49-F238E27FC236}">
                  <a16:creationId xmlns:a16="http://schemas.microsoft.com/office/drawing/2014/main" id="{EF1CC554-9132-5DCE-E6DB-F4201F9B41A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39" name="Freeform: Shape 19">
              <a:extLst>
                <a:ext uri="{FF2B5EF4-FFF2-40B4-BE49-F238E27FC236}">
                  <a16:creationId xmlns:a16="http://schemas.microsoft.com/office/drawing/2014/main" id="{9ED09513-F09E-0794-314C-E914F381C2C0}"/>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40" name="Freeform: Shape 20">
              <a:extLst>
                <a:ext uri="{FF2B5EF4-FFF2-40B4-BE49-F238E27FC236}">
                  <a16:creationId xmlns:a16="http://schemas.microsoft.com/office/drawing/2014/main" id="{CC794AE6-B3B6-DBDB-D945-CE0E5E1D8DFB}"/>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41" name="Freeform: Shape 21">
              <a:extLst>
                <a:ext uri="{FF2B5EF4-FFF2-40B4-BE49-F238E27FC236}">
                  <a16:creationId xmlns:a16="http://schemas.microsoft.com/office/drawing/2014/main" id="{E588AD3A-8750-95B2-32FC-CC193B42FE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3B74E4CF-87C3-6A96-D26C-98DD68B2FB1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4119569E-ADCC-845B-7911-E6C1FACD98D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B19243CA-0F61-CABF-2E2D-EDC8660025C8}"/>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7C71C91B-3AAD-44C5-E5CC-D2F7D9B97F9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46" name="Freeform: Shape 26">
              <a:extLst>
                <a:ext uri="{FF2B5EF4-FFF2-40B4-BE49-F238E27FC236}">
                  <a16:creationId xmlns:a16="http://schemas.microsoft.com/office/drawing/2014/main" id="{4DD03CA3-0B99-9A6C-5B4E-E26E10068154}"/>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47" name="Freeform: Shape 27">
              <a:extLst>
                <a:ext uri="{FF2B5EF4-FFF2-40B4-BE49-F238E27FC236}">
                  <a16:creationId xmlns:a16="http://schemas.microsoft.com/office/drawing/2014/main" id="{185CBD20-1EF0-0F48-BE3F-131DF4D6656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5069103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AFAE97-B568-36DB-E5FF-3291FB6602B8}"/>
              </a:ext>
            </a:extLst>
          </p:cNvPr>
          <p:cNvSpPr/>
          <p:nvPr userDrawn="1"/>
        </p:nvSpPr>
        <p:spPr>
          <a:xfrm>
            <a:off x="624349" y="371061"/>
            <a:ext cx="10943303" cy="6493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tx1">
                    <a:lumMod val="95000"/>
                  </a:schemeClr>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3/15/24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a:xfrm>
            <a:off x="876300" y="6394105"/>
            <a:ext cx="9726461" cy="365125"/>
          </a:xfrm>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p:txBody>
          <a:bodyPr/>
          <a:lstStyle/>
          <a:p>
            <a:fld id="{545951DD-1C6A-495F-8185-4C73F8F8B75A}" type="slidenum">
              <a:rPr lang="en-US" smtClean="0"/>
              <a:t>‹#›</a:t>
            </a:fld>
            <a:endParaRPr lang="en-US"/>
          </a:p>
        </p:txBody>
      </p:sp>
    </p:spTree>
    <p:extLst>
      <p:ext uri="{BB962C8B-B14F-4D97-AF65-F5344CB8AC3E}">
        <p14:creationId xmlns:p14="http://schemas.microsoft.com/office/powerpoint/2010/main" val="2667508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accent1"/>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3/15/24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0" name="Graphic 11">
            <a:extLst>
              <a:ext uri="{FF2B5EF4-FFF2-40B4-BE49-F238E27FC236}">
                <a16:creationId xmlns:a16="http://schemas.microsoft.com/office/drawing/2014/main" id="{5EDD6EAF-3491-4DED-95E5-C9B675F650B1}"/>
              </a:ext>
            </a:extLst>
          </p:cNvPr>
          <p:cNvGrpSpPr/>
          <p:nvPr userDrawn="1"/>
        </p:nvGrpSpPr>
        <p:grpSpPr>
          <a:xfrm rot="16200000">
            <a:off x="11384220" y="6170961"/>
            <a:ext cx="912230" cy="242400"/>
            <a:chOff x="11384220" y="6170961"/>
            <a:chExt cx="912230" cy="242400"/>
          </a:xfrm>
          <a:solidFill>
            <a:schemeClr val="tx1"/>
          </a:solidFill>
        </p:grpSpPr>
        <p:sp>
          <p:nvSpPr>
            <p:cNvPr id="11" name="Freeform: Shape 10">
              <a:extLst>
                <a:ext uri="{FF2B5EF4-FFF2-40B4-BE49-F238E27FC236}">
                  <a16:creationId xmlns:a16="http://schemas.microsoft.com/office/drawing/2014/main" id="{0657A6F7-A6C5-4CF9-817C-5D2ABE1DB4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D671506-1CB1-4BE4-9EA6-5738AC676227}"/>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02DF189-3AC7-47B8-A29F-B3549135E4E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73A624-953A-4B2A-BAFB-04ADE5DF381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4D2E889-DDCB-4E86-B36C-B3691C6715A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6F0B94D-C445-4D16-B566-CDE84049B9E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42167FF-8206-49C8-8F24-685B9FA0D757}"/>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1FA3F1-EAB7-4F9D-A3A4-76CED4D027EB}"/>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A4FFAC8-B4CE-4EA4-8349-DA7B23C4233F}"/>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FEE9CB3-08F3-4009-B4B9-4E288E5DA4E3}"/>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79500D-A1F7-46BC-84F0-A21767BF481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A0F95A-C9BF-4BD2-A532-2CBD2CF5F863}"/>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AC8414-F433-41AD-82E8-19A70E74FE0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800FF2B-7E0F-4FD0-8C07-208662F7757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A720E36-448C-4542-AB9B-6CC90A36A0C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ABF7E2-8688-4D07-99AF-149EB1D9024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6A4200-BEC9-46AD-90A8-7ED62CF17469}"/>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2EDDC8-C738-495A-A3D5-AFCA4BFF1DE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8" name="Picture 7">
            <a:extLst>
              <a:ext uri="{FF2B5EF4-FFF2-40B4-BE49-F238E27FC236}">
                <a16:creationId xmlns:a16="http://schemas.microsoft.com/office/drawing/2014/main" id="{33D62977-DD1C-6BFF-8532-1FD64BA32B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64445318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A5333-09F7-95E8-2244-541A189B88D2}"/>
              </a:ext>
            </a:extLst>
          </p:cNvPr>
          <p:cNvSpPr>
            <a:spLocks noGrp="1"/>
          </p:cNvSpPr>
          <p:nvPr>
            <p:ph sz="half" idx="14"/>
          </p:nvPr>
        </p:nvSpPr>
        <p:spPr bwMode="ltGray">
          <a:xfrm>
            <a:off x="643256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229855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3/15/24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5" name="Title 1">
            <a:extLst>
              <a:ext uri="{FF2B5EF4-FFF2-40B4-BE49-F238E27FC236}">
                <a16:creationId xmlns:a16="http://schemas.microsoft.com/office/drawing/2014/main" id="{17CD4A9C-F46B-3030-6E82-425BEBFF414C}"/>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2-Column Comparison Layout</a:t>
            </a:r>
          </a:p>
        </p:txBody>
      </p:sp>
      <p:sp>
        <p:nvSpPr>
          <p:cNvPr id="21" name="Text Placeholder 2">
            <a:extLst>
              <a:ext uri="{FF2B5EF4-FFF2-40B4-BE49-F238E27FC236}">
                <a16:creationId xmlns:a16="http://schemas.microsoft.com/office/drawing/2014/main" id="{D1044536-CF7F-CE5A-2370-FFA3855AAA03}"/>
              </a:ext>
            </a:extLst>
          </p:cNvPr>
          <p:cNvSpPr>
            <a:spLocks noGrp="1"/>
          </p:cNvSpPr>
          <p:nvPr>
            <p:ph type="body" idx="16" hasCustomPrompt="1"/>
          </p:nvPr>
        </p:nvSpPr>
        <p:spPr>
          <a:xfrm>
            <a:off x="2298555"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2">
            <a:extLst>
              <a:ext uri="{FF2B5EF4-FFF2-40B4-BE49-F238E27FC236}">
                <a16:creationId xmlns:a16="http://schemas.microsoft.com/office/drawing/2014/main" id="{B95AFFA7-E436-9E56-03E3-FD736679D5E2}"/>
              </a:ext>
            </a:extLst>
          </p:cNvPr>
          <p:cNvSpPr>
            <a:spLocks noGrp="1"/>
          </p:cNvSpPr>
          <p:nvPr>
            <p:ph type="body" idx="17" hasCustomPrompt="1"/>
          </p:nvPr>
        </p:nvSpPr>
        <p:spPr>
          <a:xfrm>
            <a:off x="6432564"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6" name="Picture 5">
            <a:extLst>
              <a:ext uri="{FF2B5EF4-FFF2-40B4-BE49-F238E27FC236}">
                <a16:creationId xmlns:a16="http://schemas.microsoft.com/office/drawing/2014/main" id="{17A36431-59F4-E271-40CD-D2438F2BA2A8}"/>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554773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mparison on Lt Purp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6D716-406C-36DD-49E4-F9328F94C0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40" name="Rectangle 39">
            <a:extLst>
              <a:ext uri="{FF2B5EF4-FFF2-40B4-BE49-F238E27FC236}">
                <a16:creationId xmlns:a16="http://schemas.microsoft.com/office/drawing/2014/main" id="{26134057-B7F3-3D57-4F73-ABCC3F543067}"/>
              </a:ext>
            </a:extLst>
          </p:cNvPr>
          <p:cNvSpPr/>
          <p:nvPr userDrawn="1"/>
        </p:nvSpPr>
        <p:spPr>
          <a:xfrm>
            <a:off x="624348" y="7883"/>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1CF4998F-7F3F-50BB-409C-DF72C4639530}"/>
              </a:ext>
            </a:extLst>
          </p:cNvPr>
          <p:cNvSpPr>
            <a:spLocks noGrp="1"/>
          </p:cNvSpPr>
          <p:nvPr>
            <p:ph type="body" idx="1" hasCustomPrompt="1"/>
          </p:nvPr>
        </p:nvSpPr>
        <p:spPr>
          <a:xfrm>
            <a:off x="2298555"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3">
            <a:extLst>
              <a:ext uri="{FF2B5EF4-FFF2-40B4-BE49-F238E27FC236}">
                <a16:creationId xmlns:a16="http://schemas.microsoft.com/office/drawing/2014/main" id="{4FAEB5A6-612B-0615-E4AC-714FE3FABDBA}"/>
              </a:ext>
            </a:extLst>
          </p:cNvPr>
          <p:cNvSpPr>
            <a:spLocks noGrp="1"/>
          </p:cNvSpPr>
          <p:nvPr>
            <p:ph sz="half" idx="2"/>
          </p:nvPr>
        </p:nvSpPr>
        <p:spPr bwMode="ltGray">
          <a:xfrm>
            <a:off x="2298555"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Date Placeholder 6">
            <a:extLst>
              <a:ext uri="{FF2B5EF4-FFF2-40B4-BE49-F238E27FC236}">
                <a16:creationId xmlns:a16="http://schemas.microsoft.com/office/drawing/2014/main" id="{909CDFD2-51AB-8C70-72C4-5677DA5D65C8}"/>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2D906BD4-2413-4A90-B04A-7B96E026DD1E}" type="datetime1">
              <a:rPr lang="en-US" smtClean="0"/>
              <a:pPr/>
              <a:t>3/15/24</a:t>
            </a:fld>
            <a:endParaRPr lang="en-US"/>
          </a:p>
        </p:txBody>
      </p:sp>
      <p:sp>
        <p:nvSpPr>
          <p:cNvPr id="35" name="Footer Placeholder 7">
            <a:extLst>
              <a:ext uri="{FF2B5EF4-FFF2-40B4-BE49-F238E27FC236}">
                <a16:creationId xmlns:a16="http://schemas.microsoft.com/office/drawing/2014/main" id="{BB0B9A30-913A-AF66-AEF6-E48F574D867C}"/>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8" name="Text Placeholder 2">
            <a:extLst>
              <a:ext uri="{FF2B5EF4-FFF2-40B4-BE49-F238E27FC236}">
                <a16:creationId xmlns:a16="http://schemas.microsoft.com/office/drawing/2014/main" id="{B0262FED-DEA5-713F-9E79-38779BD0EDBA}"/>
              </a:ext>
            </a:extLst>
          </p:cNvPr>
          <p:cNvSpPr>
            <a:spLocks noGrp="1"/>
          </p:cNvSpPr>
          <p:nvPr>
            <p:ph type="body" idx="13" hasCustomPrompt="1"/>
          </p:nvPr>
        </p:nvSpPr>
        <p:spPr>
          <a:xfrm>
            <a:off x="6434327"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Slide Number Placeholder 8">
            <a:extLst>
              <a:ext uri="{FF2B5EF4-FFF2-40B4-BE49-F238E27FC236}">
                <a16:creationId xmlns:a16="http://schemas.microsoft.com/office/drawing/2014/main" id="{24F8CBD6-8AC1-7279-EECE-BB3D7827F87B}"/>
              </a:ext>
            </a:extLst>
          </p:cNvPr>
          <p:cNvSpPr>
            <a:spLocks noGrp="1"/>
          </p:cNvSpPr>
          <p:nvPr>
            <p:ph type="sldNum" sz="quarter" idx="12"/>
          </p:nvPr>
        </p:nvSpPr>
        <p:spPr>
          <a:xfrm>
            <a:off x="11674225" y="5440276"/>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42" name="Graphic 11">
            <a:extLst>
              <a:ext uri="{FF2B5EF4-FFF2-40B4-BE49-F238E27FC236}">
                <a16:creationId xmlns:a16="http://schemas.microsoft.com/office/drawing/2014/main" id="{491DE3A3-6C12-D07C-F62B-73188E535214}"/>
              </a:ext>
            </a:extLst>
          </p:cNvPr>
          <p:cNvGrpSpPr/>
          <p:nvPr userDrawn="1"/>
        </p:nvGrpSpPr>
        <p:grpSpPr>
          <a:xfrm rot="16200000">
            <a:off x="11384220" y="6170961"/>
            <a:ext cx="912230" cy="242400"/>
            <a:chOff x="11384220" y="6170961"/>
            <a:chExt cx="912230" cy="242400"/>
          </a:xfrm>
          <a:solidFill>
            <a:schemeClr val="bg1"/>
          </a:solidFill>
        </p:grpSpPr>
        <p:sp>
          <p:nvSpPr>
            <p:cNvPr id="43" name="Freeform: Shape 4">
              <a:extLst>
                <a:ext uri="{FF2B5EF4-FFF2-40B4-BE49-F238E27FC236}">
                  <a16:creationId xmlns:a16="http://schemas.microsoft.com/office/drawing/2014/main" id="{B04BA0E4-5605-35B8-4613-3F5DAE0FDA0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44" name="Freeform: Shape 5">
              <a:extLst>
                <a:ext uri="{FF2B5EF4-FFF2-40B4-BE49-F238E27FC236}">
                  <a16:creationId xmlns:a16="http://schemas.microsoft.com/office/drawing/2014/main" id="{99B86F9D-C9E6-6EA1-B72F-4C14E21F4A80}"/>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45" name="Freeform: Shape 10">
              <a:extLst>
                <a:ext uri="{FF2B5EF4-FFF2-40B4-BE49-F238E27FC236}">
                  <a16:creationId xmlns:a16="http://schemas.microsoft.com/office/drawing/2014/main" id="{8909B5CE-87D7-A464-AB31-A6A3E0509BB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46" name="Freeform: Shape 12">
              <a:extLst>
                <a:ext uri="{FF2B5EF4-FFF2-40B4-BE49-F238E27FC236}">
                  <a16:creationId xmlns:a16="http://schemas.microsoft.com/office/drawing/2014/main" id="{315F964F-5EB1-E817-1608-544A403FCB1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47" name="Freeform: Shape 13">
              <a:extLst>
                <a:ext uri="{FF2B5EF4-FFF2-40B4-BE49-F238E27FC236}">
                  <a16:creationId xmlns:a16="http://schemas.microsoft.com/office/drawing/2014/main" id="{3C412AAE-330A-D886-0E8D-F823B023378C}"/>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48" name="Freeform: Shape 14">
              <a:extLst>
                <a:ext uri="{FF2B5EF4-FFF2-40B4-BE49-F238E27FC236}">
                  <a16:creationId xmlns:a16="http://schemas.microsoft.com/office/drawing/2014/main" id="{9839C854-E30A-4831-EBCE-480E2F22B3B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9" name="Freeform: Shape 15">
              <a:extLst>
                <a:ext uri="{FF2B5EF4-FFF2-40B4-BE49-F238E27FC236}">
                  <a16:creationId xmlns:a16="http://schemas.microsoft.com/office/drawing/2014/main" id="{B144DA6E-DFC5-686B-FADC-2DA8E65128B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50" name="Freeform: Shape 16">
              <a:extLst>
                <a:ext uri="{FF2B5EF4-FFF2-40B4-BE49-F238E27FC236}">
                  <a16:creationId xmlns:a16="http://schemas.microsoft.com/office/drawing/2014/main" id="{4E41BFFC-EE41-FBE7-69E9-26423ACD423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51" name="Freeform: Shape 17">
              <a:extLst>
                <a:ext uri="{FF2B5EF4-FFF2-40B4-BE49-F238E27FC236}">
                  <a16:creationId xmlns:a16="http://schemas.microsoft.com/office/drawing/2014/main" id="{70F4C0BF-16CA-5D17-F93B-BFFE57168AE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52" name="Freeform: Shape 18">
              <a:extLst>
                <a:ext uri="{FF2B5EF4-FFF2-40B4-BE49-F238E27FC236}">
                  <a16:creationId xmlns:a16="http://schemas.microsoft.com/office/drawing/2014/main" id="{4C3A4C8C-6493-BE7B-60F4-D91133FF6C9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53" name="Freeform: Shape 19">
              <a:extLst>
                <a:ext uri="{FF2B5EF4-FFF2-40B4-BE49-F238E27FC236}">
                  <a16:creationId xmlns:a16="http://schemas.microsoft.com/office/drawing/2014/main" id="{5A616AA1-B574-34B2-9493-5FC82813B7A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54" name="Freeform: Shape 20">
              <a:extLst>
                <a:ext uri="{FF2B5EF4-FFF2-40B4-BE49-F238E27FC236}">
                  <a16:creationId xmlns:a16="http://schemas.microsoft.com/office/drawing/2014/main" id="{C29E207B-313D-3A5A-25B2-B0E70E71017A}"/>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55" name="Freeform: Shape 21">
              <a:extLst>
                <a:ext uri="{FF2B5EF4-FFF2-40B4-BE49-F238E27FC236}">
                  <a16:creationId xmlns:a16="http://schemas.microsoft.com/office/drawing/2014/main" id="{B7114406-F44C-54A5-6396-E7DA9A90648A}"/>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56" name="Freeform: Shape 22">
              <a:extLst>
                <a:ext uri="{FF2B5EF4-FFF2-40B4-BE49-F238E27FC236}">
                  <a16:creationId xmlns:a16="http://schemas.microsoft.com/office/drawing/2014/main" id="{EB752763-F6D5-22A7-D2CC-BDDBA823078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57" name="Freeform: Shape 23">
              <a:extLst>
                <a:ext uri="{FF2B5EF4-FFF2-40B4-BE49-F238E27FC236}">
                  <a16:creationId xmlns:a16="http://schemas.microsoft.com/office/drawing/2014/main" id="{C07C6E36-25DD-DBE4-586A-F99BD94C8D76}"/>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58" name="Freeform: Shape 24">
              <a:extLst>
                <a:ext uri="{FF2B5EF4-FFF2-40B4-BE49-F238E27FC236}">
                  <a16:creationId xmlns:a16="http://schemas.microsoft.com/office/drawing/2014/main" id="{E5F37716-72D3-01BA-9A62-2A8964D4B475}"/>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9" name="Freeform: Shape 25">
              <a:extLst>
                <a:ext uri="{FF2B5EF4-FFF2-40B4-BE49-F238E27FC236}">
                  <a16:creationId xmlns:a16="http://schemas.microsoft.com/office/drawing/2014/main" id="{0BE6737D-AAA8-1C2C-248C-4C4BAC813277}"/>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60" name="Freeform: Shape 26">
              <a:extLst>
                <a:ext uri="{FF2B5EF4-FFF2-40B4-BE49-F238E27FC236}">
                  <a16:creationId xmlns:a16="http://schemas.microsoft.com/office/drawing/2014/main" id="{B6F0FE35-E9E6-F572-0ECB-B924FB56608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61" name="Title 1">
            <a:extLst>
              <a:ext uri="{FF2B5EF4-FFF2-40B4-BE49-F238E27FC236}">
                <a16:creationId xmlns:a16="http://schemas.microsoft.com/office/drawing/2014/main" id="{84A47278-038A-E352-94CA-258CEF3DA586}"/>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2" name="Content Placeholder 3">
            <a:extLst>
              <a:ext uri="{FF2B5EF4-FFF2-40B4-BE49-F238E27FC236}">
                <a16:creationId xmlns:a16="http://schemas.microsoft.com/office/drawing/2014/main" id="{757618CE-AA05-B4E6-872D-0BC550134213}"/>
              </a:ext>
            </a:extLst>
          </p:cNvPr>
          <p:cNvSpPr>
            <a:spLocks noGrp="1"/>
          </p:cNvSpPr>
          <p:nvPr>
            <p:ph sz="half" idx="14"/>
          </p:nvPr>
        </p:nvSpPr>
        <p:spPr bwMode="ltGray">
          <a:xfrm>
            <a:off x="6440787"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02162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01C5765-43BC-4387-261E-F79CD2129EF6}"/>
              </a:ext>
            </a:extLst>
          </p:cNvPr>
          <p:cNvSpPr/>
          <p:nvPr userDrawn="1"/>
        </p:nvSpPr>
        <p:spPr>
          <a:xfrm>
            <a:off x="624348" y="350698"/>
            <a:ext cx="10943303" cy="5952519"/>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BCF2E2-C158-42C8-966A-12FC2DC18EEA}"/>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2D906BD4-2413-4A90-B04A-7B96E026DD1E}" type="datetime1">
              <a:rPr lang="en-US" smtClean="0"/>
              <a:pPr/>
              <a:t>3/15/24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a:xfrm>
            <a:off x="839788" y="6394105"/>
            <a:ext cx="9762973" cy="36512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0A7F6100-F583-4F7E-BAEE-005425A8513D}"/>
              </a:ext>
            </a:extLst>
          </p:cNvPr>
          <p:cNvGrpSpPr/>
          <p:nvPr userDrawn="1"/>
        </p:nvGrpSpPr>
        <p:grpSpPr>
          <a:xfrm rot="16200000">
            <a:off x="11384220" y="6170961"/>
            <a:ext cx="912230" cy="242400"/>
            <a:chOff x="11384220" y="6170961"/>
            <a:chExt cx="912230" cy="242400"/>
          </a:xfrm>
          <a:solidFill>
            <a:schemeClr val="bg1"/>
          </a:solidFill>
        </p:grpSpPr>
        <p:sp>
          <p:nvSpPr>
            <p:cNvPr id="13" name="Freeform: Shape 12">
              <a:extLst>
                <a:ext uri="{FF2B5EF4-FFF2-40B4-BE49-F238E27FC236}">
                  <a16:creationId xmlns:a16="http://schemas.microsoft.com/office/drawing/2014/main" id="{32419910-49D9-4DB3-98D2-1917CE78DDC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A1B71FE-5B58-4449-9C51-ED464C6DE53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729E27-7293-48B3-A2DC-0B8D98B8E0D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6B24689-FE85-47BB-804A-58C7F8F6EE7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36FDF5-5725-46EC-8F94-12C18079D8F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21A98E-DBBB-4598-936C-63B4732F8C8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CDE724-36AA-4EE8-BBA8-D9C279EBD9C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87B1FD-6F89-493A-8126-8D208FCAF59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D70DF5-56D8-4111-9CD7-7243612FA7F2}"/>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050B6B0-A6C8-496F-BB2F-B491FC0E90B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D58504-A63B-454E-8C5C-0E1E4CA769C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BB74CBF-BCCF-45AC-881F-5E1BA9AF5EB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25A49A-5567-41AE-A0DE-717D6AC2FB70}"/>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78B2DF0-F588-4E63-B3C3-04D17E6D3C33}"/>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4DE7CAC-68B6-4773-90E1-C301B68B361C}"/>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7B81F84-A5AB-42F3-9EE3-B4A95FD907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612E94-0C2C-425B-8FD7-B3FA6B1B600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C14BCE4-E20F-4BCB-8AF8-0B768A37BB4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3F54F572-40B2-4DF4-DCEF-BD0FBBA6CBE4}"/>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Text Placeholder 2">
            <a:extLst>
              <a:ext uri="{FF2B5EF4-FFF2-40B4-BE49-F238E27FC236}">
                <a16:creationId xmlns:a16="http://schemas.microsoft.com/office/drawing/2014/main" id="{F7465710-8A94-E492-CA82-FC8726BFC9E3}"/>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3">
            <a:extLst>
              <a:ext uri="{FF2B5EF4-FFF2-40B4-BE49-F238E27FC236}">
                <a16:creationId xmlns:a16="http://schemas.microsoft.com/office/drawing/2014/main" id="{F7E92C58-C16A-48B5-4649-1F879374E8B4}"/>
              </a:ext>
            </a:extLst>
          </p:cNvPr>
          <p:cNvSpPr>
            <a:spLocks noGrp="1"/>
          </p:cNvSpPr>
          <p:nvPr>
            <p:ph sz="half" idx="2"/>
          </p:nvPr>
        </p:nvSpPr>
        <p:spPr bwMode="ltGray">
          <a:xfrm>
            <a:off x="2298555"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414898-020C-D28D-70B3-726EE9DB9E3D}"/>
              </a:ext>
            </a:extLst>
          </p:cNvPr>
          <p:cNvSpPr>
            <a:spLocks noGrp="1"/>
          </p:cNvSpPr>
          <p:nvPr>
            <p:ph sz="half" idx="14"/>
          </p:nvPr>
        </p:nvSpPr>
        <p:spPr bwMode="ltGray">
          <a:xfrm>
            <a:off x="6440787"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2130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3/15/24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2" name="Graphic 11">
            <a:extLst>
              <a:ext uri="{FF2B5EF4-FFF2-40B4-BE49-F238E27FC236}">
                <a16:creationId xmlns:a16="http://schemas.microsoft.com/office/drawing/2014/main" id="{992BE47C-90C2-46CE-90AE-CEFE0732F1BC}"/>
              </a:ext>
            </a:extLst>
          </p:cNvPr>
          <p:cNvGrpSpPr/>
          <p:nvPr userDrawn="1"/>
        </p:nvGrpSpPr>
        <p:grpSpPr>
          <a:xfrm rot="16200000">
            <a:off x="11384220" y="6170961"/>
            <a:ext cx="912230" cy="242400"/>
            <a:chOff x="11384220" y="6170961"/>
            <a:chExt cx="912230" cy="242400"/>
          </a:xfrm>
          <a:solidFill>
            <a:schemeClr val="tx1"/>
          </a:solidFill>
        </p:grpSpPr>
        <p:sp>
          <p:nvSpPr>
            <p:cNvPr id="13" name="Freeform: Shape 12">
              <a:extLst>
                <a:ext uri="{FF2B5EF4-FFF2-40B4-BE49-F238E27FC236}">
                  <a16:creationId xmlns:a16="http://schemas.microsoft.com/office/drawing/2014/main" id="{E52677E4-BD7F-4053-89FC-3C6E4C05692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0A4F6A-7B4C-42B6-937B-62EA8200162F}"/>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DA4297-BDC6-48EA-909D-1908E17A624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EDADE1-DDA0-4011-9FA5-4B9E24FA90D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F641A17-5BE6-4EC0-91EE-2EA283B0A27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98556E-AB9C-4176-81F5-3279D8A7A708}"/>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B5272D2-885B-4C4C-BD01-F486F00D730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0FEA1AF-56EB-415B-BFB7-0E033209AAE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A9EEF-FCC0-466B-BAD9-E9F943715CA6}"/>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E07C2-6761-40DB-A2DD-9EFAC1FADA0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771909B-04CA-49D9-9291-319F1820E0A3}"/>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C8388B3-3736-4BF2-B20F-40EE94022DD1}"/>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7425CE4-0046-4A66-A0CD-6EEEAB2B75B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08D9CA7-8BD3-43CD-AE33-89F3FA2277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00D16D8-9CAD-4182-99F6-07CF6DE182E1}"/>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5FA30EF-A221-46D7-A158-C151592E944C}"/>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490DF44-9E14-4CBC-B661-843360D66995}"/>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61335D3-D5E5-40BD-A027-169B7D0FB49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4946EA5B-1D77-F90D-48B2-573255F27523}"/>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ext Placeholder 2">
            <a:extLst>
              <a:ext uri="{FF2B5EF4-FFF2-40B4-BE49-F238E27FC236}">
                <a16:creationId xmlns:a16="http://schemas.microsoft.com/office/drawing/2014/main" id="{4A77FD70-D677-909E-82E5-DD8B131154EB}"/>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itle 1">
            <a:extLst>
              <a:ext uri="{FF2B5EF4-FFF2-40B4-BE49-F238E27FC236}">
                <a16:creationId xmlns:a16="http://schemas.microsoft.com/office/drawing/2014/main" id="{1D1FAD5B-7F52-B925-BD41-F2326F121ACC}"/>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2-Column Comparison Layout</a:t>
            </a:r>
          </a:p>
        </p:txBody>
      </p:sp>
      <p:pic>
        <p:nvPicPr>
          <p:cNvPr id="40" name="Picture 39">
            <a:extLst>
              <a:ext uri="{FF2B5EF4-FFF2-40B4-BE49-F238E27FC236}">
                <a16:creationId xmlns:a16="http://schemas.microsoft.com/office/drawing/2014/main" id="{50C03FB4-920B-8A6E-3B6D-9510A3EC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
        <p:nvSpPr>
          <p:cNvPr id="41" name="Content Placeholder 3">
            <a:extLst>
              <a:ext uri="{FF2B5EF4-FFF2-40B4-BE49-F238E27FC236}">
                <a16:creationId xmlns:a16="http://schemas.microsoft.com/office/drawing/2014/main" id="{35F4C2E9-F1B0-1474-4F6B-91A53F854FFB}"/>
              </a:ext>
            </a:extLst>
          </p:cNvPr>
          <p:cNvSpPr>
            <a:spLocks noGrp="1"/>
          </p:cNvSpPr>
          <p:nvPr>
            <p:ph sz="half" idx="14"/>
          </p:nvPr>
        </p:nvSpPr>
        <p:spPr bwMode="ltGray">
          <a:xfrm>
            <a:off x="643256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3">
            <a:extLst>
              <a:ext uri="{FF2B5EF4-FFF2-40B4-BE49-F238E27FC236}">
                <a16:creationId xmlns:a16="http://schemas.microsoft.com/office/drawing/2014/main" id="{9CE62C7A-C92B-0102-D4E5-4E0638E6103C}"/>
              </a:ext>
            </a:extLst>
          </p:cNvPr>
          <p:cNvSpPr>
            <a:spLocks noGrp="1"/>
          </p:cNvSpPr>
          <p:nvPr>
            <p:ph sz="half" idx="2"/>
          </p:nvPr>
        </p:nvSpPr>
        <p:spPr bwMode="ltGray">
          <a:xfrm>
            <a:off x="229855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4853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 Comparison">
    <p:bg>
      <p:bgPr>
        <a:solidFill>
          <a:schemeClr val="accent1"/>
        </a:solidFill>
        <a:effectLst/>
      </p:bgPr>
    </p:bg>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B6678BE2-75EF-1F1C-8F1C-A3E0126B2D40}"/>
              </a:ext>
            </a:extLst>
          </p:cNvPr>
          <p:cNvSpPr>
            <a:spLocks noGrp="1"/>
          </p:cNvSpPr>
          <p:nvPr>
            <p:ph type="body" idx="16" hasCustomPrompt="1"/>
          </p:nvPr>
        </p:nvSpPr>
        <p:spPr>
          <a:xfrm>
            <a:off x="836612"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39788"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3/15/24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7" name="Text Placeholder 2">
            <a:extLst>
              <a:ext uri="{FF2B5EF4-FFF2-40B4-BE49-F238E27FC236}">
                <a16:creationId xmlns:a16="http://schemas.microsoft.com/office/drawing/2014/main" id="{B2B390B0-37FD-1C66-A829-A0D06E14382D}"/>
              </a:ext>
            </a:extLst>
          </p:cNvPr>
          <p:cNvSpPr>
            <a:spLocks noGrp="1"/>
          </p:cNvSpPr>
          <p:nvPr>
            <p:ph type="body" idx="17" hasCustomPrompt="1"/>
          </p:nvPr>
        </p:nvSpPr>
        <p:spPr>
          <a:xfrm>
            <a:off x="4420640"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2">
            <a:extLst>
              <a:ext uri="{FF2B5EF4-FFF2-40B4-BE49-F238E27FC236}">
                <a16:creationId xmlns:a16="http://schemas.microsoft.com/office/drawing/2014/main" id="{6EEACA0D-7DC5-01F3-8464-D4BA9640AE24}"/>
              </a:ext>
            </a:extLst>
          </p:cNvPr>
          <p:cNvSpPr>
            <a:spLocks noGrp="1"/>
          </p:cNvSpPr>
          <p:nvPr>
            <p:ph type="body" idx="19" hasCustomPrompt="1"/>
          </p:nvPr>
        </p:nvSpPr>
        <p:spPr>
          <a:xfrm>
            <a:off x="8036199"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FDB0CA3-9633-8290-5CA4-4B77E1935CD2}"/>
              </a:ext>
            </a:extLst>
          </p:cNvPr>
          <p:cNvSpPr>
            <a:spLocks noGrp="1"/>
          </p:cNvSpPr>
          <p:nvPr>
            <p:ph type="title" hasCustomPrompt="1"/>
          </p:nvPr>
        </p:nvSpPr>
        <p:spPr>
          <a:xfrm>
            <a:off x="839788" y="519426"/>
            <a:ext cx="10515600" cy="1325563"/>
          </a:xfrm>
        </p:spPr>
        <p:txBody>
          <a:bodyPr anchor="ctr"/>
          <a:lstStyle>
            <a:lvl1pPr algn="ctr">
              <a:defRPr baseline="0">
                <a:solidFill>
                  <a:schemeClr val="tx1">
                    <a:lumMod val="95000"/>
                  </a:schemeClr>
                </a:solidFill>
              </a:defRPr>
            </a:lvl1pPr>
          </a:lstStyle>
          <a:p>
            <a:r>
              <a:rPr lang="en-US"/>
              <a:t>3-Column Comparison Layout</a:t>
            </a:r>
          </a:p>
        </p:txBody>
      </p:sp>
      <p:sp>
        <p:nvSpPr>
          <p:cNvPr id="3" name="Content Placeholder 3">
            <a:extLst>
              <a:ext uri="{FF2B5EF4-FFF2-40B4-BE49-F238E27FC236}">
                <a16:creationId xmlns:a16="http://schemas.microsoft.com/office/drawing/2014/main" id="{CF7CAE34-33F8-0A69-52D3-B435DFAF0F8C}"/>
              </a:ext>
            </a:extLst>
          </p:cNvPr>
          <p:cNvSpPr>
            <a:spLocks noGrp="1"/>
          </p:cNvSpPr>
          <p:nvPr>
            <p:ph sz="half" idx="20"/>
          </p:nvPr>
        </p:nvSpPr>
        <p:spPr bwMode="ltGray">
          <a:xfrm>
            <a:off x="4402794"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46707D49-09D3-7E2A-4112-92EB98F04713}"/>
              </a:ext>
            </a:extLst>
          </p:cNvPr>
          <p:cNvSpPr>
            <a:spLocks noGrp="1"/>
          </p:cNvSpPr>
          <p:nvPr>
            <p:ph sz="half" idx="21"/>
          </p:nvPr>
        </p:nvSpPr>
        <p:spPr bwMode="ltGray">
          <a:xfrm>
            <a:off x="8018352"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EC1FE095-1FC2-2EBA-56C9-99D255475BE6}"/>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158637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on Lt Purple">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27E39E-887E-F7BD-05D9-E63C92A5F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 name="Rectangle 4">
            <a:extLst>
              <a:ext uri="{FF2B5EF4-FFF2-40B4-BE49-F238E27FC236}">
                <a16:creationId xmlns:a16="http://schemas.microsoft.com/office/drawing/2014/main" id="{51D04206-384F-3335-8E56-80FA86D76127}"/>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aphic 11">
            <a:extLst>
              <a:ext uri="{FF2B5EF4-FFF2-40B4-BE49-F238E27FC236}">
                <a16:creationId xmlns:a16="http://schemas.microsoft.com/office/drawing/2014/main" id="{DFCEA103-2BA6-4E0B-B138-7F7C90C25338}"/>
              </a:ext>
            </a:extLst>
          </p:cNvPr>
          <p:cNvGrpSpPr/>
          <p:nvPr userDrawn="1"/>
        </p:nvGrpSpPr>
        <p:grpSpPr>
          <a:xfrm rot="16200000">
            <a:off x="11384220" y="6170961"/>
            <a:ext cx="912230" cy="242400"/>
            <a:chOff x="11384220" y="6170961"/>
            <a:chExt cx="912230" cy="242400"/>
          </a:xfrm>
          <a:solidFill>
            <a:schemeClr val="bg1"/>
          </a:solidFill>
        </p:grpSpPr>
        <p:sp>
          <p:nvSpPr>
            <p:cNvPr id="33" name="Freeform: Shape 32">
              <a:extLst>
                <a:ext uri="{FF2B5EF4-FFF2-40B4-BE49-F238E27FC236}">
                  <a16:creationId xmlns:a16="http://schemas.microsoft.com/office/drawing/2014/main" id="{9F6A2A6F-EEFF-463D-BFA4-1D0418152A2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FD8DEE0-57EA-4A59-9DF9-F924AC7DCB98}"/>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014A642-9127-4D21-9EE4-17051BAEDCF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A1F0C59-EE67-4F87-83FB-13A93F87F41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11786CC-8040-4477-A871-ADE22F9B29C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E449A1-7C20-41CA-BE11-D636F62A9839}"/>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80FD0E3-F2A6-4243-BDAE-ACE818FCEFBD}"/>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64D691E-23AB-4618-9323-3DC7D40A1E02}"/>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ABC8CF-098E-442B-879A-BC7FE3375EF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D1F85B-9929-423F-B414-C43E2E112629}"/>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CDF06E-4F69-48FE-9843-E12AF6997D2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A1901CB-658C-4F36-811F-4FCFBBCE78D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22D3737-E1F2-407C-9DB8-26AC64423CD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64C6A77-AE22-4385-8AB0-DE3FBF08ACAD}"/>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E03CF2-CF56-4FA0-8969-F2FDE22967E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1E1D51F-A63E-4CCB-982A-50BE091F5FAA}"/>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E4B643-7132-47F4-950F-7B6F450B576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9DAC575-6ADD-4DE9-9550-514D0E4EF14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26" name="Text Placeholder 2">
            <a:extLst>
              <a:ext uri="{FF2B5EF4-FFF2-40B4-BE49-F238E27FC236}">
                <a16:creationId xmlns:a16="http://schemas.microsoft.com/office/drawing/2014/main" id="{5F3110BE-105D-CC26-DDEB-7331AE1964BA}"/>
              </a:ext>
            </a:extLst>
          </p:cNvPr>
          <p:cNvSpPr>
            <a:spLocks noGrp="1"/>
          </p:cNvSpPr>
          <p:nvPr>
            <p:ph type="body" idx="16" hasCustomPrompt="1"/>
          </p:nvPr>
        </p:nvSpPr>
        <p:spPr>
          <a:xfrm>
            <a:off x="836612"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3">
            <a:extLst>
              <a:ext uri="{FF2B5EF4-FFF2-40B4-BE49-F238E27FC236}">
                <a16:creationId xmlns:a16="http://schemas.microsoft.com/office/drawing/2014/main" id="{B4654FB0-09A1-6719-CA4D-E46CD3C33B9D}"/>
              </a:ext>
            </a:extLst>
          </p:cNvPr>
          <p:cNvSpPr>
            <a:spLocks noGrp="1"/>
          </p:cNvSpPr>
          <p:nvPr>
            <p:ph sz="half" idx="2"/>
          </p:nvPr>
        </p:nvSpPr>
        <p:spPr bwMode="ltGray">
          <a:xfrm>
            <a:off x="839788"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Date Placeholder 6">
            <a:extLst>
              <a:ext uri="{FF2B5EF4-FFF2-40B4-BE49-F238E27FC236}">
                <a16:creationId xmlns:a16="http://schemas.microsoft.com/office/drawing/2014/main" id="{BC0ACF3E-B411-3A6B-87AB-035727C10BDA}"/>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65DF209C-A28E-4A04-8EE4-E2684080C509}" type="datetime1">
              <a:rPr lang="en-US" smtClean="0"/>
              <a:pPr/>
              <a:t>3/15/24</a:t>
            </a:fld>
            <a:endParaRPr lang="en-US"/>
          </a:p>
        </p:txBody>
      </p:sp>
      <p:sp>
        <p:nvSpPr>
          <p:cNvPr id="30" name="Footer Placeholder 7">
            <a:extLst>
              <a:ext uri="{FF2B5EF4-FFF2-40B4-BE49-F238E27FC236}">
                <a16:creationId xmlns:a16="http://schemas.microsoft.com/office/drawing/2014/main" id="{B7ABC10F-1230-6D1F-8FB1-A5953EECE31F}"/>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1" name="Slide Number Placeholder 8">
            <a:extLst>
              <a:ext uri="{FF2B5EF4-FFF2-40B4-BE49-F238E27FC236}">
                <a16:creationId xmlns:a16="http://schemas.microsoft.com/office/drawing/2014/main" id="{8513861D-1909-CDF7-1F11-AD2069C51FC6}"/>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2" name="Text Placeholder 2">
            <a:extLst>
              <a:ext uri="{FF2B5EF4-FFF2-40B4-BE49-F238E27FC236}">
                <a16:creationId xmlns:a16="http://schemas.microsoft.com/office/drawing/2014/main" id="{EB3D3630-FE0D-8337-ABFF-0DB657F09620}"/>
              </a:ext>
            </a:extLst>
          </p:cNvPr>
          <p:cNvSpPr>
            <a:spLocks noGrp="1"/>
          </p:cNvSpPr>
          <p:nvPr>
            <p:ph type="body" idx="17" hasCustomPrompt="1"/>
          </p:nvPr>
        </p:nvSpPr>
        <p:spPr>
          <a:xfrm>
            <a:off x="4420640"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Text Placeholder 2">
            <a:extLst>
              <a:ext uri="{FF2B5EF4-FFF2-40B4-BE49-F238E27FC236}">
                <a16:creationId xmlns:a16="http://schemas.microsoft.com/office/drawing/2014/main" id="{0B90BB25-0474-4262-7C7A-53E4D28AC452}"/>
              </a:ext>
            </a:extLst>
          </p:cNvPr>
          <p:cNvSpPr>
            <a:spLocks noGrp="1"/>
          </p:cNvSpPr>
          <p:nvPr>
            <p:ph type="body" idx="19" hasCustomPrompt="1"/>
          </p:nvPr>
        </p:nvSpPr>
        <p:spPr>
          <a:xfrm>
            <a:off x="8036199"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28E7A0A2-0E31-8725-90B3-D20101CAE128}"/>
              </a:ext>
            </a:extLst>
          </p:cNvPr>
          <p:cNvSpPr>
            <a:spLocks noGrp="1"/>
          </p:cNvSpPr>
          <p:nvPr>
            <p:ph sz="half" idx="20"/>
          </p:nvPr>
        </p:nvSpPr>
        <p:spPr bwMode="ltGray">
          <a:xfrm>
            <a:off x="4415092"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5435E167-979E-BCAD-653E-C1532BCA0880}"/>
              </a:ext>
            </a:extLst>
          </p:cNvPr>
          <p:cNvSpPr>
            <a:spLocks noGrp="1"/>
          </p:cNvSpPr>
          <p:nvPr>
            <p:ph sz="half" idx="21"/>
          </p:nvPr>
        </p:nvSpPr>
        <p:spPr bwMode="ltGray">
          <a:xfrm>
            <a:off x="8036116"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1B250E5-1624-59FD-A02C-AB9B82EAC5FC}"/>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55655828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4ECEDFA-1992-0888-813F-86DAFA2DDDF5}"/>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aphic 11">
            <a:extLst>
              <a:ext uri="{FF2B5EF4-FFF2-40B4-BE49-F238E27FC236}">
                <a16:creationId xmlns:a16="http://schemas.microsoft.com/office/drawing/2014/main" id="{3A343C29-3E88-04BA-B5B7-0882AB09F565}"/>
              </a:ext>
            </a:extLst>
          </p:cNvPr>
          <p:cNvGrpSpPr/>
          <p:nvPr userDrawn="1"/>
        </p:nvGrpSpPr>
        <p:grpSpPr>
          <a:xfrm rot="16200000">
            <a:off x="11384220" y="6170961"/>
            <a:ext cx="912230" cy="242400"/>
            <a:chOff x="11384220" y="6170961"/>
            <a:chExt cx="912230" cy="242400"/>
          </a:xfrm>
          <a:solidFill>
            <a:schemeClr val="bg1"/>
          </a:solidFill>
        </p:grpSpPr>
        <p:sp>
          <p:nvSpPr>
            <p:cNvPr id="34" name="Freeform: Shape 32">
              <a:extLst>
                <a:ext uri="{FF2B5EF4-FFF2-40B4-BE49-F238E27FC236}">
                  <a16:creationId xmlns:a16="http://schemas.microsoft.com/office/drawing/2014/main" id="{1737232B-B2FE-CB1C-0389-B0995BEA3F6E}"/>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5" name="Freeform: Shape 33">
              <a:extLst>
                <a:ext uri="{FF2B5EF4-FFF2-40B4-BE49-F238E27FC236}">
                  <a16:creationId xmlns:a16="http://schemas.microsoft.com/office/drawing/2014/main" id="{8882189B-2B72-8F33-FE01-09472D8CD09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6" name="Freeform: Shape 34">
              <a:extLst>
                <a:ext uri="{FF2B5EF4-FFF2-40B4-BE49-F238E27FC236}">
                  <a16:creationId xmlns:a16="http://schemas.microsoft.com/office/drawing/2014/main" id="{5489615C-1F22-A4A6-139A-3E4023915B5E}"/>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7" name="Freeform: Shape 35">
              <a:extLst>
                <a:ext uri="{FF2B5EF4-FFF2-40B4-BE49-F238E27FC236}">
                  <a16:creationId xmlns:a16="http://schemas.microsoft.com/office/drawing/2014/main" id="{7A732541-25B0-1D61-5D50-3272F0A7220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8" name="Freeform: Shape 36">
              <a:extLst>
                <a:ext uri="{FF2B5EF4-FFF2-40B4-BE49-F238E27FC236}">
                  <a16:creationId xmlns:a16="http://schemas.microsoft.com/office/drawing/2014/main" id="{2C0F794D-6F9A-1FEB-496F-A2FC90CCA615}"/>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9" name="Freeform: Shape 37">
              <a:extLst>
                <a:ext uri="{FF2B5EF4-FFF2-40B4-BE49-F238E27FC236}">
                  <a16:creationId xmlns:a16="http://schemas.microsoft.com/office/drawing/2014/main" id="{E61613AA-DDDC-C1A5-25F2-8B55922DE7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0" name="Freeform: Shape 38">
              <a:extLst>
                <a:ext uri="{FF2B5EF4-FFF2-40B4-BE49-F238E27FC236}">
                  <a16:creationId xmlns:a16="http://schemas.microsoft.com/office/drawing/2014/main" id="{B287282E-7C9A-744E-57FE-002319CF971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1" name="Freeform: Shape 39">
              <a:extLst>
                <a:ext uri="{FF2B5EF4-FFF2-40B4-BE49-F238E27FC236}">
                  <a16:creationId xmlns:a16="http://schemas.microsoft.com/office/drawing/2014/main" id="{F81F1CC9-CF1C-78CD-F48F-6270A1A1B8C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2" name="Freeform: Shape 40">
              <a:extLst>
                <a:ext uri="{FF2B5EF4-FFF2-40B4-BE49-F238E27FC236}">
                  <a16:creationId xmlns:a16="http://schemas.microsoft.com/office/drawing/2014/main" id="{3B41525D-FE2E-C52B-D794-E58928C1E1F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3" name="Freeform: Shape 41">
              <a:extLst>
                <a:ext uri="{FF2B5EF4-FFF2-40B4-BE49-F238E27FC236}">
                  <a16:creationId xmlns:a16="http://schemas.microsoft.com/office/drawing/2014/main" id="{843EA020-907D-9236-3CF1-A8BFB7EAF94A}"/>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4" name="Freeform: Shape 42">
              <a:extLst>
                <a:ext uri="{FF2B5EF4-FFF2-40B4-BE49-F238E27FC236}">
                  <a16:creationId xmlns:a16="http://schemas.microsoft.com/office/drawing/2014/main" id="{4F0C2B75-1631-CE6C-6325-4C159AFA5F7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22FAEA00-5F8E-912D-1D98-BD8D5835E0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D50FAFF-975A-B4C4-BD48-E45E419619A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603C50A9-F859-291D-FB38-868B43A4B7C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ED84C083-107A-D235-AB9B-07BD6143A45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D11429C5-45D2-6832-C3A8-B6075B7DF0A7}"/>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5DE87FD-D27D-3335-5F42-19AA9CE94CF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22B657E2-59E6-936A-4DAA-3AB48E1E94D3}"/>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52" name="Text Placeholder 2">
            <a:extLst>
              <a:ext uri="{FF2B5EF4-FFF2-40B4-BE49-F238E27FC236}">
                <a16:creationId xmlns:a16="http://schemas.microsoft.com/office/drawing/2014/main" id="{B394BBA9-9E02-6E45-406C-8A87DBF49EB9}"/>
              </a:ext>
            </a:extLst>
          </p:cNvPr>
          <p:cNvSpPr>
            <a:spLocks noGrp="1"/>
          </p:cNvSpPr>
          <p:nvPr>
            <p:ph type="body" idx="16" hasCustomPrompt="1"/>
          </p:nvPr>
        </p:nvSpPr>
        <p:spPr>
          <a:xfrm>
            <a:off x="836612"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Date Placeholder 6">
            <a:extLst>
              <a:ext uri="{FF2B5EF4-FFF2-40B4-BE49-F238E27FC236}">
                <a16:creationId xmlns:a16="http://schemas.microsoft.com/office/drawing/2014/main" id="{AFDA17CB-EE3D-327A-119B-6B0258297CCB}"/>
              </a:ext>
            </a:extLst>
          </p:cNvPr>
          <p:cNvSpPr>
            <a:spLocks noGrp="1"/>
          </p:cNvSpPr>
          <p:nvPr>
            <p:ph type="dt" sz="half" idx="10"/>
          </p:nvPr>
        </p:nvSpPr>
        <p:spPr>
          <a:xfrm>
            <a:off x="10602762" y="6382494"/>
            <a:ext cx="692767" cy="365125"/>
          </a:xfrm>
        </p:spPr>
        <p:txBody>
          <a:bodyPr/>
          <a:lstStyle/>
          <a:p>
            <a:fld id="{65DF209C-A28E-4A04-8EE4-E2684080C509}" type="datetime1">
              <a:rPr lang="en-US" smtClean="0"/>
              <a:t>3/15/24</a:t>
            </a:fld>
            <a:endParaRPr lang="en-US"/>
          </a:p>
        </p:txBody>
      </p:sp>
      <p:sp>
        <p:nvSpPr>
          <p:cNvPr id="56" name="Footer Placeholder 7">
            <a:extLst>
              <a:ext uri="{FF2B5EF4-FFF2-40B4-BE49-F238E27FC236}">
                <a16:creationId xmlns:a16="http://schemas.microsoft.com/office/drawing/2014/main" id="{E27D7A34-902E-7AB9-EC17-2EE3643E7264}"/>
              </a:ext>
            </a:extLst>
          </p:cNvPr>
          <p:cNvSpPr>
            <a:spLocks noGrp="1"/>
          </p:cNvSpPr>
          <p:nvPr>
            <p:ph type="ftr" sz="quarter" idx="11"/>
          </p:nvPr>
        </p:nvSpPr>
        <p:spPr>
          <a:xfrm>
            <a:off x="342900" y="6394105"/>
            <a:ext cx="10259861" cy="365125"/>
          </a:xfrm>
        </p:spPr>
        <p:txBody>
          <a:bodyPr/>
          <a:lstStyle/>
          <a:p>
            <a:endParaRPr lang="en-US"/>
          </a:p>
        </p:txBody>
      </p:sp>
      <p:sp>
        <p:nvSpPr>
          <p:cNvPr id="57" name="Slide Number Placeholder 8">
            <a:extLst>
              <a:ext uri="{FF2B5EF4-FFF2-40B4-BE49-F238E27FC236}">
                <a16:creationId xmlns:a16="http://schemas.microsoft.com/office/drawing/2014/main" id="{3F40C638-2B10-D4C5-D97D-7F47A8EEFE6C}"/>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9" name="Text Placeholder 2">
            <a:extLst>
              <a:ext uri="{FF2B5EF4-FFF2-40B4-BE49-F238E27FC236}">
                <a16:creationId xmlns:a16="http://schemas.microsoft.com/office/drawing/2014/main" id="{411EF4D5-9EDE-B027-CC6F-0356FBF5C7A3}"/>
              </a:ext>
            </a:extLst>
          </p:cNvPr>
          <p:cNvSpPr>
            <a:spLocks noGrp="1"/>
          </p:cNvSpPr>
          <p:nvPr>
            <p:ph type="body" idx="17" hasCustomPrompt="1"/>
          </p:nvPr>
        </p:nvSpPr>
        <p:spPr>
          <a:xfrm>
            <a:off x="4420640"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2" name="Text Placeholder 2">
            <a:extLst>
              <a:ext uri="{FF2B5EF4-FFF2-40B4-BE49-F238E27FC236}">
                <a16:creationId xmlns:a16="http://schemas.microsoft.com/office/drawing/2014/main" id="{91D7EA73-48FB-3B84-6A9B-CB23A88B0D32}"/>
              </a:ext>
            </a:extLst>
          </p:cNvPr>
          <p:cNvSpPr>
            <a:spLocks noGrp="1"/>
          </p:cNvSpPr>
          <p:nvPr>
            <p:ph type="body" idx="19" hasCustomPrompt="1"/>
          </p:nvPr>
        </p:nvSpPr>
        <p:spPr>
          <a:xfrm>
            <a:off x="8036199"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3F0FC42-22F5-977D-7CAE-2B9E0D2375CA}"/>
              </a:ext>
            </a:extLst>
          </p:cNvPr>
          <p:cNvSpPr>
            <a:spLocks noGrp="1"/>
          </p:cNvSpPr>
          <p:nvPr>
            <p:ph sz="half" idx="2"/>
          </p:nvPr>
        </p:nvSpPr>
        <p:spPr bwMode="ltGray">
          <a:xfrm>
            <a:off x="839788"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A391619A-E02C-762F-EC42-2B9BC4F92334}"/>
              </a:ext>
            </a:extLst>
          </p:cNvPr>
          <p:cNvSpPr>
            <a:spLocks noGrp="1"/>
          </p:cNvSpPr>
          <p:nvPr>
            <p:ph sz="half" idx="20"/>
          </p:nvPr>
        </p:nvSpPr>
        <p:spPr bwMode="ltGray">
          <a:xfrm>
            <a:off x="4415092"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B9A5A8-7F77-8233-C0A5-FBDDF05FB48A}"/>
              </a:ext>
            </a:extLst>
          </p:cNvPr>
          <p:cNvSpPr>
            <a:spLocks noGrp="1"/>
          </p:cNvSpPr>
          <p:nvPr>
            <p:ph sz="half" idx="21"/>
          </p:nvPr>
        </p:nvSpPr>
        <p:spPr bwMode="ltGray">
          <a:xfrm>
            <a:off x="8036116"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46A8E62E-89F2-EC42-6BAD-F147C0078E59}"/>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22273154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3/15/24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4" name="Graphic 11">
            <a:extLst>
              <a:ext uri="{FF2B5EF4-FFF2-40B4-BE49-F238E27FC236}">
                <a16:creationId xmlns:a16="http://schemas.microsoft.com/office/drawing/2014/main" id="{E734450A-E639-4566-9F53-B91CF6F0FA16}"/>
              </a:ext>
            </a:extLst>
          </p:cNvPr>
          <p:cNvGrpSpPr/>
          <p:nvPr userDrawn="1"/>
        </p:nvGrpSpPr>
        <p:grpSpPr>
          <a:xfrm rot="16200000">
            <a:off x="11384220" y="6170961"/>
            <a:ext cx="912230" cy="242400"/>
            <a:chOff x="11384220" y="6170961"/>
            <a:chExt cx="912230" cy="242400"/>
          </a:xfrm>
          <a:solidFill>
            <a:schemeClr val="tx1"/>
          </a:solidFill>
        </p:grpSpPr>
        <p:sp>
          <p:nvSpPr>
            <p:cNvPr id="15" name="Freeform: Shape 14">
              <a:extLst>
                <a:ext uri="{FF2B5EF4-FFF2-40B4-BE49-F238E27FC236}">
                  <a16:creationId xmlns:a16="http://schemas.microsoft.com/office/drawing/2014/main" id="{EDFEB29C-B09F-40AE-AC36-5E7F5F8CBFA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BDA7F9F-C18E-48E8-B2F6-2D6CACE8804B}"/>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0977B1F-105E-46F3-928E-37A18C8280B9}"/>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C4801DE-C7FB-4918-B741-43F0F50A9D3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D65476E-58E1-496E-8BA5-E06618D806B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A420B6E-3BEE-4889-A93D-063D45C7235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640DDE0-8B3D-425B-99F2-82714E1B59E0}"/>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C2E6409-1210-477C-A6FD-A82437EB49C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7994FA0-51C4-4F29-9643-7E5DD192D3CB}"/>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EFC84B2-F789-4F5C-8CEA-7F4E53AF3F3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573A645-1D1A-477E-B19E-629853E8DF1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5E9AEA-3C62-4FB2-A648-B9189168BEA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46A4CF7-0639-4F0D-9A0D-1E9E8566FEB3}"/>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D68DCA-9592-4BCA-BC05-37E99EC7C86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FA4983-DB27-4130-A5AA-CC0E13DA0F17}"/>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E125BB-CF6D-4B8A-810C-6798718C09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9F9BD7-0EB0-4AC2-8113-F7CB907A947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8C85652-692F-4060-AD1C-65CD00C15F0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57AE3F3B-ED01-81B9-987D-DF2D8D987775}"/>
              </a:ext>
            </a:extLst>
          </p:cNvPr>
          <p:cNvSpPr>
            <a:spLocks noGrp="1"/>
          </p:cNvSpPr>
          <p:nvPr>
            <p:ph type="body" idx="16" hasCustomPrompt="1"/>
          </p:nvPr>
        </p:nvSpPr>
        <p:spPr>
          <a:xfrm>
            <a:off x="836612"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Text Placeholder 2">
            <a:extLst>
              <a:ext uri="{FF2B5EF4-FFF2-40B4-BE49-F238E27FC236}">
                <a16:creationId xmlns:a16="http://schemas.microsoft.com/office/drawing/2014/main" id="{ADC0BF52-4389-128A-B9AD-17207C4ACA4A}"/>
              </a:ext>
            </a:extLst>
          </p:cNvPr>
          <p:cNvSpPr>
            <a:spLocks noGrp="1"/>
          </p:cNvSpPr>
          <p:nvPr>
            <p:ph type="body" idx="17" hasCustomPrompt="1"/>
          </p:nvPr>
        </p:nvSpPr>
        <p:spPr>
          <a:xfrm>
            <a:off x="4420640"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ext Placeholder 2">
            <a:extLst>
              <a:ext uri="{FF2B5EF4-FFF2-40B4-BE49-F238E27FC236}">
                <a16:creationId xmlns:a16="http://schemas.microsoft.com/office/drawing/2014/main" id="{161770FA-79AA-C403-6AB6-76D1EA0225F9}"/>
              </a:ext>
            </a:extLst>
          </p:cNvPr>
          <p:cNvSpPr>
            <a:spLocks noGrp="1"/>
          </p:cNvSpPr>
          <p:nvPr>
            <p:ph type="body" idx="19" hasCustomPrompt="1"/>
          </p:nvPr>
        </p:nvSpPr>
        <p:spPr>
          <a:xfrm>
            <a:off x="8036199"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3881196E-6896-D896-E421-1DB5E65A1944}"/>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3-Column Comparison Layout</a:t>
            </a:r>
          </a:p>
        </p:txBody>
      </p:sp>
      <p:sp>
        <p:nvSpPr>
          <p:cNvPr id="3" name="Content Placeholder 3">
            <a:extLst>
              <a:ext uri="{FF2B5EF4-FFF2-40B4-BE49-F238E27FC236}">
                <a16:creationId xmlns:a16="http://schemas.microsoft.com/office/drawing/2014/main" id="{180BF7BC-FF91-7EC7-06B5-9C0313F347ED}"/>
              </a:ext>
            </a:extLst>
          </p:cNvPr>
          <p:cNvSpPr>
            <a:spLocks noGrp="1"/>
          </p:cNvSpPr>
          <p:nvPr>
            <p:ph sz="half" idx="2"/>
          </p:nvPr>
        </p:nvSpPr>
        <p:spPr bwMode="ltGray">
          <a:xfrm>
            <a:off x="839788"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24146B6C-13E9-ED4A-07F2-7BCAFBECE6D8}"/>
              </a:ext>
            </a:extLst>
          </p:cNvPr>
          <p:cNvSpPr>
            <a:spLocks noGrp="1"/>
          </p:cNvSpPr>
          <p:nvPr>
            <p:ph sz="half" idx="20"/>
          </p:nvPr>
        </p:nvSpPr>
        <p:spPr bwMode="ltGray">
          <a:xfrm>
            <a:off x="4413305"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5FD95544-D4E5-3345-5344-FCDE956285B9}"/>
              </a:ext>
            </a:extLst>
          </p:cNvPr>
          <p:cNvSpPr>
            <a:spLocks noGrp="1"/>
          </p:cNvSpPr>
          <p:nvPr>
            <p:ph sz="half" idx="21"/>
          </p:nvPr>
        </p:nvSpPr>
        <p:spPr bwMode="ltGray">
          <a:xfrm>
            <a:off x="8018353"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DBE3043-53D9-6E34-E7A0-B6D7914295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39374431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Column Comparison">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885AF-BB1C-42AE-980E-A6A8666DFFF4}"/>
              </a:ext>
            </a:extLst>
          </p:cNvPr>
          <p:cNvSpPr>
            <a:spLocks noGrp="1"/>
          </p:cNvSpPr>
          <p:nvPr>
            <p:ph type="body" idx="1" hasCustomPrompt="1"/>
          </p:nvPr>
        </p:nvSpPr>
        <p:spPr>
          <a:xfrm>
            <a:off x="840549"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405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42A1D7-A338-4172-9754-D548D9A1ED9E}"/>
              </a:ext>
            </a:extLst>
          </p:cNvPr>
          <p:cNvSpPr>
            <a:spLocks noGrp="1"/>
          </p:cNvSpPr>
          <p:nvPr>
            <p:ph type="body" sz="quarter" idx="3" hasCustomPrompt="1"/>
          </p:nvPr>
        </p:nvSpPr>
        <p:spPr>
          <a:xfrm>
            <a:off x="9018674" y="1964459"/>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3/15/24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0" name="Text Placeholder 2">
            <a:extLst>
              <a:ext uri="{FF2B5EF4-FFF2-40B4-BE49-F238E27FC236}">
                <a16:creationId xmlns:a16="http://schemas.microsoft.com/office/drawing/2014/main" id="{787F805C-3964-4B8F-834B-EF5EA597DB41}"/>
              </a:ext>
            </a:extLst>
          </p:cNvPr>
          <p:cNvSpPr>
            <a:spLocks noGrp="1"/>
          </p:cNvSpPr>
          <p:nvPr>
            <p:ph type="body" idx="13" hasCustomPrompt="1"/>
          </p:nvPr>
        </p:nvSpPr>
        <p:spPr>
          <a:xfrm>
            <a:off x="3580481"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12" name="Text Placeholder 2">
            <a:extLst>
              <a:ext uri="{FF2B5EF4-FFF2-40B4-BE49-F238E27FC236}">
                <a16:creationId xmlns:a16="http://schemas.microsoft.com/office/drawing/2014/main" id="{7E0E453B-744C-4022-A182-92AE52648EEB}"/>
              </a:ext>
            </a:extLst>
          </p:cNvPr>
          <p:cNvSpPr>
            <a:spLocks noGrp="1"/>
          </p:cNvSpPr>
          <p:nvPr>
            <p:ph type="body" idx="15" hasCustomPrompt="1"/>
          </p:nvPr>
        </p:nvSpPr>
        <p:spPr>
          <a:xfrm>
            <a:off x="6299577"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8A3D0B4-0E1D-48EE-D741-DDDFC20B4E9A}"/>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4-Column Comparison Layout</a:t>
            </a:r>
          </a:p>
        </p:txBody>
      </p:sp>
      <p:sp>
        <p:nvSpPr>
          <p:cNvPr id="6" name="Content Placeholder 3">
            <a:extLst>
              <a:ext uri="{FF2B5EF4-FFF2-40B4-BE49-F238E27FC236}">
                <a16:creationId xmlns:a16="http://schemas.microsoft.com/office/drawing/2014/main" id="{9FA658AE-C95C-3012-AB00-586E1A342E96}"/>
              </a:ext>
            </a:extLst>
          </p:cNvPr>
          <p:cNvSpPr>
            <a:spLocks noGrp="1"/>
          </p:cNvSpPr>
          <p:nvPr>
            <p:ph sz="half" idx="16"/>
          </p:nvPr>
        </p:nvSpPr>
        <p:spPr bwMode="ltGray">
          <a:xfrm>
            <a:off x="35710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F726C1A4-880B-1DB7-6135-7954DE51CC53}"/>
              </a:ext>
            </a:extLst>
          </p:cNvPr>
          <p:cNvSpPr>
            <a:spLocks noGrp="1"/>
          </p:cNvSpPr>
          <p:nvPr>
            <p:ph sz="half" idx="17"/>
          </p:nvPr>
        </p:nvSpPr>
        <p:spPr bwMode="ltGray">
          <a:xfrm>
            <a:off x="62761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5374405-BCA9-D702-AA85-CD7FDD74888B}"/>
              </a:ext>
            </a:extLst>
          </p:cNvPr>
          <p:cNvSpPr>
            <a:spLocks noGrp="1"/>
          </p:cNvSpPr>
          <p:nvPr>
            <p:ph sz="half" idx="18"/>
          </p:nvPr>
        </p:nvSpPr>
        <p:spPr bwMode="ltGray">
          <a:xfrm>
            <a:off x="90066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7014A6B1-0ED7-F837-5180-BB080B5FFC44}"/>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2643513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on Lt Purple">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67D11B-5274-3A11-B0F8-D02810EE08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0" name="Rectangle 49">
            <a:extLst>
              <a:ext uri="{FF2B5EF4-FFF2-40B4-BE49-F238E27FC236}">
                <a16:creationId xmlns:a16="http://schemas.microsoft.com/office/drawing/2014/main" id="{970F0625-8C68-9B76-E720-A3996B2DDD75}"/>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0355B995-37A7-4C4D-BD8D-0D0D00DC0F80}" type="datetime1">
              <a:rPr lang="en-US" smtClean="0"/>
              <a:pPr/>
              <a:t>3/15/24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7" name="Graphic 11">
            <a:extLst>
              <a:ext uri="{FF2B5EF4-FFF2-40B4-BE49-F238E27FC236}">
                <a16:creationId xmlns:a16="http://schemas.microsoft.com/office/drawing/2014/main" id="{DD5ADC45-6806-49F5-B98E-3CBBD1C786F5}"/>
              </a:ext>
            </a:extLst>
          </p:cNvPr>
          <p:cNvGrpSpPr/>
          <p:nvPr userDrawn="1"/>
        </p:nvGrpSpPr>
        <p:grpSpPr>
          <a:xfrm rot="16200000">
            <a:off x="11384220" y="6170961"/>
            <a:ext cx="912230" cy="242400"/>
            <a:chOff x="11384220" y="6170961"/>
            <a:chExt cx="912230" cy="242400"/>
          </a:xfrm>
          <a:solidFill>
            <a:schemeClr val="bg1"/>
          </a:solidFill>
        </p:grpSpPr>
        <p:sp>
          <p:nvSpPr>
            <p:cNvPr id="18" name="Freeform: Shape 17">
              <a:extLst>
                <a:ext uri="{FF2B5EF4-FFF2-40B4-BE49-F238E27FC236}">
                  <a16:creationId xmlns:a16="http://schemas.microsoft.com/office/drawing/2014/main" id="{F8927C8D-1B0B-4CD4-9984-EB5107753A2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19" name="Freeform: Shape 18">
              <a:extLst>
                <a:ext uri="{FF2B5EF4-FFF2-40B4-BE49-F238E27FC236}">
                  <a16:creationId xmlns:a16="http://schemas.microsoft.com/office/drawing/2014/main" id="{C0416082-3FEE-4250-8254-696D27CE860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20" name="Freeform: Shape 19">
              <a:extLst>
                <a:ext uri="{FF2B5EF4-FFF2-40B4-BE49-F238E27FC236}">
                  <a16:creationId xmlns:a16="http://schemas.microsoft.com/office/drawing/2014/main" id="{A44383A2-4EB0-4756-B12A-516C7E98B32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21" name="Freeform: Shape 20">
              <a:extLst>
                <a:ext uri="{FF2B5EF4-FFF2-40B4-BE49-F238E27FC236}">
                  <a16:creationId xmlns:a16="http://schemas.microsoft.com/office/drawing/2014/main" id="{896E8D16-CCCE-4C1F-85C7-87D5195F6A1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22" name="Freeform: Shape 21">
              <a:extLst>
                <a:ext uri="{FF2B5EF4-FFF2-40B4-BE49-F238E27FC236}">
                  <a16:creationId xmlns:a16="http://schemas.microsoft.com/office/drawing/2014/main" id="{6A300DCE-69B5-419C-8B4E-03D1E1C1DC18}"/>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23" name="Freeform: Shape 22">
              <a:extLst>
                <a:ext uri="{FF2B5EF4-FFF2-40B4-BE49-F238E27FC236}">
                  <a16:creationId xmlns:a16="http://schemas.microsoft.com/office/drawing/2014/main" id="{3DB92BAF-E366-40DB-90CE-72D16DA6038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24" name="Freeform: Shape 23">
              <a:extLst>
                <a:ext uri="{FF2B5EF4-FFF2-40B4-BE49-F238E27FC236}">
                  <a16:creationId xmlns:a16="http://schemas.microsoft.com/office/drawing/2014/main" id="{DA2735A5-8CC5-4AC3-B398-D64441A0717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25" name="Freeform: Shape 24">
              <a:extLst>
                <a:ext uri="{FF2B5EF4-FFF2-40B4-BE49-F238E27FC236}">
                  <a16:creationId xmlns:a16="http://schemas.microsoft.com/office/drawing/2014/main" id="{E13C4780-3EB1-458D-87CB-964F829B055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26" name="Freeform: Shape 25">
              <a:extLst>
                <a:ext uri="{FF2B5EF4-FFF2-40B4-BE49-F238E27FC236}">
                  <a16:creationId xmlns:a16="http://schemas.microsoft.com/office/drawing/2014/main" id="{D68128B0-8885-4890-9C12-DA02DB77110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27" name="Freeform: Shape 26">
              <a:extLst>
                <a:ext uri="{FF2B5EF4-FFF2-40B4-BE49-F238E27FC236}">
                  <a16:creationId xmlns:a16="http://schemas.microsoft.com/office/drawing/2014/main" id="{C1F190C0-4B64-4444-831B-1A6D8A62541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28" name="Freeform: Shape 27">
              <a:extLst>
                <a:ext uri="{FF2B5EF4-FFF2-40B4-BE49-F238E27FC236}">
                  <a16:creationId xmlns:a16="http://schemas.microsoft.com/office/drawing/2014/main" id="{344EBB92-718F-49C4-8A32-FD8EA548538F}"/>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29" name="Freeform: Shape 28">
              <a:extLst>
                <a:ext uri="{FF2B5EF4-FFF2-40B4-BE49-F238E27FC236}">
                  <a16:creationId xmlns:a16="http://schemas.microsoft.com/office/drawing/2014/main" id="{4CA1C400-8BB1-41B3-9FD9-609543D071A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30" name="Freeform: Shape 29">
              <a:extLst>
                <a:ext uri="{FF2B5EF4-FFF2-40B4-BE49-F238E27FC236}">
                  <a16:creationId xmlns:a16="http://schemas.microsoft.com/office/drawing/2014/main" id="{88B0D6C7-C1FB-4BE6-A256-CEB6522D175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31" name="Freeform: Shape 30">
              <a:extLst>
                <a:ext uri="{FF2B5EF4-FFF2-40B4-BE49-F238E27FC236}">
                  <a16:creationId xmlns:a16="http://schemas.microsoft.com/office/drawing/2014/main" id="{19E3A840-0842-4E25-8503-E3A9F9809F74}"/>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32" name="Freeform: Shape 31">
              <a:extLst>
                <a:ext uri="{FF2B5EF4-FFF2-40B4-BE49-F238E27FC236}">
                  <a16:creationId xmlns:a16="http://schemas.microsoft.com/office/drawing/2014/main" id="{12BFB110-0A31-4424-8B0A-0AC550391B5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33" name="Freeform: Shape 32">
              <a:extLst>
                <a:ext uri="{FF2B5EF4-FFF2-40B4-BE49-F238E27FC236}">
                  <a16:creationId xmlns:a16="http://schemas.microsoft.com/office/drawing/2014/main" id="{D338E68D-28C9-433C-A8F4-8BA4CCEAC014}"/>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34" name="Freeform: Shape 33">
              <a:extLst>
                <a:ext uri="{FF2B5EF4-FFF2-40B4-BE49-F238E27FC236}">
                  <a16:creationId xmlns:a16="http://schemas.microsoft.com/office/drawing/2014/main" id="{55A2035A-6238-453F-A9E8-C1B5499049B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35" name="Freeform: Shape 34">
              <a:extLst>
                <a:ext uri="{FF2B5EF4-FFF2-40B4-BE49-F238E27FC236}">
                  <a16:creationId xmlns:a16="http://schemas.microsoft.com/office/drawing/2014/main" id="{021E965A-BCE3-48A7-A84F-027E93D31199}"/>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15" name="Content Placeholder 3">
            <a:extLst>
              <a:ext uri="{FF2B5EF4-FFF2-40B4-BE49-F238E27FC236}">
                <a16:creationId xmlns:a16="http://schemas.microsoft.com/office/drawing/2014/main" id="{3C2E1E6E-B563-426F-43F1-A3B5C95147B2}"/>
              </a:ext>
            </a:extLst>
          </p:cNvPr>
          <p:cNvSpPr>
            <a:spLocks noGrp="1"/>
          </p:cNvSpPr>
          <p:nvPr>
            <p:ph sz="half" idx="2"/>
          </p:nvPr>
        </p:nvSpPr>
        <p:spPr bwMode="ltGray">
          <a:xfrm>
            <a:off x="839789"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F2313CC-14FB-EA49-2747-DBE09ED4285E}"/>
              </a:ext>
            </a:extLst>
          </p:cNvPr>
          <p:cNvSpPr>
            <a:spLocks noGrp="1"/>
          </p:cNvSpPr>
          <p:nvPr>
            <p:ph sz="half" idx="16"/>
          </p:nvPr>
        </p:nvSpPr>
        <p:spPr bwMode="ltGray">
          <a:xfrm>
            <a:off x="359213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D814D66B-BD92-03C2-BEA0-DC008E11E096}"/>
              </a:ext>
            </a:extLst>
          </p:cNvPr>
          <p:cNvSpPr>
            <a:spLocks noGrp="1"/>
          </p:cNvSpPr>
          <p:nvPr>
            <p:ph sz="half" idx="17"/>
          </p:nvPr>
        </p:nvSpPr>
        <p:spPr bwMode="ltGray">
          <a:xfrm>
            <a:off x="628961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3">
            <a:extLst>
              <a:ext uri="{FF2B5EF4-FFF2-40B4-BE49-F238E27FC236}">
                <a16:creationId xmlns:a16="http://schemas.microsoft.com/office/drawing/2014/main" id="{8258FAAF-2F58-D9E4-5B1B-4507E878612E}"/>
              </a:ext>
            </a:extLst>
          </p:cNvPr>
          <p:cNvSpPr>
            <a:spLocks noGrp="1"/>
          </p:cNvSpPr>
          <p:nvPr>
            <p:ph sz="half" idx="18"/>
          </p:nvPr>
        </p:nvSpPr>
        <p:spPr bwMode="ltGray">
          <a:xfrm>
            <a:off x="9041957"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itle 1">
            <a:extLst>
              <a:ext uri="{FF2B5EF4-FFF2-40B4-BE49-F238E27FC236}">
                <a16:creationId xmlns:a16="http://schemas.microsoft.com/office/drawing/2014/main" id="{4D551DD9-7CB4-11F1-2555-E09E861C44AF}"/>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
        <p:nvSpPr>
          <p:cNvPr id="43" name="Text Placeholder 2">
            <a:extLst>
              <a:ext uri="{FF2B5EF4-FFF2-40B4-BE49-F238E27FC236}">
                <a16:creationId xmlns:a16="http://schemas.microsoft.com/office/drawing/2014/main" id="{CF1A1CF1-EA88-910C-4ED4-5D5FAF542FC2}"/>
              </a:ext>
            </a:extLst>
          </p:cNvPr>
          <p:cNvSpPr>
            <a:spLocks noGrp="1"/>
          </p:cNvSpPr>
          <p:nvPr>
            <p:ph type="body" idx="1" hasCustomPrompt="1"/>
          </p:nvPr>
        </p:nvSpPr>
        <p:spPr>
          <a:xfrm>
            <a:off x="839789"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4" name="Text Placeholder 4">
            <a:extLst>
              <a:ext uri="{FF2B5EF4-FFF2-40B4-BE49-F238E27FC236}">
                <a16:creationId xmlns:a16="http://schemas.microsoft.com/office/drawing/2014/main" id="{2377D9A5-C3BC-A098-96E4-BEFE386A7B46}"/>
              </a:ext>
            </a:extLst>
          </p:cNvPr>
          <p:cNvSpPr>
            <a:spLocks noGrp="1"/>
          </p:cNvSpPr>
          <p:nvPr>
            <p:ph type="body" sz="quarter" idx="3" hasCustomPrompt="1"/>
          </p:nvPr>
        </p:nvSpPr>
        <p:spPr>
          <a:xfrm>
            <a:off x="9017914" y="1951987"/>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5" name="Text Placeholder 2">
            <a:extLst>
              <a:ext uri="{FF2B5EF4-FFF2-40B4-BE49-F238E27FC236}">
                <a16:creationId xmlns:a16="http://schemas.microsoft.com/office/drawing/2014/main" id="{1054D723-BCFF-76A0-0878-DBBEDC8C4841}"/>
              </a:ext>
            </a:extLst>
          </p:cNvPr>
          <p:cNvSpPr>
            <a:spLocks noGrp="1"/>
          </p:cNvSpPr>
          <p:nvPr>
            <p:ph type="body" idx="13" hasCustomPrompt="1"/>
          </p:nvPr>
        </p:nvSpPr>
        <p:spPr>
          <a:xfrm>
            <a:off x="3579721"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6" name="Text Placeholder 2">
            <a:extLst>
              <a:ext uri="{FF2B5EF4-FFF2-40B4-BE49-F238E27FC236}">
                <a16:creationId xmlns:a16="http://schemas.microsoft.com/office/drawing/2014/main" id="{6D88BD33-277D-175E-E06B-86B2CE0DDE11}"/>
              </a:ext>
            </a:extLst>
          </p:cNvPr>
          <p:cNvSpPr>
            <a:spLocks noGrp="1"/>
          </p:cNvSpPr>
          <p:nvPr>
            <p:ph type="body" idx="15" hasCustomPrompt="1"/>
          </p:nvPr>
        </p:nvSpPr>
        <p:spPr>
          <a:xfrm>
            <a:off x="6298817"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325144199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4E07D3-C667-4B5A-A148-434335EC339A}"/>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6">
            <a:extLst>
              <a:ext uri="{FF2B5EF4-FFF2-40B4-BE49-F238E27FC236}">
                <a16:creationId xmlns:a16="http://schemas.microsoft.com/office/drawing/2014/main" id="{8D6A3F1E-61F3-A1D9-4E38-6F152354DC2B}"/>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0355B995-37A7-4C4D-BD8D-0D0D00DC0F80}" type="datetime1">
              <a:rPr lang="en-US" smtClean="0"/>
              <a:pPr/>
              <a:t>3/15/24</a:t>
            </a:fld>
            <a:endParaRPr lang="en-US"/>
          </a:p>
        </p:txBody>
      </p:sp>
      <p:sp>
        <p:nvSpPr>
          <p:cNvPr id="36" name="Footer Placeholder 7">
            <a:extLst>
              <a:ext uri="{FF2B5EF4-FFF2-40B4-BE49-F238E27FC236}">
                <a16:creationId xmlns:a16="http://schemas.microsoft.com/office/drawing/2014/main" id="{CAA81B5B-5BB9-1C73-53F6-2D28A3FE64C4}"/>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7" name="Slide Number Placeholder 8">
            <a:extLst>
              <a:ext uri="{FF2B5EF4-FFF2-40B4-BE49-F238E27FC236}">
                <a16:creationId xmlns:a16="http://schemas.microsoft.com/office/drawing/2014/main" id="{30F8A254-5092-2B71-05BE-098709970998}"/>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38" name="Graphic 11">
            <a:extLst>
              <a:ext uri="{FF2B5EF4-FFF2-40B4-BE49-F238E27FC236}">
                <a16:creationId xmlns:a16="http://schemas.microsoft.com/office/drawing/2014/main" id="{3DEAD91C-2395-4BB1-C742-C4A265A92D1A}"/>
              </a:ext>
            </a:extLst>
          </p:cNvPr>
          <p:cNvGrpSpPr/>
          <p:nvPr userDrawn="1"/>
        </p:nvGrpSpPr>
        <p:grpSpPr>
          <a:xfrm rot="16200000">
            <a:off x="11384220" y="6170961"/>
            <a:ext cx="912230" cy="242400"/>
            <a:chOff x="11384220" y="6170961"/>
            <a:chExt cx="912230" cy="242400"/>
          </a:xfrm>
          <a:solidFill>
            <a:schemeClr val="bg1"/>
          </a:solidFill>
        </p:grpSpPr>
        <p:sp>
          <p:nvSpPr>
            <p:cNvPr id="39" name="Freeform: Shape 17">
              <a:extLst>
                <a:ext uri="{FF2B5EF4-FFF2-40B4-BE49-F238E27FC236}">
                  <a16:creationId xmlns:a16="http://schemas.microsoft.com/office/drawing/2014/main" id="{95CF6FC4-D8FE-4868-845E-B5F4CDD5FA58}"/>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40" name="Freeform: Shape 18">
              <a:extLst>
                <a:ext uri="{FF2B5EF4-FFF2-40B4-BE49-F238E27FC236}">
                  <a16:creationId xmlns:a16="http://schemas.microsoft.com/office/drawing/2014/main" id="{797CB68D-E372-6C83-67D0-6DD48A1BC09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41" name="Freeform: Shape 19">
              <a:extLst>
                <a:ext uri="{FF2B5EF4-FFF2-40B4-BE49-F238E27FC236}">
                  <a16:creationId xmlns:a16="http://schemas.microsoft.com/office/drawing/2014/main" id="{D3823A22-696F-B9F2-F426-D3C1FB29CF84}"/>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42" name="Freeform: Shape 20">
              <a:extLst>
                <a:ext uri="{FF2B5EF4-FFF2-40B4-BE49-F238E27FC236}">
                  <a16:creationId xmlns:a16="http://schemas.microsoft.com/office/drawing/2014/main" id="{68BA6F90-E9FC-9B32-2E19-B38AEE3BE72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43" name="Freeform: Shape 21">
              <a:extLst>
                <a:ext uri="{FF2B5EF4-FFF2-40B4-BE49-F238E27FC236}">
                  <a16:creationId xmlns:a16="http://schemas.microsoft.com/office/drawing/2014/main" id="{78B34F85-B878-1A4C-9523-76BA664E1BDF}"/>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44" name="Freeform: Shape 22">
              <a:extLst>
                <a:ext uri="{FF2B5EF4-FFF2-40B4-BE49-F238E27FC236}">
                  <a16:creationId xmlns:a16="http://schemas.microsoft.com/office/drawing/2014/main" id="{B00CB6DB-0A99-F07A-6819-C2DBB785F62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45" name="Freeform: Shape 23">
              <a:extLst>
                <a:ext uri="{FF2B5EF4-FFF2-40B4-BE49-F238E27FC236}">
                  <a16:creationId xmlns:a16="http://schemas.microsoft.com/office/drawing/2014/main" id="{7027803D-351F-B807-5157-8D0361C120E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46" name="Freeform: Shape 24">
              <a:extLst>
                <a:ext uri="{FF2B5EF4-FFF2-40B4-BE49-F238E27FC236}">
                  <a16:creationId xmlns:a16="http://schemas.microsoft.com/office/drawing/2014/main" id="{8CB0D5B7-3A18-F9A5-01F7-829CB570D26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47" name="Freeform: Shape 25">
              <a:extLst>
                <a:ext uri="{FF2B5EF4-FFF2-40B4-BE49-F238E27FC236}">
                  <a16:creationId xmlns:a16="http://schemas.microsoft.com/office/drawing/2014/main" id="{57B2775D-8207-A2DD-1026-ABB4C60CBE8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48" name="Freeform: Shape 26">
              <a:extLst>
                <a:ext uri="{FF2B5EF4-FFF2-40B4-BE49-F238E27FC236}">
                  <a16:creationId xmlns:a16="http://schemas.microsoft.com/office/drawing/2014/main" id="{7E1AF397-C495-6A61-C2F6-4FF44BD5A36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49" name="Freeform: Shape 27">
              <a:extLst>
                <a:ext uri="{FF2B5EF4-FFF2-40B4-BE49-F238E27FC236}">
                  <a16:creationId xmlns:a16="http://schemas.microsoft.com/office/drawing/2014/main" id="{CE616E64-C73E-A10E-AE23-7F658BBBCC5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50" name="Freeform: Shape 28">
              <a:extLst>
                <a:ext uri="{FF2B5EF4-FFF2-40B4-BE49-F238E27FC236}">
                  <a16:creationId xmlns:a16="http://schemas.microsoft.com/office/drawing/2014/main" id="{6EEB5DCB-6DD8-2E57-A67B-66D5097C9C00}"/>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51" name="Freeform: Shape 29">
              <a:extLst>
                <a:ext uri="{FF2B5EF4-FFF2-40B4-BE49-F238E27FC236}">
                  <a16:creationId xmlns:a16="http://schemas.microsoft.com/office/drawing/2014/main" id="{328BDE21-BEF6-8580-CC18-2E775A8CA41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52" name="Freeform: Shape 30">
              <a:extLst>
                <a:ext uri="{FF2B5EF4-FFF2-40B4-BE49-F238E27FC236}">
                  <a16:creationId xmlns:a16="http://schemas.microsoft.com/office/drawing/2014/main" id="{DF427782-8208-27CC-388F-874E43A7DF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53" name="Freeform: Shape 31">
              <a:extLst>
                <a:ext uri="{FF2B5EF4-FFF2-40B4-BE49-F238E27FC236}">
                  <a16:creationId xmlns:a16="http://schemas.microsoft.com/office/drawing/2014/main" id="{B1617B1A-FB5C-AB3B-FE18-E3AA2A3A8D9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54" name="Freeform: Shape 32">
              <a:extLst>
                <a:ext uri="{FF2B5EF4-FFF2-40B4-BE49-F238E27FC236}">
                  <a16:creationId xmlns:a16="http://schemas.microsoft.com/office/drawing/2014/main" id="{1D5F96CF-88DC-CD18-F1A5-84F0693D93F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55" name="Freeform: Shape 33">
              <a:extLst>
                <a:ext uri="{FF2B5EF4-FFF2-40B4-BE49-F238E27FC236}">
                  <a16:creationId xmlns:a16="http://schemas.microsoft.com/office/drawing/2014/main" id="{D9FC7DB6-4436-253C-BFBF-F1BB09A10A83}"/>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56" name="Freeform: Shape 34">
              <a:extLst>
                <a:ext uri="{FF2B5EF4-FFF2-40B4-BE49-F238E27FC236}">
                  <a16:creationId xmlns:a16="http://schemas.microsoft.com/office/drawing/2014/main" id="{D7EFC75D-CD35-A980-9804-CE48C1F2D126}"/>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57" name="Text Placeholder 2">
            <a:extLst>
              <a:ext uri="{FF2B5EF4-FFF2-40B4-BE49-F238E27FC236}">
                <a16:creationId xmlns:a16="http://schemas.microsoft.com/office/drawing/2014/main" id="{4F572EE5-321A-0599-645B-2CDD929B9ECB}"/>
              </a:ext>
            </a:extLst>
          </p:cNvPr>
          <p:cNvSpPr>
            <a:spLocks noGrp="1"/>
          </p:cNvSpPr>
          <p:nvPr>
            <p:ph type="body" idx="1" hasCustomPrompt="1"/>
          </p:nvPr>
        </p:nvSpPr>
        <p:spPr>
          <a:xfrm>
            <a:off x="839789"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59" name="Text Placeholder 4">
            <a:extLst>
              <a:ext uri="{FF2B5EF4-FFF2-40B4-BE49-F238E27FC236}">
                <a16:creationId xmlns:a16="http://schemas.microsoft.com/office/drawing/2014/main" id="{E7077771-AA59-A3EE-CC33-47A3B6A556E4}"/>
              </a:ext>
            </a:extLst>
          </p:cNvPr>
          <p:cNvSpPr>
            <a:spLocks noGrp="1"/>
          </p:cNvSpPr>
          <p:nvPr>
            <p:ph type="body" sz="quarter" idx="3" hasCustomPrompt="1"/>
          </p:nvPr>
        </p:nvSpPr>
        <p:spPr>
          <a:xfrm>
            <a:off x="9017914" y="1958744"/>
            <a:ext cx="2336714"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0" name="Text Placeholder 2">
            <a:extLst>
              <a:ext uri="{FF2B5EF4-FFF2-40B4-BE49-F238E27FC236}">
                <a16:creationId xmlns:a16="http://schemas.microsoft.com/office/drawing/2014/main" id="{7BA507E4-C794-1669-6682-47321D4ACFB8}"/>
              </a:ext>
            </a:extLst>
          </p:cNvPr>
          <p:cNvSpPr>
            <a:spLocks noGrp="1"/>
          </p:cNvSpPr>
          <p:nvPr>
            <p:ph type="body" idx="13" hasCustomPrompt="1"/>
          </p:nvPr>
        </p:nvSpPr>
        <p:spPr>
          <a:xfrm>
            <a:off x="3579721"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1" name="Text Placeholder 2">
            <a:extLst>
              <a:ext uri="{FF2B5EF4-FFF2-40B4-BE49-F238E27FC236}">
                <a16:creationId xmlns:a16="http://schemas.microsoft.com/office/drawing/2014/main" id="{CC4800C5-3C5B-B29D-12DA-EABE1658D286}"/>
              </a:ext>
            </a:extLst>
          </p:cNvPr>
          <p:cNvSpPr>
            <a:spLocks noGrp="1"/>
          </p:cNvSpPr>
          <p:nvPr>
            <p:ph type="body" idx="15" hasCustomPrompt="1"/>
          </p:nvPr>
        </p:nvSpPr>
        <p:spPr>
          <a:xfrm>
            <a:off x="6298817"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Content Placeholder 3">
            <a:extLst>
              <a:ext uri="{FF2B5EF4-FFF2-40B4-BE49-F238E27FC236}">
                <a16:creationId xmlns:a16="http://schemas.microsoft.com/office/drawing/2014/main" id="{FE25E174-3A70-E717-3CD6-8315381DD9C5}"/>
              </a:ext>
            </a:extLst>
          </p:cNvPr>
          <p:cNvSpPr>
            <a:spLocks noGrp="1"/>
          </p:cNvSpPr>
          <p:nvPr>
            <p:ph sz="half" idx="2"/>
          </p:nvPr>
        </p:nvSpPr>
        <p:spPr bwMode="ltGray">
          <a:xfrm>
            <a:off x="839789"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7C19A2E6-9BFF-446F-B673-F4B3EF561A48}"/>
              </a:ext>
            </a:extLst>
          </p:cNvPr>
          <p:cNvSpPr>
            <a:spLocks noGrp="1"/>
          </p:cNvSpPr>
          <p:nvPr>
            <p:ph sz="half" idx="16"/>
          </p:nvPr>
        </p:nvSpPr>
        <p:spPr bwMode="ltGray">
          <a:xfrm>
            <a:off x="359213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742157-E43D-502D-E701-A177D68105EA}"/>
              </a:ext>
            </a:extLst>
          </p:cNvPr>
          <p:cNvSpPr>
            <a:spLocks noGrp="1"/>
          </p:cNvSpPr>
          <p:nvPr>
            <p:ph sz="half" idx="17"/>
          </p:nvPr>
        </p:nvSpPr>
        <p:spPr bwMode="ltGray">
          <a:xfrm>
            <a:off x="628961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381B721E-2BCE-8D8F-0F13-83BC8C05D21C}"/>
              </a:ext>
            </a:extLst>
          </p:cNvPr>
          <p:cNvSpPr>
            <a:spLocks noGrp="1"/>
          </p:cNvSpPr>
          <p:nvPr>
            <p:ph sz="half" idx="18"/>
          </p:nvPr>
        </p:nvSpPr>
        <p:spPr bwMode="ltGray">
          <a:xfrm>
            <a:off x="9017914"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4C67AED2-80AB-C4AA-77B2-C47135C5802C}"/>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Tree>
    <p:extLst>
      <p:ext uri="{BB962C8B-B14F-4D97-AF65-F5344CB8AC3E}">
        <p14:creationId xmlns:p14="http://schemas.microsoft.com/office/powerpoint/2010/main" val="19328863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3/15/24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6" name="Graphic 11">
            <a:extLst>
              <a:ext uri="{FF2B5EF4-FFF2-40B4-BE49-F238E27FC236}">
                <a16:creationId xmlns:a16="http://schemas.microsoft.com/office/drawing/2014/main" id="{07DCC60D-FF24-409E-9CB5-C8CE812843BB}"/>
              </a:ext>
            </a:extLst>
          </p:cNvPr>
          <p:cNvGrpSpPr/>
          <p:nvPr userDrawn="1"/>
        </p:nvGrpSpPr>
        <p:grpSpPr>
          <a:xfrm rot="16200000">
            <a:off x="11384220" y="6170961"/>
            <a:ext cx="912230" cy="242400"/>
            <a:chOff x="11384220" y="6170961"/>
            <a:chExt cx="912230" cy="242400"/>
          </a:xfrm>
          <a:solidFill>
            <a:schemeClr val="tx1"/>
          </a:solidFill>
        </p:grpSpPr>
        <p:sp>
          <p:nvSpPr>
            <p:cNvPr id="17" name="Freeform: Shape 16">
              <a:extLst>
                <a:ext uri="{FF2B5EF4-FFF2-40B4-BE49-F238E27FC236}">
                  <a16:creationId xmlns:a16="http://schemas.microsoft.com/office/drawing/2014/main" id="{E377E15E-8964-4E45-89EF-CE3DE598AE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A7658C-5976-42A9-B911-736701ACCE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ED3E160-58EE-4263-A727-FFEDEE28ABA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C6F2AF9-4E78-482A-926F-4CBCFC424A56}"/>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B371756-486B-4480-9EE9-5932C39975C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A2B2C27-1F4D-48D9-97CA-061613C0654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42F43C-C573-4EA9-8167-5281374DE94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154FCF-8CBE-4A80-A8D7-F3C58F4EB1F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D872A8B-7F34-4271-8C5F-3E53DFAC6D01}"/>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5FDD9DD-526D-43BC-A23D-91B3E709405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F0B155-F55F-4873-93E1-E9363340FBD7}"/>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35E2409-8B2B-4E5D-83F2-6F07D0D9BF1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BEF99AA-7D27-4A0D-AC04-52A017705C5D}"/>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85969-42C4-451A-9E21-51D29F45892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97A450-1BB2-4E90-9E4A-BF20754143C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A319AD-C377-422D-BB1E-92A76369B36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19C6D38-E8ED-49FB-99CC-B1BF91BE18D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18B8D09-FA52-47B0-8720-CFAD3704095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5" name="Text Placeholder 2">
            <a:extLst>
              <a:ext uri="{FF2B5EF4-FFF2-40B4-BE49-F238E27FC236}">
                <a16:creationId xmlns:a16="http://schemas.microsoft.com/office/drawing/2014/main" id="{6BBBEF88-AE76-7752-9AD5-4DDCBD1C5FE3}"/>
              </a:ext>
            </a:extLst>
          </p:cNvPr>
          <p:cNvSpPr>
            <a:spLocks noGrp="1"/>
          </p:cNvSpPr>
          <p:nvPr>
            <p:ph type="body" idx="1" hasCustomPrompt="1"/>
          </p:nvPr>
        </p:nvSpPr>
        <p:spPr>
          <a:xfrm>
            <a:off x="839789"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6" name="Text Placeholder 4">
            <a:extLst>
              <a:ext uri="{FF2B5EF4-FFF2-40B4-BE49-F238E27FC236}">
                <a16:creationId xmlns:a16="http://schemas.microsoft.com/office/drawing/2014/main" id="{7D894E33-3335-06AB-158F-281AECC4AA75}"/>
              </a:ext>
            </a:extLst>
          </p:cNvPr>
          <p:cNvSpPr>
            <a:spLocks noGrp="1"/>
          </p:cNvSpPr>
          <p:nvPr>
            <p:ph type="body" sz="quarter" idx="3" hasCustomPrompt="1"/>
          </p:nvPr>
        </p:nvSpPr>
        <p:spPr>
          <a:xfrm>
            <a:off x="9017914" y="1963599"/>
            <a:ext cx="2336714"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7" name="Text Placeholder 2">
            <a:extLst>
              <a:ext uri="{FF2B5EF4-FFF2-40B4-BE49-F238E27FC236}">
                <a16:creationId xmlns:a16="http://schemas.microsoft.com/office/drawing/2014/main" id="{78EA85AE-7650-3C60-5D33-C19D9CCD19ED}"/>
              </a:ext>
            </a:extLst>
          </p:cNvPr>
          <p:cNvSpPr>
            <a:spLocks noGrp="1"/>
          </p:cNvSpPr>
          <p:nvPr>
            <p:ph type="body" idx="13" hasCustomPrompt="1"/>
          </p:nvPr>
        </p:nvSpPr>
        <p:spPr>
          <a:xfrm>
            <a:off x="3579721"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8" name="Text Placeholder 2">
            <a:extLst>
              <a:ext uri="{FF2B5EF4-FFF2-40B4-BE49-F238E27FC236}">
                <a16:creationId xmlns:a16="http://schemas.microsoft.com/office/drawing/2014/main" id="{167DAE70-4CE8-5E10-B78F-0BFB39A9C51C}"/>
              </a:ext>
            </a:extLst>
          </p:cNvPr>
          <p:cNvSpPr>
            <a:spLocks noGrp="1"/>
          </p:cNvSpPr>
          <p:nvPr>
            <p:ph type="body" idx="15" hasCustomPrompt="1"/>
          </p:nvPr>
        </p:nvSpPr>
        <p:spPr>
          <a:xfrm>
            <a:off x="6298817"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7B4EFAD-5484-C5D2-5A75-241BD4AB4CBD}"/>
              </a:ext>
            </a:extLst>
          </p:cNvPr>
          <p:cNvSpPr>
            <a:spLocks noGrp="1"/>
          </p:cNvSpPr>
          <p:nvPr>
            <p:ph type="title" hasCustomPrompt="1"/>
          </p:nvPr>
        </p:nvSpPr>
        <p:spPr>
          <a:xfrm>
            <a:off x="839788" y="519426"/>
            <a:ext cx="10515600" cy="1325563"/>
          </a:xfrm>
        </p:spPr>
        <p:txBody>
          <a:bodyPr anchor="ctr"/>
          <a:lstStyle>
            <a:lvl1pPr algn="ctr">
              <a:defRPr baseline="0">
                <a:solidFill>
                  <a:schemeClr val="accent1"/>
                </a:solidFill>
              </a:defRPr>
            </a:lvl1pPr>
          </a:lstStyle>
          <a:p>
            <a:r>
              <a:rPr lang="en-US"/>
              <a:t>4-Column Comparison Layout</a:t>
            </a:r>
          </a:p>
        </p:txBody>
      </p:sp>
      <p:sp>
        <p:nvSpPr>
          <p:cNvPr id="3" name="Content Placeholder 3">
            <a:extLst>
              <a:ext uri="{FF2B5EF4-FFF2-40B4-BE49-F238E27FC236}">
                <a16:creationId xmlns:a16="http://schemas.microsoft.com/office/drawing/2014/main" id="{57D5FFE3-9CBC-4BBA-5288-8ECA651CC374}"/>
              </a:ext>
            </a:extLst>
          </p:cNvPr>
          <p:cNvSpPr>
            <a:spLocks noGrp="1"/>
          </p:cNvSpPr>
          <p:nvPr>
            <p:ph sz="half" idx="2"/>
          </p:nvPr>
        </p:nvSpPr>
        <p:spPr bwMode="ltGray">
          <a:xfrm>
            <a:off x="8397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D206BB-AA01-DF0E-B9F8-4EDEB210CB0E}"/>
              </a:ext>
            </a:extLst>
          </p:cNvPr>
          <p:cNvSpPr>
            <a:spLocks noGrp="1"/>
          </p:cNvSpPr>
          <p:nvPr>
            <p:ph sz="half" idx="16"/>
          </p:nvPr>
        </p:nvSpPr>
        <p:spPr bwMode="ltGray">
          <a:xfrm>
            <a:off x="35702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EF82B850-A158-6816-983D-93BDB993DECB}"/>
              </a:ext>
            </a:extLst>
          </p:cNvPr>
          <p:cNvSpPr>
            <a:spLocks noGrp="1"/>
          </p:cNvSpPr>
          <p:nvPr>
            <p:ph sz="half" idx="17"/>
          </p:nvPr>
        </p:nvSpPr>
        <p:spPr bwMode="ltGray">
          <a:xfrm>
            <a:off x="62880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AC7CED1C-B7EB-E8A9-ACA9-B99DA610147E}"/>
              </a:ext>
            </a:extLst>
          </p:cNvPr>
          <p:cNvSpPr>
            <a:spLocks noGrp="1"/>
          </p:cNvSpPr>
          <p:nvPr>
            <p:ph sz="half" idx="18"/>
          </p:nvPr>
        </p:nvSpPr>
        <p:spPr bwMode="ltGray">
          <a:xfrm>
            <a:off x="90185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87709486-0B60-C8AF-BCD0-FF89FC422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7455477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pact Two Section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1AA0E5-4B05-FA7F-735E-D877905961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22C1D450-C962-468C-5275-E0003F6DA693}"/>
              </a:ext>
            </a:extLst>
          </p:cNvPr>
          <p:cNvSpPr/>
          <p:nvPr userDrawn="1"/>
        </p:nvSpPr>
        <p:spPr>
          <a:xfrm>
            <a:off x="5962353" y="467833"/>
            <a:ext cx="5525737"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2CF77E-FCFE-EAA7-6356-DE6C65C6992B}"/>
              </a:ext>
            </a:extLst>
          </p:cNvPr>
          <p:cNvSpPr/>
          <p:nvPr userDrawn="1"/>
        </p:nvSpPr>
        <p:spPr>
          <a:xfrm>
            <a:off x="342900" y="467833"/>
            <a:ext cx="5276553"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26F112A-5553-CA35-0CD4-91F914AAD36D}"/>
              </a:ext>
            </a:extLst>
          </p:cNvPr>
          <p:cNvSpPr>
            <a:spLocks noGrp="1"/>
          </p:cNvSpPr>
          <p:nvPr>
            <p:ph type="title" hasCustomPrompt="1"/>
          </p:nvPr>
        </p:nvSpPr>
        <p:spPr>
          <a:xfrm>
            <a:off x="760215" y="1190948"/>
            <a:ext cx="2790466" cy="246666"/>
          </a:xfrm>
        </p:spPr>
        <p:txBody>
          <a:bodyPr anchor="t"/>
          <a:lstStyle>
            <a:lvl1pPr>
              <a:defRPr sz="1400" i="0" cap="all" spc="0" baseline="0">
                <a:solidFill>
                  <a:schemeClr val="accent4"/>
                </a:solidFill>
                <a:latin typeface="+mn-lt"/>
              </a:defRPr>
            </a:lvl1pPr>
          </a:lstStyle>
          <a:p>
            <a:r>
              <a:rPr lang="en-US"/>
              <a:t>Short, concise header</a:t>
            </a:r>
          </a:p>
        </p:txBody>
      </p:sp>
      <p:sp>
        <p:nvSpPr>
          <p:cNvPr id="15" name="Text Placeholder 9">
            <a:extLst>
              <a:ext uri="{FF2B5EF4-FFF2-40B4-BE49-F238E27FC236}">
                <a16:creationId xmlns:a16="http://schemas.microsoft.com/office/drawing/2014/main" id="{8ADC19BB-6F27-3383-7EA1-8EE8F89074B3}"/>
              </a:ext>
            </a:extLst>
          </p:cNvPr>
          <p:cNvSpPr>
            <a:spLocks noGrp="1"/>
          </p:cNvSpPr>
          <p:nvPr>
            <p:ph type="body" sz="quarter" idx="13" hasCustomPrompt="1"/>
          </p:nvPr>
        </p:nvSpPr>
        <p:spPr>
          <a:xfrm>
            <a:off x="6419666" y="1192654"/>
            <a:ext cx="2818831" cy="246666"/>
          </a:xfrm>
        </p:spPr>
        <p:txBody>
          <a:bodyPr anchor="t"/>
          <a:lstStyle>
            <a:lvl1pPr marL="0" indent="0">
              <a:buFont typeface="Arial" panose="020B0604020202020204" pitchFamily="34" charset="0"/>
              <a:buNone/>
              <a:defRPr sz="1400" b="1" cap="all"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6" name="Content Placeholder 16">
            <a:extLst>
              <a:ext uri="{FF2B5EF4-FFF2-40B4-BE49-F238E27FC236}">
                <a16:creationId xmlns:a16="http://schemas.microsoft.com/office/drawing/2014/main" id="{EC094D9C-5006-379F-B951-A81085FE4325}"/>
              </a:ext>
            </a:extLst>
          </p:cNvPr>
          <p:cNvSpPr>
            <a:spLocks noGrp="1"/>
          </p:cNvSpPr>
          <p:nvPr>
            <p:ph sz="quarter" idx="14" hasCustomPrompt="1"/>
          </p:nvPr>
        </p:nvSpPr>
        <p:spPr>
          <a:xfrm>
            <a:off x="755733"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19" name="Content Placeholder 16">
            <a:extLst>
              <a:ext uri="{FF2B5EF4-FFF2-40B4-BE49-F238E27FC236}">
                <a16:creationId xmlns:a16="http://schemas.microsoft.com/office/drawing/2014/main" id="{49094459-F510-F769-6D75-3371D2F1F908}"/>
              </a:ext>
            </a:extLst>
          </p:cNvPr>
          <p:cNvSpPr>
            <a:spLocks noGrp="1"/>
          </p:cNvSpPr>
          <p:nvPr>
            <p:ph sz="quarter" idx="15" hasCustomPrompt="1"/>
          </p:nvPr>
        </p:nvSpPr>
        <p:spPr>
          <a:xfrm>
            <a:off x="6412432"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Font typeface="Arial" panose="020B0604020202020204" pitchFamily="34" charset="0"/>
              <a:buNone/>
              <a:defRPr sz="1800" b="0" cap="none" baseline="0">
                <a:solidFill>
                  <a:schemeClr val="accent2"/>
                </a:solidFill>
              </a:defRPr>
            </a:lvl2pPr>
            <a:lvl3pPr marL="0" indent="0">
              <a:spcBef>
                <a:spcPts val="2400"/>
              </a:spcBef>
              <a:buFont typeface="Arial" panose="020B0604020202020204" pitchFamily="34" charset="0"/>
              <a:buNone/>
              <a:defRPr sz="1800" b="0" cap="none" baseline="0">
                <a:solidFill>
                  <a:schemeClr val="accent2"/>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20" name="Date Placeholder 2">
            <a:extLst>
              <a:ext uri="{FF2B5EF4-FFF2-40B4-BE49-F238E27FC236}">
                <a16:creationId xmlns:a16="http://schemas.microsoft.com/office/drawing/2014/main" id="{A0B4D60E-4B1F-F850-AF4A-DC43DF0AA2CB}"/>
              </a:ext>
            </a:extLst>
          </p:cNvPr>
          <p:cNvSpPr>
            <a:spLocks noGrp="1"/>
          </p:cNvSpPr>
          <p:nvPr>
            <p:ph type="dt" sz="half" idx="16"/>
          </p:nvPr>
        </p:nvSpPr>
        <p:spPr>
          <a:xfrm>
            <a:off x="10602762" y="6382494"/>
            <a:ext cx="692767" cy="365125"/>
          </a:xfrm>
        </p:spPr>
        <p:txBody>
          <a:bodyPr/>
          <a:lstStyle/>
          <a:p>
            <a:fld id="{B7EB65F7-02F7-4C03-9B5E-0F72A9F540CE}" type="datetime1">
              <a:rPr lang="en-US" smtClean="0"/>
              <a:t>3/15/24</a:t>
            </a:fld>
            <a:endParaRPr lang="en-US"/>
          </a:p>
        </p:txBody>
      </p:sp>
      <p:sp>
        <p:nvSpPr>
          <p:cNvPr id="21" name="Footer Placeholder 3">
            <a:extLst>
              <a:ext uri="{FF2B5EF4-FFF2-40B4-BE49-F238E27FC236}">
                <a16:creationId xmlns:a16="http://schemas.microsoft.com/office/drawing/2014/main" id="{4A25224F-1FEC-88A8-76AB-6EF46397212F}"/>
              </a:ext>
            </a:extLst>
          </p:cNvPr>
          <p:cNvSpPr>
            <a:spLocks noGrp="1"/>
          </p:cNvSpPr>
          <p:nvPr>
            <p:ph type="ftr" sz="quarter" idx="17"/>
          </p:nvPr>
        </p:nvSpPr>
        <p:spPr>
          <a:xfrm>
            <a:off x="342900" y="6394105"/>
            <a:ext cx="10259861" cy="365125"/>
          </a:xfrm>
        </p:spPr>
        <p:txBody>
          <a:bodyPr/>
          <a:lstStyle/>
          <a:p>
            <a:endParaRPr lang="en-US"/>
          </a:p>
        </p:txBody>
      </p:sp>
      <p:sp>
        <p:nvSpPr>
          <p:cNvPr id="22" name="Slide Number Placeholder 4">
            <a:extLst>
              <a:ext uri="{FF2B5EF4-FFF2-40B4-BE49-F238E27FC236}">
                <a16:creationId xmlns:a16="http://schemas.microsoft.com/office/drawing/2014/main" id="{16CCCA85-A2C7-AB4C-5AD9-90152F48607C}"/>
              </a:ext>
            </a:extLst>
          </p:cNvPr>
          <p:cNvSpPr>
            <a:spLocks noGrp="1"/>
          </p:cNvSpPr>
          <p:nvPr>
            <p:ph type="sldNum" sz="quarter" idx="18"/>
          </p:nvPr>
        </p:nvSpPr>
        <p:spPr>
          <a:xfrm>
            <a:off x="11674225" y="5477347"/>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pic>
        <p:nvPicPr>
          <p:cNvPr id="23" name="Graphic 22">
            <a:extLst>
              <a:ext uri="{FF2B5EF4-FFF2-40B4-BE49-F238E27FC236}">
                <a16:creationId xmlns:a16="http://schemas.microsoft.com/office/drawing/2014/main" id="{DC224602-6CA3-5194-15F9-A9502DF281C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pic>
        <p:nvPicPr>
          <p:cNvPr id="2" name="Graphic 1">
            <a:extLst>
              <a:ext uri="{FF2B5EF4-FFF2-40B4-BE49-F238E27FC236}">
                <a16:creationId xmlns:a16="http://schemas.microsoft.com/office/drawing/2014/main" id="{808FC5F8-8D51-4901-7B45-922F014AAE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09582" y="972913"/>
            <a:ext cx="593744" cy="99635"/>
          </a:xfrm>
          <a:prstGeom prst="rect">
            <a:avLst/>
          </a:prstGeom>
        </p:spPr>
      </p:pic>
      <p:pic>
        <p:nvPicPr>
          <p:cNvPr id="3" name="Graphic 2">
            <a:extLst>
              <a:ext uri="{FF2B5EF4-FFF2-40B4-BE49-F238E27FC236}">
                <a16:creationId xmlns:a16="http://schemas.microsoft.com/office/drawing/2014/main" id="{84433B89-B29C-1E07-8C25-ED2219B662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733" y="967767"/>
            <a:ext cx="593744" cy="99635"/>
          </a:xfrm>
          <a:prstGeom prst="rect">
            <a:avLst/>
          </a:prstGeom>
        </p:spPr>
      </p:pic>
    </p:spTree>
    <p:extLst>
      <p:ext uri="{BB962C8B-B14F-4D97-AF65-F5344CB8AC3E}">
        <p14:creationId xmlns:p14="http://schemas.microsoft.com/office/powerpoint/2010/main" val="4185391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act Three Sections">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F4B073-82F6-9846-2580-3A768D4552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5690BCE0-2053-0E84-0396-859BC85ED2EE}"/>
              </a:ext>
            </a:extLst>
          </p:cNvPr>
          <p:cNvSpPr/>
          <p:nvPr userDrawn="1"/>
        </p:nvSpPr>
        <p:spPr>
          <a:xfrm>
            <a:off x="4084092" y="766483"/>
            <a:ext cx="4091313" cy="4904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EC5297-5A3F-6048-C397-E6A2C4972944}"/>
              </a:ext>
            </a:extLst>
          </p:cNvPr>
          <p:cNvSpPr/>
          <p:nvPr userDrawn="1"/>
        </p:nvSpPr>
        <p:spPr>
          <a:xfrm>
            <a:off x="8556686" y="766482"/>
            <a:ext cx="3635313"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415D0-161D-2FA9-814E-1717D8B3054C}"/>
              </a:ext>
            </a:extLst>
          </p:cNvPr>
          <p:cNvSpPr/>
          <p:nvPr userDrawn="1">
            <p:custDataLst>
              <p:tags r:id="rId1"/>
            </p:custDataLst>
          </p:nvPr>
        </p:nvSpPr>
        <p:spPr bwMode="invGray">
          <a:xfrm>
            <a:off x="1" y="731520"/>
            <a:ext cx="3805518"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E4D3933-A2DC-65E5-07DE-FFECE6A23A4B}"/>
              </a:ext>
            </a:extLst>
          </p:cNvPr>
          <p:cNvSpPr>
            <a:spLocks noGrp="1"/>
          </p:cNvSpPr>
          <p:nvPr>
            <p:ph type="title" hasCustomPrompt="1"/>
          </p:nvPr>
        </p:nvSpPr>
        <p:spPr bwMode="white">
          <a:xfrm>
            <a:off x="486780" y="2368730"/>
            <a:ext cx="2790466" cy="148530"/>
          </a:xfrm>
        </p:spPr>
        <p:txBody>
          <a:bodyPr anchor="t"/>
          <a:lstStyle>
            <a:lvl1pPr>
              <a:defRPr sz="1050" i="0" cap="none" spc="0" baseline="0">
                <a:solidFill>
                  <a:schemeClr val="accent4"/>
                </a:solidFill>
                <a:latin typeface="+mn-lt"/>
              </a:defRPr>
            </a:lvl1pPr>
          </a:lstStyle>
          <a:p>
            <a:r>
              <a:rPr lang="en-US"/>
              <a:t>Short, concise header</a:t>
            </a:r>
          </a:p>
        </p:txBody>
      </p:sp>
      <p:sp>
        <p:nvSpPr>
          <p:cNvPr id="10" name="Content Placeholder 16">
            <a:extLst>
              <a:ext uri="{FF2B5EF4-FFF2-40B4-BE49-F238E27FC236}">
                <a16:creationId xmlns:a16="http://schemas.microsoft.com/office/drawing/2014/main" id="{7E4FB2E3-95AB-A1B0-B523-643CEC7B4207}"/>
              </a:ext>
            </a:extLst>
          </p:cNvPr>
          <p:cNvSpPr>
            <a:spLocks noGrp="1"/>
          </p:cNvSpPr>
          <p:nvPr>
            <p:ph sz="quarter" idx="14" hasCustomPrompt="1"/>
          </p:nvPr>
        </p:nvSpPr>
        <p:spPr bwMode="white">
          <a:xfrm>
            <a:off x="482297"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1" name="Content Placeholder 16">
            <a:extLst>
              <a:ext uri="{FF2B5EF4-FFF2-40B4-BE49-F238E27FC236}">
                <a16:creationId xmlns:a16="http://schemas.microsoft.com/office/drawing/2014/main" id="{A1999C88-0FD2-2DA7-98FC-75C8C22A806E}"/>
              </a:ext>
            </a:extLst>
          </p:cNvPr>
          <p:cNvSpPr>
            <a:spLocks noGrp="1"/>
          </p:cNvSpPr>
          <p:nvPr>
            <p:ph sz="quarter" idx="16" hasCustomPrompt="1"/>
          </p:nvPr>
        </p:nvSpPr>
        <p:spPr>
          <a:xfrm>
            <a:off x="8886389"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4" name="Text Placeholder 9">
            <a:extLst>
              <a:ext uri="{FF2B5EF4-FFF2-40B4-BE49-F238E27FC236}">
                <a16:creationId xmlns:a16="http://schemas.microsoft.com/office/drawing/2014/main" id="{3B141689-E4C4-091F-EEF6-97A9BB7D9D96}"/>
              </a:ext>
            </a:extLst>
          </p:cNvPr>
          <p:cNvSpPr>
            <a:spLocks noGrp="1"/>
          </p:cNvSpPr>
          <p:nvPr>
            <p:ph type="body" sz="quarter" idx="17" hasCustomPrompt="1"/>
          </p:nvPr>
        </p:nvSpPr>
        <p:spPr>
          <a:xfrm>
            <a:off x="8890823" y="2368730"/>
            <a:ext cx="2818831"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5" name="Content Placeholder 16">
            <a:extLst>
              <a:ext uri="{FF2B5EF4-FFF2-40B4-BE49-F238E27FC236}">
                <a16:creationId xmlns:a16="http://schemas.microsoft.com/office/drawing/2014/main" id="{C1897D9F-251D-9A0C-D34A-2A31EE356A72}"/>
              </a:ext>
            </a:extLst>
          </p:cNvPr>
          <p:cNvSpPr>
            <a:spLocks noGrp="1"/>
          </p:cNvSpPr>
          <p:nvPr>
            <p:ph sz="quarter" idx="18" hasCustomPrompt="1"/>
          </p:nvPr>
        </p:nvSpPr>
        <p:spPr bwMode="white">
          <a:xfrm>
            <a:off x="482297"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6" name="Content Placeholder 16">
            <a:extLst>
              <a:ext uri="{FF2B5EF4-FFF2-40B4-BE49-F238E27FC236}">
                <a16:creationId xmlns:a16="http://schemas.microsoft.com/office/drawing/2014/main" id="{567144DA-2001-7BA5-928A-781A7F44769F}"/>
              </a:ext>
            </a:extLst>
          </p:cNvPr>
          <p:cNvSpPr>
            <a:spLocks noGrp="1"/>
          </p:cNvSpPr>
          <p:nvPr>
            <p:ph sz="quarter" idx="20" hasCustomPrompt="1"/>
          </p:nvPr>
        </p:nvSpPr>
        <p:spPr>
          <a:xfrm>
            <a:off x="8886389"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8" name="Content Placeholder 16">
            <a:extLst>
              <a:ext uri="{FF2B5EF4-FFF2-40B4-BE49-F238E27FC236}">
                <a16:creationId xmlns:a16="http://schemas.microsoft.com/office/drawing/2014/main" id="{5E099429-CA9C-9564-951D-A8258146046F}"/>
              </a:ext>
            </a:extLst>
          </p:cNvPr>
          <p:cNvSpPr>
            <a:spLocks noGrp="1"/>
          </p:cNvSpPr>
          <p:nvPr>
            <p:ph sz="quarter" idx="15" hasCustomPrompt="1"/>
          </p:nvPr>
        </p:nvSpPr>
        <p:spPr>
          <a:xfrm>
            <a:off x="4634361"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9" name="Text Placeholder 9">
            <a:extLst>
              <a:ext uri="{FF2B5EF4-FFF2-40B4-BE49-F238E27FC236}">
                <a16:creationId xmlns:a16="http://schemas.microsoft.com/office/drawing/2014/main" id="{BD3813D0-CBB6-2C2A-EF51-4FF2470953CF}"/>
              </a:ext>
            </a:extLst>
          </p:cNvPr>
          <p:cNvSpPr>
            <a:spLocks noGrp="1"/>
          </p:cNvSpPr>
          <p:nvPr>
            <p:ph type="body" sz="quarter" idx="13" hasCustomPrompt="1"/>
          </p:nvPr>
        </p:nvSpPr>
        <p:spPr>
          <a:xfrm>
            <a:off x="4634361" y="2368730"/>
            <a:ext cx="1989493"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20" name="Content Placeholder 16">
            <a:extLst>
              <a:ext uri="{FF2B5EF4-FFF2-40B4-BE49-F238E27FC236}">
                <a16:creationId xmlns:a16="http://schemas.microsoft.com/office/drawing/2014/main" id="{4B8A1698-5E5D-E16C-4E96-C57892E0C837}"/>
              </a:ext>
            </a:extLst>
          </p:cNvPr>
          <p:cNvSpPr>
            <a:spLocks noGrp="1"/>
          </p:cNvSpPr>
          <p:nvPr>
            <p:ph sz="quarter" idx="19" hasCustomPrompt="1"/>
          </p:nvPr>
        </p:nvSpPr>
        <p:spPr>
          <a:xfrm>
            <a:off x="4634361" y="1622308"/>
            <a:ext cx="1989493"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pic>
        <p:nvPicPr>
          <p:cNvPr id="6" name="Graphic 5">
            <a:extLst>
              <a:ext uri="{FF2B5EF4-FFF2-40B4-BE49-F238E27FC236}">
                <a16:creationId xmlns:a16="http://schemas.microsoft.com/office/drawing/2014/main" id="{8B59AEC0-8228-7DF9-5E61-BD725271F3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4361" y="1522673"/>
            <a:ext cx="593744" cy="99635"/>
          </a:xfrm>
          <a:prstGeom prst="rect">
            <a:avLst/>
          </a:prstGeom>
        </p:spPr>
      </p:pic>
      <p:pic>
        <p:nvPicPr>
          <p:cNvPr id="7" name="Graphic 6">
            <a:extLst>
              <a:ext uri="{FF2B5EF4-FFF2-40B4-BE49-F238E27FC236}">
                <a16:creationId xmlns:a16="http://schemas.microsoft.com/office/drawing/2014/main" id="{2C80CFBF-73AD-8255-D1AC-52766D8A64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296" y="1522673"/>
            <a:ext cx="593744" cy="99635"/>
          </a:xfrm>
          <a:prstGeom prst="rect">
            <a:avLst/>
          </a:prstGeom>
        </p:spPr>
      </p:pic>
      <p:pic>
        <p:nvPicPr>
          <p:cNvPr id="12" name="Graphic 11">
            <a:extLst>
              <a:ext uri="{FF2B5EF4-FFF2-40B4-BE49-F238E27FC236}">
                <a16:creationId xmlns:a16="http://schemas.microsoft.com/office/drawing/2014/main" id="{8B9C8103-F420-2DA7-A7FD-50BDB4D34A4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4764" y="1522673"/>
            <a:ext cx="593744" cy="99635"/>
          </a:xfrm>
          <a:prstGeom prst="rect">
            <a:avLst/>
          </a:prstGeom>
        </p:spPr>
      </p:pic>
      <p:pic>
        <p:nvPicPr>
          <p:cNvPr id="2" name="Graphic 1">
            <a:extLst>
              <a:ext uri="{FF2B5EF4-FFF2-40B4-BE49-F238E27FC236}">
                <a16:creationId xmlns:a16="http://schemas.microsoft.com/office/drawing/2014/main" id="{EA282987-FC0C-CA4B-839D-C69001DF55A0}"/>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1384223" y="6170966"/>
            <a:ext cx="911645" cy="241661"/>
          </a:xfrm>
          <a:prstGeom prst="rect">
            <a:avLst/>
          </a:prstGeom>
        </p:spPr>
      </p:pic>
      <p:sp>
        <p:nvSpPr>
          <p:cNvPr id="3" name="Date Placeholder 2">
            <a:extLst>
              <a:ext uri="{FF2B5EF4-FFF2-40B4-BE49-F238E27FC236}">
                <a16:creationId xmlns:a16="http://schemas.microsoft.com/office/drawing/2014/main" id="{7D7FC531-4073-82FA-8B1C-5731114F1D4A}"/>
              </a:ext>
            </a:extLst>
          </p:cNvPr>
          <p:cNvSpPr>
            <a:spLocks noGrp="1"/>
          </p:cNvSpPr>
          <p:nvPr>
            <p:ph type="dt" sz="half" idx="21"/>
          </p:nvPr>
        </p:nvSpPr>
        <p:spPr/>
        <p:txBody>
          <a:bodyPr/>
          <a:lstStyle/>
          <a:p>
            <a:fld id="{B7EB65F7-02F7-4C03-9B5E-0F72A9F540CE}" type="datetime1">
              <a:rPr lang="en-US" smtClean="0"/>
              <a:pPr/>
              <a:t>3/15/24</a:t>
            </a:fld>
            <a:endParaRPr lang="en-US"/>
          </a:p>
        </p:txBody>
      </p:sp>
      <p:sp>
        <p:nvSpPr>
          <p:cNvPr id="17" name="Footer Placeholder 16">
            <a:extLst>
              <a:ext uri="{FF2B5EF4-FFF2-40B4-BE49-F238E27FC236}">
                <a16:creationId xmlns:a16="http://schemas.microsoft.com/office/drawing/2014/main" id="{23FE9CC2-650C-9517-5E65-904F5FF49E7E}"/>
              </a:ext>
            </a:extLst>
          </p:cNvPr>
          <p:cNvSpPr>
            <a:spLocks noGrp="1"/>
          </p:cNvSpPr>
          <p:nvPr>
            <p:ph type="ftr" sz="quarter" idx="22"/>
          </p:nvPr>
        </p:nvSpPr>
        <p:spPr/>
        <p:txBody>
          <a:bodyPr/>
          <a:lstStyle/>
          <a:p>
            <a:endParaRPr lang="en-US"/>
          </a:p>
        </p:txBody>
      </p:sp>
      <p:sp>
        <p:nvSpPr>
          <p:cNvPr id="21" name="Slide Number Placeholder 20">
            <a:extLst>
              <a:ext uri="{FF2B5EF4-FFF2-40B4-BE49-F238E27FC236}">
                <a16:creationId xmlns:a16="http://schemas.microsoft.com/office/drawing/2014/main" id="{0A39336A-5BD8-FB3A-1320-FA37A87BC0F6}"/>
              </a:ext>
            </a:extLst>
          </p:cNvPr>
          <p:cNvSpPr>
            <a:spLocks noGrp="1"/>
          </p:cNvSpPr>
          <p:nvPr>
            <p:ph type="sldNum" sz="quarter" idx="23"/>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81471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946-6C9B-4EA4-AE93-A7B01A157C5B}"/>
              </a:ext>
            </a:extLst>
          </p:cNvPr>
          <p:cNvSpPr>
            <a:spLocks noGrp="1"/>
          </p:cNvSpPr>
          <p:nvPr userDrawn="1">
            <p:ph type="title" hasCustomPrompt="1"/>
          </p:nvPr>
        </p:nvSpPr>
        <p:spPr>
          <a:xfrm>
            <a:off x="797174" y="970772"/>
            <a:ext cx="4453150" cy="1600200"/>
          </a:xfrm>
        </p:spPr>
        <p:txBody>
          <a:bodyPr anchor="b"/>
          <a:lstStyle>
            <a:lvl1pPr>
              <a:defRPr sz="4400">
                <a:solidFill>
                  <a:schemeClr val="tx1">
                    <a:lumMod val="95000"/>
                  </a:schemeClr>
                </a:solidFill>
              </a:defRPr>
            </a:lvl1pPr>
          </a:lstStyle>
          <a:p>
            <a:r>
              <a:rPr lang="en-US"/>
              <a:t>Content with Caption Layout</a:t>
            </a:r>
          </a:p>
        </p:txBody>
      </p:sp>
      <p:sp>
        <p:nvSpPr>
          <p:cNvPr id="3" name="Content Placeholder 2">
            <a:extLst>
              <a:ext uri="{FF2B5EF4-FFF2-40B4-BE49-F238E27FC236}">
                <a16:creationId xmlns:a16="http://schemas.microsoft.com/office/drawing/2014/main" id="{CF4F0041-77FC-4BF9-8586-A5C2EFFCCE9D}"/>
              </a:ext>
            </a:extLst>
          </p:cNvPr>
          <p:cNvSpPr>
            <a:spLocks noGrp="1"/>
          </p:cNvSpPr>
          <p:nvPr userDrawn="1">
            <p:ph idx="1"/>
          </p:nvPr>
        </p:nvSpPr>
        <p:spPr>
          <a:xfrm>
            <a:off x="797174" y="2836406"/>
            <a:ext cx="4627160" cy="2726857"/>
          </a:xfrm>
        </p:spPr>
        <p:txBody>
          <a:bodyPr/>
          <a:lstStyle>
            <a:lvl1pPr>
              <a:buClr>
                <a:schemeClr val="accent4"/>
              </a:buClr>
              <a:defRPr sz="1600"/>
            </a:lvl1pPr>
            <a:lvl2pPr>
              <a:spcBef>
                <a:spcPts val="500"/>
              </a:spcBef>
              <a:defRPr sz="1200"/>
            </a:lvl2pPr>
            <a:lvl3pPr>
              <a:defRPr sz="1100"/>
            </a:lvl3pPr>
            <a:lvl4pPr>
              <a:defRPr sz="1000"/>
            </a:lvl4pPr>
            <a:lvl5pPr>
              <a:defRPr sz="9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DB54C-1858-4207-918E-D18252F0AFB1}"/>
              </a:ext>
            </a:extLst>
          </p:cNvPr>
          <p:cNvSpPr>
            <a:spLocks noGrp="1"/>
          </p:cNvSpPr>
          <p:nvPr userDrawn="1">
            <p:ph type="body" sz="half" idx="2" hasCustomPrompt="1"/>
          </p:nvPr>
        </p:nvSpPr>
        <p:spPr>
          <a:xfrm>
            <a:off x="6221508" y="1503127"/>
            <a:ext cx="4941708" cy="3215568"/>
          </a:xfrm>
        </p:spPr>
        <p:txBody>
          <a:bodyPr anchor="ctr"/>
          <a:lstStyle>
            <a:lvl1pPr marL="0" indent="0" algn="ctr">
              <a:lnSpc>
                <a:spcPct val="100000"/>
              </a:lnSpc>
              <a:buNone/>
              <a:defRPr sz="3600" cap="none" spc="0" baseline="0">
                <a:solidFill>
                  <a:schemeClr val="accent4"/>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 punchy callout</a:t>
            </a:r>
            <a:br>
              <a:rPr lang="en-US"/>
            </a:br>
            <a:r>
              <a:rPr lang="en-US"/>
              <a:t>here to add visual impact. </a:t>
            </a:r>
          </a:p>
        </p:txBody>
      </p:sp>
      <p:sp>
        <p:nvSpPr>
          <p:cNvPr id="5" name="Date Placeholder 4">
            <a:extLst>
              <a:ext uri="{FF2B5EF4-FFF2-40B4-BE49-F238E27FC236}">
                <a16:creationId xmlns:a16="http://schemas.microsoft.com/office/drawing/2014/main" id="{5E238970-FAD6-429C-AC16-C5086F6EFA3F}"/>
              </a:ext>
            </a:extLst>
          </p:cNvPr>
          <p:cNvSpPr>
            <a:spLocks noGrp="1"/>
          </p:cNvSpPr>
          <p:nvPr userDrawn="1">
            <p:ph type="dt" sz="half" idx="10"/>
          </p:nvPr>
        </p:nvSpPr>
        <p:spPr/>
        <p:txBody>
          <a:bodyPr/>
          <a:lstStyle/>
          <a:p>
            <a:fld id="{141626D5-1C9F-41BC-98D1-440026FFA664}" type="datetime1">
              <a:rPr lang="en-US" smtClean="0"/>
              <a:t>3/15/24</a:t>
            </a:fld>
            <a:endParaRPr lang="en-US"/>
          </a:p>
        </p:txBody>
      </p:sp>
      <p:sp>
        <p:nvSpPr>
          <p:cNvPr id="6" name="Footer Placeholder 5">
            <a:extLst>
              <a:ext uri="{FF2B5EF4-FFF2-40B4-BE49-F238E27FC236}">
                <a16:creationId xmlns:a16="http://schemas.microsoft.com/office/drawing/2014/main" id="{D3837E6D-BA60-432D-8761-85066714E07C}"/>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796D2-2224-4806-B254-DD2EDFC38195}"/>
              </a:ext>
            </a:extLst>
          </p:cNvPr>
          <p:cNvSpPr>
            <a:spLocks noGrp="1"/>
          </p:cNvSpPr>
          <p:nvPr userDrawn="1">
            <p:ph type="sldNum" sz="quarter" idx="12"/>
          </p:nvPr>
        </p:nvSpPr>
        <p:spPr/>
        <p:txBody>
          <a:bodyPr/>
          <a:lstStyle/>
          <a:p>
            <a:fld id="{545951DD-1C6A-495F-8185-4C73F8F8B75A}" type="slidenum">
              <a:rPr lang="en-US" smtClean="0"/>
              <a:t>‹#›</a:t>
            </a:fld>
            <a:endParaRPr lang="en-US"/>
          </a:p>
        </p:txBody>
      </p:sp>
      <p:sp>
        <p:nvSpPr>
          <p:cNvPr id="18" name="Freeform: Shape 17">
            <a:extLst>
              <a:ext uri="{FF2B5EF4-FFF2-40B4-BE49-F238E27FC236}">
                <a16:creationId xmlns:a16="http://schemas.microsoft.com/office/drawing/2014/main" id="{56344645-9AF0-407C-B7FD-D98F3648AF6E}"/>
              </a:ext>
            </a:extLst>
          </p:cNvPr>
          <p:cNvSpPr/>
          <p:nvPr userDrawn="1"/>
        </p:nvSpPr>
        <p:spPr>
          <a:xfrm>
            <a:off x="15200015" y="1011086"/>
            <a:ext cx="25276" cy="1481"/>
          </a:xfrm>
          <a:custGeom>
            <a:avLst/>
            <a:gdLst>
              <a:gd name="connsiteX0" fmla="*/ 16254 w 25276"/>
              <a:gd name="connsiteY0" fmla="*/ -572 h 1481"/>
              <a:gd name="connsiteX1" fmla="*/ 14378 w 25276"/>
              <a:gd name="connsiteY1" fmla="*/ 909 h 1481"/>
              <a:gd name="connsiteX2" fmla="*/ 39655 w 25276"/>
              <a:gd name="connsiteY2" fmla="*/ -572 h 1481"/>
            </a:gdLst>
            <a:ahLst/>
            <a:cxnLst>
              <a:cxn ang="0">
                <a:pos x="connsiteX0" y="connsiteY0"/>
              </a:cxn>
              <a:cxn ang="0">
                <a:pos x="connsiteX1" y="connsiteY1"/>
              </a:cxn>
              <a:cxn ang="0">
                <a:pos x="connsiteX2" y="connsiteY2"/>
              </a:cxn>
            </a:cxnLst>
            <a:rect l="l" t="t" r="r" b="b"/>
            <a:pathLst>
              <a:path w="25276" h="1481">
                <a:moveTo>
                  <a:pt x="16254" y="-572"/>
                </a:moveTo>
                <a:cubicBezTo>
                  <a:pt x="15625" y="-82"/>
                  <a:pt x="15007" y="419"/>
                  <a:pt x="14378" y="909"/>
                </a:cubicBezTo>
                <a:cubicBezTo>
                  <a:pt x="22818" y="494"/>
                  <a:pt x="31244" y="0"/>
                  <a:pt x="39655" y="-572"/>
                </a:cubicBezTo>
                <a:close/>
              </a:path>
            </a:pathLst>
          </a:custGeom>
          <a:solidFill>
            <a:srgbClr val="1A1D54"/>
          </a:solidFill>
          <a:ln w="557"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35BA5593-A016-57E4-EB26-180E3F5F2DFD}"/>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4992885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A9C61D-9E7D-3E0C-5D3B-DEC3A560C365}"/>
              </a:ext>
            </a:extLst>
          </p:cNvPr>
          <p:cNvSpPr/>
          <p:nvPr userDrawn="1"/>
        </p:nvSpPr>
        <p:spPr>
          <a:xfrm>
            <a:off x="722489" y="752798"/>
            <a:ext cx="11469511"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1078526" y="2460663"/>
            <a:ext cx="3614593" cy="2006284"/>
          </a:xfrm>
        </p:spPr>
        <p:txBody>
          <a:bodyPr anchor="ctr"/>
          <a:lstStyle>
            <a:lvl1pPr>
              <a:defRPr>
                <a:solidFill>
                  <a:schemeClr val="tx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3/15/24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960835" y="6394105"/>
            <a:ext cx="9693913"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5153856" y="999455"/>
            <a:ext cx="6259364" cy="4859089"/>
          </a:xfrm>
        </p:spPr>
        <p:txBody>
          <a:bodyPr anchor="ctr"/>
          <a:lstStyle>
            <a:lvl1pPr>
              <a:buClr>
                <a:schemeClr val="accent3"/>
              </a:buClr>
              <a:defRPr>
                <a:solidFill>
                  <a:schemeClr val="tx1"/>
                </a:solidFill>
              </a:defRPr>
            </a:lvl1pPr>
            <a:lvl2pPr>
              <a:spcBef>
                <a:spcPts val="500"/>
              </a:spcBef>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9" name="Group 28">
            <a:extLst>
              <a:ext uri="{FF2B5EF4-FFF2-40B4-BE49-F238E27FC236}">
                <a16:creationId xmlns:a16="http://schemas.microsoft.com/office/drawing/2014/main" id="{D47E555F-0D85-4723-A517-43C422829B5D}"/>
              </a:ext>
            </a:extLst>
          </p:cNvPr>
          <p:cNvGrpSpPr/>
          <p:nvPr userDrawn="1"/>
        </p:nvGrpSpPr>
        <p:grpSpPr>
          <a:xfrm>
            <a:off x="11719136" y="5836046"/>
            <a:ext cx="242400" cy="912229"/>
            <a:chOff x="11719136" y="5836046"/>
            <a:chExt cx="242400" cy="912229"/>
          </a:xfrm>
          <a:solidFill>
            <a:schemeClr val="tx1"/>
          </a:solidFill>
        </p:grpSpPr>
        <p:grpSp>
          <p:nvGrpSpPr>
            <p:cNvPr id="6" name="Group 5">
              <a:extLst>
                <a:ext uri="{FF2B5EF4-FFF2-40B4-BE49-F238E27FC236}">
                  <a16:creationId xmlns:a16="http://schemas.microsoft.com/office/drawing/2014/main" id="{1D3CDFC5-BA44-4467-B5AE-AFC3588EE604}"/>
                </a:ext>
              </a:extLst>
            </p:cNvPr>
            <p:cNvGrpSpPr/>
            <p:nvPr userDrawn="1"/>
          </p:nvGrpSpPr>
          <p:grpSpPr>
            <a:xfrm>
              <a:off x="11742577" y="5836046"/>
              <a:ext cx="183640" cy="668800"/>
              <a:chOff x="11742577" y="5836046"/>
              <a:chExt cx="183640" cy="668800"/>
            </a:xfrm>
            <a:grpFill/>
          </p:grpSpPr>
          <p:sp>
            <p:nvSpPr>
              <p:cNvPr id="10" name="Freeform: Shape 9">
                <a:extLst>
                  <a:ext uri="{FF2B5EF4-FFF2-40B4-BE49-F238E27FC236}">
                    <a16:creationId xmlns:a16="http://schemas.microsoft.com/office/drawing/2014/main" id="{9F852FCB-CE46-4141-8584-7A33EC8EE2DF}"/>
                  </a:ext>
                </a:extLst>
              </p:cNvPr>
              <p:cNvSpPr/>
              <p:nvPr/>
            </p:nvSpPr>
            <p:spPr>
              <a:xfrm rot="16200000">
                <a:off x="11842762" y="6422473"/>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3822D02-28B3-4B18-A15A-906975B5FCC9}"/>
                  </a:ext>
                </a:extLst>
              </p:cNvPr>
              <p:cNvSpPr/>
              <p:nvPr/>
            </p:nvSpPr>
            <p:spPr>
              <a:xfrm rot="16200000">
                <a:off x="11876278" y="6351541"/>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96F58A7-A506-424F-8369-192906B366D3}"/>
                  </a:ext>
                </a:extLst>
              </p:cNvPr>
              <p:cNvSpPr/>
              <p:nvPr/>
            </p:nvSpPr>
            <p:spPr>
              <a:xfrm rot="16200000">
                <a:off x="11844470" y="6285084"/>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039984-AA97-4D54-A531-C3FE90D75554}"/>
                  </a:ext>
                </a:extLst>
              </p:cNvPr>
              <p:cNvSpPr/>
              <p:nvPr/>
            </p:nvSpPr>
            <p:spPr>
              <a:xfrm rot="16200000">
                <a:off x="11740880" y="6121297"/>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62E2389-961E-4B08-B1DE-BC15695B04E7}"/>
                  </a:ext>
                </a:extLst>
              </p:cNvPr>
              <p:cNvSpPr/>
              <p:nvPr/>
            </p:nvSpPr>
            <p:spPr>
              <a:xfrm rot="16200000">
                <a:off x="11736724" y="631467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D406465-38D1-4E50-B13D-8F4966CFDA16}"/>
                  </a:ext>
                </a:extLst>
              </p:cNvPr>
              <p:cNvSpPr/>
              <p:nvPr/>
            </p:nvSpPr>
            <p:spPr>
              <a:xfrm rot="16200000">
                <a:off x="11840565" y="6181884"/>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14F231A-F7C7-4721-B2EB-1572666A9505}"/>
                  </a:ext>
                </a:extLst>
              </p:cNvPr>
              <p:cNvSpPr/>
              <p:nvPr/>
            </p:nvSpPr>
            <p:spPr>
              <a:xfrm rot="16200000">
                <a:off x="11838871" y="5968459"/>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D050063-EE48-4966-9A74-A2586B586A30}"/>
                  </a:ext>
                </a:extLst>
              </p:cNvPr>
              <p:cNvSpPr/>
              <p:nvPr/>
            </p:nvSpPr>
            <p:spPr>
              <a:xfrm rot="16200000">
                <a:off x="11738914" y="5861336"/>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9F9D9D3-267B-4E02-93F0-495C0FE17721}"/>
                  </a:ext>
                </a:extLst>
              </p:cNvPr>
              <p:cNvSpPr/>
              <p:nvPr/>
            </p:nvSpPr>
            <p:spPr>
              <a:xfrm rot="16200000">
                <a:off x="11915094" y="5839103"/>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8E4094-9A8A-487C-A7E9-7B4D50D7E2A8}"/>
                  </a:ext>
                </a:extLst>
              </p:cNvPr>
              <p:cNvSpPr/>
              <p:nvPr/>
            </p:nvSpPr>
            <p:spPr>
              <a:xfrm rot="16200000">
                <a:off x="11911385" y="5836046"/>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CEED2F4-7356-451B-AFAB-C5255759D232}"/>
                  </a:ext>
                </a:extLst>
              </p:cNvPr>
              <p:cNvSpPr/>
              <p:nvPr/>
            </p:nvSpPr>
            <p:spPr>
              <a:xfrm rot="16200000">
                <a:off x="11842096" y="6075915"/>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3B72A06-8A8C-4C7F-80B7-D900056650C4}"/>
                  </a:ext>
                </a:extLst>
              </p:cNvPr>
              <p:cNvSpPr/>
              <p:nvPr/>
            </p:nvSpPr>
            <p:spPr>
              <a:xfrm rot="16200000">
                <a:off x="11772680" y="6057282"/>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4781A27-A8C8-4EB1-B9C0-C584F71FAE07}"/>
                  </a:ext>
                </a:extLst>
              </p:cNvPr>
              <p:cNvSpPr/>
              <p:nvPr/>
            </p:nvSpPr>
            <p:spPr>
              <a:xfrm rot="16200000">
                <a:off x="11723697" y="5975905"/>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E3E83D-DBC3-42FD-939D-CB8154F9D736}"/>
                  </a:ext>
                </a:extLst>
              </p:cNvPr>
              <p:cNvSpPr/>
              <p:nvPr/>
            </p:nvSpPr>
            <p:spPr>
              <a:xfrm rot="16200000">
                <a:off x="11734572" y="6216253"/>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53000-73F6-4983-9130-2590CBB7BC1B}"/>
                  </a:ext>
                </a:extLst>
              </p:cNvPr>
              <p:cNvSpPr/>
              <p:nvPr/>
            </p:nvSpPr>
            <p:spPr>
              <a:xfrm rot="16200000">
                <a:off x="11838871" y="5861062"/>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236FA0D-A61D-4D22-8102-1CB053CA4C0E}"/>
                  </a:ext>
                </a:extLst>
              </p:cNvPr>
              <p:cNvSpPr/>
              <p:nvPr/>
            </p:nvSpPr>
            <p:spPr>
              <a:xfrm rot="16200000">
                <a:off x="11732614" y="6415924"/>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ABC3142-72CC-4A6C-9F56-470F51A4EE95}"/>
                </a:ext>
              </a:extLst>
            </p:cNvPr>
            <p:cNvGrpSpPr/>
            <p:nvPr userDrawn="1"/>
          </p:nvGrpSpPr>
          <p:grpSpPr>
            <a:xfrm>
              <a:off x="11719136" y="6522150"/>
              <a:ext cx="242400" cy="226125"/>
              <a:chOff x="11719136" y="6522150"/>
              <a:chExt cx="242400" cy="226125"/>
            </a:xfrm>
            <a:grpFill/>
          </p:grpSpPr>
          <p:sp>
            <p:nvSpPr>
              <p:cNvPr id="27" name="Freeform: Shape 26">
                <a:extLst>
                  <a:ext uri="{FF2B5EF4-FFF2-40B4-BE49-F238E27FC236}">
                    <a16:creationId xmlns:a16="http://schemas.microsoft.com/office/drawing/2014/main" id="{70E63281-2494-4AAB-9C91-8A3D0C70317B}"/>
                  </a:ext>
                </a:extLst>
              </p:cNvPr>
              <p:cNvSpPr/>
              <p:nvPr/>
            </p:nvSpPr>
            <p:spPr>
              <a:xfrm rot="16200000">
                <a:off x="11727273" y="6514013"/>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340BF95-9B53-4193-96F9-F88955D92134}"/>
                  </a:ext>
                </a:extLst>
              </p:cNvPr>
              <p:cNvSpPr/>
              <p:nvPr/>
            </p:nvSpPr>
            <p:spPr>
              <a:xfrm rot="16200000">
                <a:off x="11731706" y="6640610"/>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46925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 Tea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687B6-8933-6A48-5705-8FF4F705B4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flipV="1">
            <a:off x="9014" y="0"/>
            <a:ext cx="12182985" cy="6881992"/>
          </a:xfrm>
          <a:prstGeom prst="rect">
            <a:avLst/>
          </a:prstGeom>
        </p:spPr>
      </p:pic>
      <p:sp>
        <p:nvSpPr>
          <p:cNvPr id="6" name="Rectangle 5">
            <a:extLst>
              <a:ext uri="{FF2B5EF4-FFF2-40B4-BE49-F238E27FC236}">
                <a16:creationId xmlns:a16="http://schemas.microsoft.com/office/drawing/2014/main" id="{3551CF6F-448F-2E2B-E0E0-371F7FCDCD74}"/>
              </a:ext>
            </a:extLst>
          </p:cNvPr>
          <p:cNvSpPr/>
          <p:nvPr userDrawn="1"/>
        </p:nvSpPr>
        <p:spPr>
          <a:xfrm>
            <a:off x="0" y="-913"/>
            <a:ext cx="11295529" cy="61158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lvl1pPr>
              <a:defRPr>
                <a:solidFill>
                  <a:schemeClr val="bg1"/>
                </a:solidFill>
              </a:defRPr>
            </a:lvl1pPr>
          </a:lstStyle>
          <a:p>
            <a:fld id="{DD504963-5C48-4A20-B6E4-936A3248B6D6}" type="datetime1">
              <a:rPr lang="en-US" smtClean="0"/>
              <a:pPr/>
              <a:t>3/15/24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bg1"/>
              </a:buClr>
              <a:defRPr>
                <a:solidFill>
                  <a:schemeClr val="bg1"/>
                </a:solidFill>
              </a:defRPr>
            </a:lvl1pPr>
            <a:lvl2pPr>
              <a:spcBef>
                <a:spcPts val="500"/>
              </a:spcBef>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aphic 11">
            <a:extLst>
              <a:ext uri="{FF2B5EF4-FFF2-40B4-BE49-F238E27FC236}">
                <a16:creationId xmlns:a16="http://schemas.microsoft.com/office/drawing/2014/main" id="{1D223314-6776-43FA-8398-50710337EF4D}"/>
              </a:ext>
            </a:extLst>
          </p:cNvPr>
          <p:cNvGrpSpPr/>
          <p:nvPr userDrawn="1"/>
        </p:nvGrpSpPr>
        <p:grpSpPr>
          <a:xfrm rot="16200000">
            <a:off x="11384220" y="6170961"/>
            <a:ext cx="912230" cy="242400"/>
            <a:chOff x="11384220" y="6170961"/>
            <a:chExt cx="912230" cy="242400"/>
          </a:xfrm>
          <a:solidFill>
            <a:schemeClr val="bg1"/>
          </a:solidFill>
        </p:grpSpPr>
        <p:sp>
          <p:nvSpPr>
            <p:cNvPr id="12" name="Freeform: Shape 11">
              <a:extLst>
                <a:ext uri="{FF2B5EF4-FFF2-40B4-BE49-F238E27FC236}">
                  <a16:creationId xmlns:a16="http://schemas.microsoft.com/office/drawing/2014/main" id="{7DD1129A-3BCF-4E47-9343-38651B5C2734}"/>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D3A2FF2-1C7F-4903-8120-73B1BD1AE704}"/>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4828876-584A-465E-BF7C-7D30C52EE24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602F55C-CC01-4AF8-91DE-699E87F3EDA5}"/>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D94E456-D628-4E5A-8394-56CAB4C4F22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1B895A-8949-4D10-9209-38C95C5A5A1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D5F80D1-5F76-4BC0-B24A-556C6B6776D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DD91E2-175E-460A-8394-8F84F02F28F5}"/>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4C6CA2-76BC-4C66-81D8-2442FA5B0D5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38DAC1B-E4F0-4BC2-85B0-DFAAE737DFC8}"/>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D606B14-9D50-4BF5-B04B-78AC9CBD06E2}"/>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B60096A-0E4C-4CB6-9B15-E89731DF3E7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3C6376-F9E1-46BE-9AD0-4B3E82F4EB68}"/>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453BD17-1909-444C-9889-2804F28A8F6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F61F40-69D4-4967-9506-824EDC89416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06F201-CB4E-42E6-869E-2FE328AB6D6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D3C817A-5338-4FC4-8ECB-03A73E66FA7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0640385-811A-4C22-AC7F-0D53BBE765D8}"/>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253034931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mple Title and Text -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A04B8B-6E7C-5FE5-7013-3202719F08E0}"/>
              </a:ext>
            </a:extLst>
          </p:cNvPr>
          <p:cNvSpPr/>
          <p:nvPr userDrawn="1"/>
        </p:nvSpPr>
        <p:spPr>
          <a:xfrm>
            <a:off x="0" y="742123"/>
            <a:ext cx="11295529"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3/15/24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accent4"/>
              </a:buClr>
              <a:defRPr>
                <a:solidFill>
                  <a:schemeClr val="bg1"/>
                </a:solidFill>
              </a:defRPr>
            </a:lvl1pPr>
            <a:lvl2pPr>
              <a:spcBef>
                <a:spcPts val="500"/>
              </a:spcBef>
              <a:defRPr>
                <a:solidFill>
                  <a:schemeClr val="bg1"/>
                </a:solidFill>
              </a:defRPr>
            </a:lvl2pPr>
            <a:lvl3pPr>
              <a:buClr>
                <a:schemeClr val="tx1"/>
              </a:buClr>
              <a:defRPr>
                <a:solidFill>
                  <a:schemeClr val="bg1"/>
                </a:solidFill>
              </a:defRPr>
            </a:lvl3pPr>
            <a:lvl4pPr>
              <a:buClr>
                <a:schemeClr val="tx1"/>
              </a:buClr>
              <a:defRPr>
                <a:solidFill>
                  <a:schemeClr val="bg1"/>
                </a:solidFill>
              </a:defRPr>
            </a:lvl4pPr>
            <a:lvl5pPr>
              <a:buClr>
                <a:schemeClr val="tx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AED0BBB1-5726-4311-8FFA-AFCDCA1C1A0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78198062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Large Flexible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880783" y="846999"/>
            <a:ext cx="4022175" cy="2006284"/>
          </a:xfrm>
        </p:spPr>
        <p:txBody>
          <a:bodyPr/>
          <a:lstStyle>
            <a:lvl1pPr>
              <a:defRPr>
                <a:solidFill>
                  <a:schemeClr val="tx1">
                    <a:lumMod val="95000"/>
                  </a:schemeClr>
                </a:solidFill>
              </a:defRPr>
            </a:lvl1pPr>
          </a:lstStyle>
          <a:p>
            <a:r>
              <a:rPr lang="en-US"/>
              <a:t>Text with Large Flexible Content Area</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Date Placeholder 5">
            <a:extLst>
              <a:ext uri="{FF2B5EF4-FFF2-40B4-BE49-F238E27FC236}">
                <a16:creationId xmlns:a16="http://schemas.microsoft.com/office/drawing/2014/main" id="{B27CC78F-21FA-486E-B822-E2C5293A1C47}"/>
              </a:ext>
            </a:extLst>
          </p:cNvPr>
          <p:cNvSpPr>
            <a:spLocks noGrp="1"/>
          </p:cNvSpPr>
          <p:nvPr>
            <p:ph type="dt" sz="half" idx="16"/>
          </p:nvPr>
        </p:nvSpPr>
        <p:spPr/>
        <p:txBody>
          <a:bodyPr/>
          <a:lstStyle/>
          <a:p>
            <a:fld id="{90E8FA97-1F4F-4EFF-B11C-4FBCE90C0918}" type="datetime1">
              <a:rPr lang="en-US" smtClean="0"/>
              <a:t>3/15/24</a:t>
            </a:fld>
            <a:endParaRPr lang="en-US"/>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sp>
        <p:nvSpPr>
          <p:cNvPr id="4" name="Content Placeholder 3">
            <a:extLst>
              <a:ext uri="{FF2B5EF4-FFF2-40B4-BE49-F238E27FC236}">
                <a16:creationId xmlns:a16="http://schemas.microsoft.com/office/drawing/2014/main" id="{D114395F-6F35-4185-97B2-F5247D759F33}"/>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FA03B2C-A88E-7D5F-0EED-6AF30D4D60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4530"/>
          <a:stretch/>
        </p:blipFill>
        <p:spPr>
          <a:xfrm>
            <a:off x="0" y="0"/>
            <a:ext cx="12191999" cy="466997"/>
          </a:xfrm>
          <a:prstGeom prst="rect">
            <a:avLst/>
          </a:prstGeom>
        </p:spPr>
      </p:pic>
    </p:spTree>
    <p:extLst>
      <p:ext uri="{BB962C8B-B14F-4D97-AF65-F5344CB8AC3E}">
        <p14:creationId xmlns:p14="http://schemas.microsoft.com/office/powerpoint/2010/main" val="297969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ext with Large Flexible Content - Light Bg">
    <p:bg>
      <p:bgRef idx="1001">
        <a:schemeClr val="bg1"/>
      </p:bgRef>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grpSp>
        <p:nvGrpSpPr>
          <p:cNvPr id="15" name="Graphic 11">
            <a:extLst>
              <a:ext uri="{FF2B5EF4-FFF2-40B4-BE49-F238E27FC236}">
                <a16:creationId xmlns:a16="http://schemas.microsoft.com/office/drawing/2014/main" id="{0614E999-6E73-4ECA-9E67-7901DCC5145D}"/>
              </a:ext>
            </a:extLst>
          </p:cNvPr>
          <p:cNvGrpSpPr/>
          <p:nvPr userDrawn="1"/>
        </p:nvGrpSpPr>
        <p:grpSpPr>
          <a:xfrm rot="16200000">
            <a:off x="11384220" y="6170961"/>
            <a:ext cx="912230" cy="242400"/>
            <a:chOff x="11384220" y="6170961"/>
            <a:chExt cx="912230" cy="242400"/>
          </a:xfrm>
          <a:solidFill>
            <a:schemeClr val="tx1"/>
          </a:solidFill>
        </p:grpSpPr>
        <p:sp>
          <p:nvSpPr>
            <p:cNvPr id="16" name="Freeform: Shape 15">
              <a:extLst>
                <a:ext uri="{FF2B5EF4-FFF2-40B4-BE49-F238E27FC236}">
                  <a16:creationId xmlns:a16="http://schemas.microsoft.com/office/drawing/2014/main" id="{5ACD8790-3A42-4B46-B04C-D4E13A0C08D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E317303-C4D6-4F1D-9002-47E75AEA17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D83DCD6-D5B2-4193-A473-0403A7FF066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1C7274B-6A1C-4E1C-BD11-ECFCB7A33CCE}"/>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021035-AA55-4F4E-9ECA-EABC3B1AC98B}"/>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D57A36-45D9-4AB7-9720-BBB2F21AC46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74C6B2F-7E28-48A7-A431-A093F4533941}"/>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3F23518-EEE2-4875-A8CB-997A3B03B8EE}"/>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F809E2B-E67E-4EA0-A8C0-C2A3F1B3EE6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282AF-55DC-4C18-AC8C-DD80CBDCB14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973AFD6-52A2-4C73-9DD7-E453E31FE6F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F40B4BB-5424-41E7-9548-41C2D58BCDD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4F8916-1A4E-4014-BAA0-2D3482A9179B}"/>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5CBA63-AFDE-4EEE-8700-D84942E661A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819261-C599-4EEB-A2F1-6BE39CBCE98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8E7752D-CBE5-44E7-980F-92B2BF03D30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F77EB5-0EE5-4607-8505-026979C8D38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088692A-AC37-4BC6-93AA-93B8BF5D6D55}"/>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37" name="Title 1">
            <a:extLst>
              <a:ext uri="{FF2B5EF4-FFF2-40B4-BE49-F238E27FC236}">
                <a16:creationId xmlns:a16="http://schemas.microsoft.com/office/drawing/2014/main" id="{D9113ACF-D9C6-47B9-4949-F1391B0637B6}"/>
              </a:ext>
            </a:extLst>
          </p:cNvPr>
          <p:cNvSpPr>
            <a:spLocks noGrp="1"/>
          </p:cNvSpPr>
          <p:nvPr>
            <p:ph type="title" hasCustomPrompt="1"/>
          </p:nvPr>
        </p:nvSpPr>
        <p:spPr>
          <a:xfrm>
            <a:off x="880783" y="846999"/>
            <a:ext cx="4022175" cy="2006284"/>
          </a:xfrm>
        </p:spPr>
        <p:txBody>
          <a:bodyPr/>
          <a:lstStyle>
            <a:lvl1pPr>
              <a:defRPr>
                <a:solidFill>
                  <a:schemeClr val="accent1"/>
                </a:solidFill>
              </a:defRPr>
            </a:lvl1pPr>
          </a:lstStyle>
          <a:p>
            <a:r>
              <a:rPr lang="en-US"/>
              <a:t>Text with Large Flexible Content Area</a:t>
            </a:r>
          </a:p>
        </p:txBody>
      </p:sp>
      <p:sp>
        <p:nvSpPr>
          <p:cNvPr id="38" name="Text Placeholder 8">
            <a:extLst>
              <a:ext uri="{FF2B5EF4-FFF2-40B4-BE49-F238E27FC236}">
                <a16:creationId xmlns:a16="http://schemas.microsoft.com/office/drawing/2014/main" id="{C8CFE503-1AE2-8CF6-0D63-95F912803A5A}"/>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Box 38">
            <a:extLst>
              <a:ext uri="{FF2B5EF4-FFF2-40B4-BE49-F238E27FC236}">
                <a16:creationId xmlns:a16="http://schemas.microsoft.com/office/drawing/2014/main" id="{4153A014-260D-65A9-9437-9A4E34AA1B28}"/>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40" name="Date Placeholder 5">
            <a:extLst>
              <a:ext uri="{FF2B5EF4-FFF2-40B4-BE49-F238E27FC236}">
                <a16:creationId xmlns:a16="http://schemas.microsoft.com/office/drawing/2014/main" id="{B38E0F8B-67C2-E60C-C24E-A3A5E623D09A}"/>
              </a:ext>
            </a:extLst>
          </p:cNvPr>
          <p:cNvSpPr>
            <a:spLocks noGrp="1"/>
          </p:cNvSpPr>
          <p:nvPr>
            <p:ph type="dt" sz="half" idx="16"/>
          </p:nvPr>
        </p:nvSpPr>
        <p:spPr>
          <a:xfrm>
            <a:off x="10602762" y="6382494"/>
            <a:ext cx="692767" cy="365125"/>
          </a:xfrm>
        </p:spPr>
        <p:txBody>
          <a:bodyPr/>
          <a:lstStyle/>
          <a:p>
            <a:fld id="{90E8FA97-1F4F-4EFF-B11C-4FBCE90C0918}" type="datetime1">
              <a:rPr lang="en-US" smtClean="0"/>
              <a:t>3/15/24</a:t>
            </a:fld>
            <a:endParaRPr lang="en-US"/>
          </a:p>
        </p:txBody>
      </p:sp>
      <p:sp>
        <p:nvSpPr>
          <p:cNvPr id="41" name="Footer Placeholder 12">
            <a:extLst>
              <a:ext uri="{FF2B5EF4-FFF2-40B4-BE49-F238E27FC236}">
                <a16:creationId xmlns:a16="http://schemas.microsoft.com/office/drawing/2014/main" id="{083B19C0-CB28-C248-5F81-AC76CC1361D7}"/>
              </a:ext>
            </a:extLst>
          </p:cNvPr>
          <p:cNvSpPr>
            <a:spLocks noGrp="1"/>
          </p:cNvSpPr>
          <p:nvPr>
            <p:ph type="ftr" sz="quarter" idx="17"/>
          </p:nvPr>
        </p:nvSpPr>
        <p:spPr>
          <a:xfrm>
            <a:off x="876300" y="6394105"/>
            <a:ext cx="9726461" cy="365126"/>
          </a:xfrm>
        </p:spPr>
        <p:txBody>
          <a:bodyPr/>
          <a:lstStyle/>
          <a:p>
            <a:endParaRPr lang="en-US"/>
          </a:p>
        </p:txBody>
      </p:sp>
      <p:sp>
        <p:nvSpPr>
          <p:cNvPr id="43" name="Content Placeholder 3">
            <a:extLst>
              <a:ext uri="{FF2B5EF4-FFF2-40B4-BE49-F238E27FC236}">
                <a16:creationId xmlns:a16="http://schemas.microsoft.com/office/drawing/2014/main" id="{C0AB04C7-565C-8E0A-DABE-2927DA9B63C0}"/>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E7E3426B-EC6F-7CDA-61BB-59BEEEA5E90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2964555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t Purple">
    <p:bg>
      <p:bgPr>
        <a:solidFill>
          <a:schemeClr val="accent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75EB503-6A5E-D169-DF43-D8719A5ED508}"/>
              </a:ext>
            </a:extLst>
          </p:cNvPr>
          <p:cNvSpPr>
            <a:spLocks noGrp="1"/>
          </p:cNvSpPr>
          <p:nvPr>
            <p:ph type="title" hasCustomPrompt="1"/>
          </p:nvPr>
        </p:nvSpPr>
        <p:spPr>
          <a:xfrm>
            <a:off x="7029238" y="665652"/>
            <a:ext cx="4022175" cy="2006284"/>
          </a:xfrm>
        </p:spPr>
        <p:txBody>
          <a:bodyPr/>
          <a:lstStyle>
            <a:lvl1pPr>
              <a:defRPr>
                <a:solidFill>
                  <a:schemeClr val="tx1"/>
                </a:solidFill>
              </a:defRPr>
            </a:lvl1pPr>
          </a:lstStyle>
          <a:p>
            <a:r>
              <a:rPr lang="en-US"/>
              <a:t>Text with Large Image</a:t>
            </a:r>
          </a:p>
        </p:txBody>
      </p:sp>
      <p:sp>
        <p:nvSpPr>
          <p:cNvPr id="16" name="Text Placeholder 8">
            <a:extLst>
              <a:ext uri="{FF2B5EF4-FFF2-40B4-BE49-F238E27FC236}">
                <a16:creationId xmlns:a16="http://schemas.microsoft.com/office/drawing/2014/main" id="{F8B03BA0-DA03-EE8D-1C43-2E92061C7F3A}"/>
              </a:ext>
            </a:extLst>
          </p:cNvPr>
          <p:cNvSpPr>
            <a:spLocks noGrp="1"/>
          </p:cNvSpPr>
          <p:nvPr>
            <p:ph type="body" sz="quarter" idx="13"/>
          </p:nvPr>
        </p:nvSpPr>
        <p:spPr>
          <a:xfrm>
            <a:off x="7024755" y="293846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Box 16">
            <a:extLst>
              <a:ext uri="{FF2B5EF4-FFF2-40B4-BE49-F238E27FC236}">
                <a16:creationId xmlns:a16="http://schemas.microsoft.com/office/drawing/2014/main" id="{C784D04E-4E1E-8A21-2C9A-970EBA32062E}"/>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bg1"/>
                </a:solidFill>
                <a:hlinkClick r:id="rId2">
                  <a:extLst>
                    <a:ext uri="{A12FA001-AC4F-418D-AE19-62706E023703}">
                      <ahyp:hlinkClr xmlns:ahyp="http://schemas.microsoft.com/office/drawing/2018/hyperlinkcolor" val="tx"/>
                    </a:ext>
                  </a:extLst>
                </a:hlinkClick>
              </a:rPr>
              <a:t>bit.ly/AF-PPT</a:t>
            </a:r>
            <a:r>
              <a:rPr lang="en-US" sz="900">
                <a:solidFill>
                  <a:schemeClr val="bg1"/>
                </a:solidFill>
              </a:rPr>
              <a:t> </a:t>
            </a:r>
            <a:endParaRPr lang="en-US" sz="900" i="1">
              <a:solidFill>
                <a:schemeClr val="bg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p:txBody>
      </p:sp>
      <p:sp>
        <p:nvSpPr>
          <p:cNvPr id="19" name="Footer Placeholder 12">
            <a:extLst>
              <a:ext uri="{FF2B5EF4-FFF2-40B4-BE49-F238E27FC236}">
                <a16:creationId xmlns:a16="http://schemas.microsoft.com/office/drawing/2014/main" id="{3347F7F6-DA51-58D6-2C85-ED48992E1203}"/>
              </a:ext>
            </a:extLst>
          </p:cNvPr>
          <p:cNvSpPr>
            <a:spLocks noGrp="1"/>
          </p:cNvSpPr>
          <p:nvPr>
            <p:ph type="ftr" sz="quarter" idx="17"/>
          </p:nvPr>
        </p:nvSpPr>
        <p:spPr>
          <a:xfrm>
            <a:off x="7024755" y="6394105"/>
            <a:ext cx="4361261" cy="365125"/>
          </a:xfrm>
        </p:spPr>
        <p:txBody>
          <a:bodyPr/>
          <a:lstStyle/>
          <a:p>
            <a:endParaRPr lang="en-US"/>
          </a:p>
        </p:txBody>
      </p:sp>
      <p:sp>
        <p:nvSpPr>
          <p:cNvPr id="21" name="Picture Placeholder 4">
            <a:extLst>
              <a:ext uri="{FF2B5EF4-FFF2-40B4-BE49-F238E27FC236}">
                <a16:creationId xmlns:a16="http://schemas.microsoft.com/office/drawing/2014/main" id="{2A22A248-A561-4ED4-306F-9F755219AE2B}"/>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3" name="Date Placeholder 2">
            <a:extLst>
              <a:ext uri="{FF2B5EF4-FFF2-40B4-BE49-F238E27FC236}">
                <a16:creationId xmlns:a16="http://schemas.microsoft.com/office/drawing/2014/main" id="{C8983892-7A0A-E9DB-3755-E4F0DF4C83E0}"/>
              </a:ext>
            </a:extLst>
          </p:cNvPr>
          <p:cNvSpPr>
            <a:spLocks noGrp="1"/>
          </p:cNvSpPr>
          <p:nvPr>
            <p:ph type="dt" sz="half" idx="19"/>
          </p:nvPr>
        </p:nvSpPr>
        <p:spPr/>
        <p:txBody>
          <a:bodyPr/>
          <a:lstStyle/>
          <a:p>
            <a:fld id="{B7EB65F7-02F7-4C03-9B5E-0F72A9F540CE}" type="datetime1">
              <a:rPr lang="en-US" smtClean="0"/>
              <a:pPr/>
              <a:t>3/15/24</a:t>
            </a:fld>
            <a:endParaRPr lang="en-US"/>
          </a:p>
        </p:txBody>
      </p:sp>
      <p:pic>
        <p:nvPicPr>
          <p:cNvPr id="5" name="Picture 4">
            <a:extLst>
              <a:ext uri="{FF2B5EF4-FFF2-40B4-BE49-F238E27FC236}">
                <a16:creationId xmlns:a16="http://schemas.microsoft.com/office/drawing/2014/main" id="{EE23D776-94AE-A0F5-9184-5BB995497D92}"/>
              </a:ext>
            </a:extLst>
          </p:cNvPr>
          <p:cNvPicPr>
            <a:picLocks noChangeAspect="1"/>
          </p:cNvPicPr>
          <p:nvPr userDrawn="1"/>
        </p:nvPicPr>
        <p:blipFill>
          <a:blip r:embed="rId3"/>
          <a:stretch>
            <a:fillRect/>
          </a:stretch>
        </p:blipFill>
        <p:spPr>
          <a:xfrm>
            <a:off x="11588496" y="0"/>
            <a:ext cx="603504" cy="6858000"/>
          </a:xfrm>
          <a:prstGeom prst="rect">
            <a:avLst/>
          </a:prstGeom>
        </p:spPr>
      </p:pic>
      <p:pic>
        <p:nvPicPr>
          <p:cNvPr id="2" name="Graphic 1">
            <a:extLst>
              <a:ext uri="{FF2B5EF4-FFF2-40B4-BE49-F238E27FC236}">
                <a16:creationId xmlns:a16="http://schemas.microsoft.com/office/drawing/2014/main" id="{6047E895-FF32-9B0B-AE13-FF55BFBAC42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Slide Number Placeholder 3">
            <a:extLst>
              <a:ext uri="{FF2B5EF4-FFF2-40B4-BE49-F238E27FC236}">
                <a16:creationId xmlns:a16="http://schemas.microsoft.com/office/drawing/2014/main" id="{04F8B0BE-1B53-4B16-3B7B-70B335BC06DE}"/>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2428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with Large Right Image - Lt Purple">
    <p:bg>
      <p:bgPr>
        <a:solidFill>
          <a:schemeClr val="accent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D31F38-3EB2-0873-8F25-62C85BC3ACF8}"/>
              </a:ext>
            </a:extLst>
          </p:cNvPr>
          <p:cNvPicPr>
            <a:picLocks noChangeAspect="1"/>
          </p:cNvPicPr>
          <p:nvPr userDrawn="1"/>
        </p:nvPicPr>
        <p:blipFill>
          <a:blip r:embed="rId2"/>
          <a:stretch>
            <a:fillRect/>
          </a:stretch>
        </p:blipFill>
        <p:spPr>
          <a:xfrm>
            <a:off x="5111908"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876300" y="1252778"/>
            <a:ext cx="3932237" cy="1600200"/>
          </a:xfrm>
        </p:spPr>
        <p:txBody>
          <a:bodyPr anchor="b"/>
          <a:lstStyle>
            <a:lvl1pPr>
              <a:defRPr sz="4400">
                <a:solidFill>
                  <a:schemeClr val="tx1">
                    <a:lumMod val="95000"/>
                  </a:schemeClr>
                </a:solidFill>
              </a:defRPr>
            </a:lvl1pPr>
          </a:lstStyle>
          <a:p>
            <a:r>
              <a:rPr lang="en-US"/>
              <a:t>Picture with Caption Layout</a:t>
            </a:r>
          </a:p>
        </p:txBody>
      </p:sp>
      <p:sp>
        <p:nvSpPr>
          <p:cNvPr id="5" name="Date Placeholder 4">
            <a:extLst>
              <a:ext uri="{FF2B5EF4-FFF2-40B4-BE49-F238E27FC236}">
                <a16:creationId xmlns:a16="http://schemas.microsoft.com/office/drawing/2014/main" id="{4AEAB837-B477-4381-9E50-1014984EB7D9}"/>
              </a:ext>
            </a:extLst>
          </p:cNvPr>
          <p:cNvSpPr>
            <a:spLocks noGrp="1"/>
          </p:cNvSpPr>
          <p:nvPr>
            <p:ph type="dt" sz="half" idx="10"/>
          </p:nvPr>
        </p:nvSpPr>
        <p:spPr/>
        <p:txBody>
          <a:bodyPr/>
          <a:lstStyle/>
          <a:p>
            <a:fld id="{6974DEDA-3E46-4272-B7C0-873B8E9D9D5B}" type="datetime1">
              <a:rPr lang="en-US" smtClean="0"/>
              <a:t>3/15/24</a:t>
            </a:fld>
            <a:endParaRPr lang="en-US"/>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0" y="6394105"/>
            <a:ext cx="5251801" cy="365125"/>
          </a:xfrm>
        </p:spPr>
        <p:txBody>
          <a:bodyPr/>
          <a:lstStyle/>
          <a:p>
            <a:endParaRPr lang="en-US"/>
          </a:p>
        </p:txBody>
      </p:sp>
      <p:sp>
        <p:nvSpPr>
          <p:cNvPr id="7" name="Slide Number Placeholder 6">
            <a:extLst>
              <a:ext uri="{FF2B5EF4-FFF2-40B4-BE49-F238E27FC236}">
                <a16:creationId xmlns:a16="http://schemas.microsoft.com/office/drawing/2014/main" id="{808C2FDB-A372-405D-BD4F-27DAC42ADCAE}"/>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a:t>
            </a:r>
            <a:r>
              <a:rPr lang="en-US" sz="900"/>
              <a:t>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3" name="Picture Placeholder 4">
            <a:extLst>
              <a:ext uri="{FF2B5EF4-FFF2-40B4-BE49-F238E27FC236}">
                <a16:creationId xmlns:a16="http://schemas.microsoft.com/office/drawing/2014/main" id="{222F7817-9E4B-4D38-1067-0802726ABB84}"/>
              </a:ext>
            </a:extLst>
          </p:cNvPr>
          <p:cNvSpPr>
            <a:spLocks noGrp="1"/>
          </p:cNvSpPr>
          <p:nvPr>
            <p:ph type="pic" sz="quarter" idx="13" hasCustomPrompt="1"/>
          </p:nvPr>
        </p:nvSpPr>
        <p:spPr>
          <a:xfrm>
            <a:off x="6203092" y="0"/>
            <a:ext cx="5988908"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 Placeholder 8">
            <a:extLst>
              <a:ext uri="{FF2B5EF4-FFF2-40B4-BE49-F238E27FC236}">
                <a16:creationId xmlns:a16="http://schemas.microsoft.com/office/drawing/2014/main" id="{ED42ABC2-A677-1D12-4596-F119ECDF861A}"/>
              </a:ext>
            </a:extLst>
          </p:cNvPr>
          <p:cNvSpPr>
            <a:spLocks noGrp="1"/>
          </p:cNvSpPr>
          <p:nvPr>
            <p:ph type="body" sz="quarter" idx="14"/>
          </p:nvPr>
        </p:nvSpPr>
        <p:spPr>
          <a:xfrm>
            <a:off x="880761" y="308287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209348"/>
      </p:ext>
    </p:extLst>
  </p:cSld>
  <p:clrMapOvr>
    <a:masterClrMapping/>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Right Large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5168DB-E914-DADD-489F-01257F94B183}"/>
              </a:ext>
            </a:extLst>
          </p:cNvPr>
          <p:cNvSpPr/>
          <p:nvPr userDrawn="1"/>
        </p:nvSpPr>
        <p:spPr>
          <a:xfrm>
            <a:off x="342900" y="556054"/>
            <a:ext cx="5291780"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902362" y="1346298"/>
            <a:ext cx="4107247" cy="2006284"/>
          </a:xfrm>
        </p:spPr>
        <p:txBody>
          <a:bodyPr/>
          <a:lstStyle>
            <a:lvl1pPr>
              <a:defRPr>
                <a:solidFill>
                  <a:schemeClr val="tx1">
                    <a:lumMod val="95000"/>
                  </a:schemeClr>
                </a:solidFill>
              </a:defRPr>
            </a:lvl1pPr>
          </a:lstStyle>
          <a:p>
            <a:r>
              <a:rPr lang="en-US"/>
              <a:t>Content with Large Image on the Right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7750942F-FE04-4295-8AA7-1B8CA8C1E7F5}" type="datetime1">
              <a:rPr lang="en-US" smtClean="0"/>
              <a:t>3/15/24</a:t>
            </a:fld>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xfrm>
            <a:off x="11674225" y="5415563"/>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97879" y="3619110"/>
            <a:ext cx="4106853" cy="1524548"/>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206357EE-7324-4E9D-A650-60C96D800F81}"/>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7" name="Picture Placeholder 4">
            <a:extLst>
              <a:ext uri="{FF2B5EF4-FFF2-40B4-BE49-F238E27FC236}">
                <a16:creationId xmlns:a16="http://schemas.microsoft.com/office/drawing/2014/main" id="{EBBFB1AC-062E-48E2-DEA0-70D332678B00}"/>
              </a:ext>
            </a:extLst>
          </p:cNvPr>
          <p:cNvSpPr>
            <a:spLocks noGrp="1"/>
          </p:cNvSpPr>
          <p:nvPr>
            <p:ph type="pic" sz="quarter" idx="14" hasCustomPrompt="1"/>
          </p:nvPr>
        </p:nvSpPr>
        <p:spPr>
          <a:xfrm>
            <a:off x="5634680" y="580769"/>
            <a:ext cx="5881817" cy="5609968"/>
          </a:xfrm>
          <a:prstGeom prst="rect">
            <a:avLst/>
          </a:prstGeom>
          <a:ln>
            <a:noFill/>
          </a:ln>
        </p:spPr>
        <p:txBody>
          <a:bodyPr bIns="822960" anchor="ctr"/>
          <a:lstStyle>
            <a:lvl1pPr marL="0" indent="0" algn="ctr">
              <a:buNone/>
              <a:defRPr/>
            </a:lvl1pPr>
          </a:lstStyle>
          <a:p>
            <a:r>
              <a:rPr lang="en-US"/>
              <a:t>Click the Icon to Insert Image</a:t>
            </a:r>
          </a:p>
        </p:txBody>
      </p:sp>
      <p:sp>
        <p:nvSpPr>
          <p:cNvPr id="11" name="Footer Placeholder 5">
            <a:extLst>
              <a:ext uri="{FF2B5EF4-FFF2-40B4-BE49-F238E27FC236}">
                <a16:creationId xmlns:a16="http://schemas.microsoft.com/office/drawing/2014/main" id="{04AFA2B4-3E35-AF4F-2DC1-EE3201A44FB4}"/>
              </a:ext>
            </a:extLst>
          </p:cNvPr>
          <p:cNvSpPr>
            <a:spLocks noGrp="1"/>
          </p:cNvSpPr>
          <p:nvPr>
            <p:ph type="ftr" sz="quarter" idx="11"/>
          </p:nvPr>
        </p:nvSpPr>
        <p:spPr>
          <a:xfrm>
            <a:off x="342900" y="6394105"/>
            <a:ext cx="5251801" cy="365125"/>
          </a:xfrm>
        </p:spPr>
        <p:txBody>
          <a:bodyPr/>
          <a:lstStyle/>
          <a:p>
            <a:endParaRPr lang="en-US"/>
          </a:p>
        </p:txBody>
      </p:sp>
    </p:spTree>
    <p:extLst>
      <p:ext uri="{BB962C8B-B14F-4D97-AF65-F5344CB8AC3E}">
        <p14:creationId xmlns:p14="http://schemas.microsoft.com/office/powerpoint/2010/main" val="3300056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Large Left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A34F3-535E-D168-1C7B-A0D34E551C87}"/>
              </a:ext>
            </a:extLst>
          </p:cNvPr>
          <p:cNvSpPr/>
          <p:nvPr userDrawn="1"/>
        </p:nvSpPr>
        <p:spPr>
          <a:xfrm>
            <a:off x="5681764" y="556054"/>
            <a:ext cx="5793342"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412418" y="991133"/>
            <a:ext cx="4683950" cy="2006284"/>
          </a:xfrm>
        </p:spPr>
        <p:txBody>
          <a:bodyPr/>
          <a:lstStyle>
            <a:lvl1pPr>
              <a:defRPr>
                <a:solidFill>
                  <a:schemeClr val="tx1"/>
                </a:solidFill>
              </a:defRPr>
            </a:lvl1pPr>
          </a:lstStyle>
          <a:p>
            <a:r>
              <a:rPr lang="en-US"/>
              <a:t>Content with Large Image on the Left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F3AC5A41-916D-4914-928C-14F9E3496C2D}" type="datetime1">
              <a:rPr lang="en-US" smtClean="0"/>
              <a:t>3/15/24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6407935" y="6394105"/>
            <a:ext cx="4194827"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407935" y="3263945"/>
            <a:ext cx="4683500" cy="251970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ECFAEC9-107E-4C12-8C20-C62DC077EDC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Picture Placeholder 4">
            <a:extLst>
              <a:ext uri="{FF2B5EF4-FFF2-40B4-BE49-F238E27FC236}">
                <a16:creationId xmlns:a16="http://schemas.microsoft.com/office/drawing/2014/main" id="{28FA5F90-CC48-8392-5B76-6A50CC473E3E}"/>
              </a:ext>
            </a:extLst>
          </p:cNvPr>
          <p:cNvSpPr>
            <a:spLocks noGrp="1"/>
          </p:cNvSpPr>
          <p:nvPr>
            <p:ph type="pic" sz="quarter" idx="14" hasCustomPrompt="1"/>
          </p:nvPr>
        </p:nvSpPr>
        <p:spPr>
          <a:xfrm>
            <a:off x="5542" y="0"/>
            <a:ext cx="5793342" cy="6857999"/>
          </a:xfrm>
          <a:prstGeom prst="rect">
            <a:avLst/>
          </a:prstGeom>
          <a:ln>
            <a:noFill/>
          </a:ln>
        </p:spPr>
        <p:txBody>
          <a:bodyPr bIns="822960" anchor="ctr"/>
          <a:lstStyle>
            <a:lvl1pPr marL="0" indent="0" algn="ctr">
              <a:buNone/>
              <a:defRPr/>
            </a:lvl1pPr>
          </a:lstStyle>
          <a:p>
            <a:r>
              <a:rPr lang="en-US"/>
              <a:t>Click the Icon to Insert Image</a:t>
            </a:r>
          </a:p>
        </p:txBody>
      </p:sp>
    </p:spTree>
    <p:extLst>
      <p:ext uri="{BB962C8B-B14F-4D97-AF65-F5344CB8AC3E}">
        <p14:creationId xmlns:p14="http://schemas.microsoft.com/office/powerpoint/2010/main" val="8770749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with Left Image - Dark Bg">
    <p:bg bwMode="ltGray">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D822-AC3E-9535-CFA0-156ABCA3E84A}"/>
              </a:ext>
            </a:extLst>
          </p:cNvPr>
          <p:cNvSpPr>
            <a:spLocks noGrp="1"/>
          </p:cNvSpPr>
          <p:nvPr>
            <p:ph type="title" hasCustomPrompt="1"/>
          </p:nvPr>
        </p:nvSpPr>
        <p:spPr>
          <a:xfrm>
            <a:off x="6095999" y="1774065"/>
            <a:ext cx="4977414" cy="1955308"/>
          </a:xfrm>
        </p:spPr>
        <p:txBody>
          <a:bodyPr/>
          <a:lstStyle>
            <a:lvl1pPr>
              <a:defRPr>
                <a:solidFill>
                  <a:schemeClr val="tx1"/>
                </a:solidFill>
              </a:defRPr>
            </a:lvl1pPr>
          </a:lstStyle>
          <a:p>
            <a:r>
              <a:rPr lang="en-US">
                <a:solidFill>
                  <a:schemeClr val="tx1">
                    <a:lumMod val="95000"/>
                  </a:schemeClr>
                </a:solidFill>
              </a:rPr>
              <a:t>Divider or Impact Slide Option 2</a:t>
            </a:r>
          </a:p>
        </p:txBody>
      </p:sp>
      <p:sp>
        <p:nvSpPr>
          <p:cNvPr id="5" name="Text Placeholder 12">
            <a:extLst>
              <a:ext uri="{FF2B5EF4-FFF2-40B4-BE49-F238E27FC236}">
                <a16:creationId xmlns:a16="http://schemas.microsoft.com/office/drawing/2014/main" id="{061B5DED-D73D-015F-4AE5-745B1E18C4D0}"/>
              </a:ext>
            </a:extLst>
          </p:cNvPr>
          <p:cNvSpPr>
            <a:spLocks noGrp="1"/>
          </p:cNvSpPr>
          <p:nvPr>
            <p:ph type="body" sz="quarter" idx="14"/>
          </p:nvPr>
        </p:nvSpPr>
        <p:spPr bwMode="white">
          <a:xfrm>
            <a:off x="6096000" y="3841968"/>
            <a:ext cx="4977413"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0DA05514-6B1B-9F0E-84BF-814FDC4826EB}"/>
              </a:ext>
            </a:extLst>
          </p:cNvPr>
          <p:cNvSpPr>
            <a:spLocks noGrp="1"/>
          </p:cNvSpPr>
          <p:nvPr>
            <p:ph type="pic" sz="quarter" idx="15" hasCustomPrompt="1"/>
          </p:nvPr>
        </p:nvSpPr>
        <p:spPr>
          <a:xfrm>
            <a:off x="0" y="0"/>
            <a:ext cx="4078444" cy="6858000"/>
          </a:xfrm>
        </p:spPr>
        <p:txBody>
          <a:bodyPr bIns="914400" anchor="ctr"/>
          <a:lstStyle>
            <a:lvl1pPr marL="0" indent="0" algn="ctr">
              <a:buFontTx/>
              <a:buNone/>
              <a:defRPr/>
            </a:lvl1pPr>
          </a:lstStyle>
          <a:p>
            <a:r>
              <a:rPr lang="en-US"/>
              <a:t>Click the Icon to Insert Image</a:t>
            </a:r>
          </a:p>
        </p:txBody>
      </p:sp>
      <p:sp>
        <p:nvSpPr>
          <p:cNvPr id="3" name="TextBox 2">
            <a:extLst>
              <a:ext uri="{FF2B5EF4-FFF2-40B4-BE49-F238E27FC236}">
                <a16:creationId xmlns:a16="http://schemas.microsoft.com/office/drawing/2014/main" id="{6FAC5571-E6BE-8030-4F4B-C6D3C5C6200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7500"/>
                </a:solidFill>
                <a:effectLst/>
                <a:uLnTx/>
                <a:uFillTx/>
                <a:hlinkClick r:id="rId2">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7500"/>
                </a:solidFill>
                <a:effectLst/>
                <a:uLnTx/>
                <a:uFillTx/>
              </a:rPr>
              <a:t> </a:t>
            </a:r>
            <a:endParaRPr kumimoji="0" lang="en-US" sz="900" b="0" i="1" u="none" strike="noStrike" kern="0" cap="none" spc="0" normalizeH="0" baseline="0" noProof="0">
              <a:ln>
                <a:noFill/>
              </a:ln>
              <a:solidFill>
                <a:srgbClr val="FF75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pic>
        <p:nvPicPr>
          <p:cNvPr id="7" name="Picture 6">
            <a:extLst>
              <a:ext uri="{FF2B5EF4-FFF2-40B4-BE49-F238E27FC236}">
                <a16:creationId xmlns:a16="http://schemas.microsoft.com/office/drawing/2014/main" id="{E76671F2-0D61-52BC-4697-DAF58767F2CA}"/>
              </a:ext>
            </a:extLst>
          </p:cNvPr>
          <p:cNvPicPr>
            <a:picLocks noChangeAspect="1"/>
          </p:cNvPicPr>
          <p:nvPr userDrawn="1"/>
        </p:nvPicPr>
        <p:blipFill>
          <a:blip r:embed="rId3"/>
          <a:stretch>
            <a:fillRect/>
          </a:stretch>
        </p:blipFill>
        <p:spPr>
          <a:xfrm>
            <a:off x="4078444" y="0"/>
            <a:ext cx="1572768" cy="6858000"/>
          </a:xfrm>
          <a:prstGeom prst="rect">
            <a:avLst/>
          </a:prstGeom>
        </p:spPr>
      </p:pic>
      <p:sp>
        <p:nvSpPr>
          <p:cNvPr id="10" name="Date Placeholder 9">
            <a:extLst>
              <a:ext uri="{FF2B5EF4-FFF2-40B4-BE49-F238E27FC236}">
                <a16:creationId xmlns:a16="http://schemas.microsoft.com/office/drawing/2014/main" id="{8083A65D-4331-EE9C-4E88-FB1161B83003}"/>
              </a:ext>
            </a:extLst>
          </p:cNvPr>
          <p:cNvSpPr>
            <a:spLocks noGrp="1"/>
          </p:cNvSpPr>
          <p:nvPr>
            <p:ph type="dt" sz="half" idx="16"/>
          </p:nvPr>
        </p:nvSpPr>
        <p:spPr/>
        <p:txBody>
          <a:bodyPr/>
          <a:lstStyle/>
          <a:p>
            <a:fld id="{B7EB65F7-02F7-4C03-9B5E-0F72A9F540CE}" type="datetime1">
              <a:rPr lang="en-US" smtClean="0"/>
              <a:pPr/>
              <a:t>3/15/24</a:t>
            </a:fld>
            <a:endParaRPr lang="en-US"/>
          </a:p>
        </p:txBody>
      </p:sp>
      <p:sp>
        <p:nvSpPr>
          <p:cNvPr id="11" name="Footer Placeholder 10">
            <a:extLst>
              <a:ext uri="{FF2B5EF4-FFF2-40B4-BE49-F238E27FC236}">
                <a16:creationId xmlns:a16="http://schemas.microsoft.com/office/drawing/2014/main" id="{569641BE-1BE1-EB54-23B4-6F4B33A13E9D}"/>
              </a:ext>
            </a:extLst>
          </p:cNvPr>
          <p:cNvSpPr>
            <a:spLocks noGrp="1"/>
          </p:cNvSpPr>
          <p:nvPr>
            <p:ph type="ftr" sz="quarter" idx="17"/>
          </p:nvPr>
        </p:nvSpPr>
        <p:spPr>
          <a:xfrm>
            <a:off x="6096000" y="6394105"/>
            <a:ext cx="4506761" cy="365125"/>
          </a:xfrm>
        </p:spPr>
        <p:txBody>
          <a:bodyPr/>
          <a:lstStyle/>
          <a:p>
            <a:endParaRPr lang="en-US"/>
          </a:p>
        </p:txBody>
      </p:sp>
      <p:sp>
        <p:nvSpPr>
          <p:cNvPr id="12" name="Slide Number Placeholder 11">
            <a:extLst>
              <a:ext uri="{FF2B5EF4-FFF2-40B4-BE49-F238E27FC236}">
                <a16:creationId xmlns:a16="http://schemas.microsoft.com/office/drawing/2014/main" id="{167A052B-5F77-C85C-6A56-14AC15161947}"/>
              </a:ext>
            </a:extLst>
          </p:cNvPr>
          <p:cNvSpPr>
            <a:spLocks noGrp="1"/>
          </p:cNvSpPr>
          <p:nvPr>
            <p:ph type="sldNum" sz="quarter" idx="18"/>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6447895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ight Bg">
    <p:bg>
      <p:bgRef idx="1001">
        <a:schemeClr val="bg1"/>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accent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3" name="Picture 2">
            <a:extLst>
              <a:ext uri="{FF2B5EF4-FFF2-40B4-BE49-F238E27FC236}">
                <a16:creationId xmlns:a16="http://schemas.microsoft.com/office/drawing/2014/main" id="{161E6687-4B96-E3CB-765F-312A09794CB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93760"/>
          <a:stretch/>
        </p:blipFill>
        <p:spPr>
          <a:xfrm>
            <a:off x="11651211" y="0"/>
            <a:ext cx="540789" cy="6858000"/>
          </a:xfrm>
          <a:prstGeom prst="rect">
            <a:avLst/>
          </a:prstGeom>
        </p:spPr>
      </p:pic>
      <p:pic>
        <p:nvPicPr>
          <p:cNvPr id="5" name="Graphic 4">
            <a:extLst>
              <a:ext uri="{FF2B5EF4-FFF2-40B4-BE49-F238E27FC236}">
                <a16:creationId xmlns:a16="http://schemas.microsoft.com/office/drawing/2014/main" id="{7962B426-EE28-3D4F-2226-AB989EB3A1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6" name="Date Placeholder 5">
            <a:extLst>
              <a:ext uri="{FF2B5EF4-FFF2-40B4-BE49-F238E27FC236}">
                <a16:creationId xmlns:a16="http://schemas.microsoft.com/office/drawing/2014/main" id="{812A9857-7E1B-8723-2438-760855E5C06B}"/>
              </a:ext>
            </a:extLst>
          </p:cNvPr>
          <p:cNvSpPr>
            <a:spLocks noGrp="1"/>
          </p:cNvSpPr>
          <p:nvPr>
            <p:ph type="dt" sz="half" idx="19"/>
          </p:nvPr>
        </p:nvSpPr>
        <p:spPr/>
        <p:txBody>
          <a:bodyPr/>
          <a:lstStyle/>
          <a:p>
            <a:fld id="{B7EB65F7-02F7-4C03-9B5E-0F72A9F540CE}" type="datetime1">
              <a:rPr lang="en-US" smtClean="0"/>
              <a:pPr/>
              <a:t>3/15/24</a:t>
            </a:fld>
            <a:endParaRPr lang="en-US"/>
          </a:p>
        </p:txBody>
      </p:sp>
      <p:sp>
        <p:nvSpPr>
          <p:cNvPr id="10" name="Slide Number Placeholder 9">
            <a:extLst>
              <a:ext uri="{FF2B5EF4-FFF2-40B4-BE49-F238E27FC236}">
                <a16:creationId xmlns:a16="http://schemas.microsoft.com/office/drawing/2014/main" id="{B06EBAB5-213A-F3AD-DB61-0953276BD31F}"/>
              </a:ext>
            </a:extLst>
          </p:cNvPr>
          <p:cNvSpPr>
            <a:spLocks noGrp="1"/>
          </p:cNvSpPr>
          <p:nvPr>
            <p:ph type="sldNum" sz="quarter" idx="20"/>
          </p:nvPr>
        </p:nvSpPr>
        <p:spPr>
          <a:ln>
            <a:solidFill>
              <a:schemeClr val="bg2">
                <a:lumMod val="90000"/>
              </a:schemeClr>
            </a:solidFill>
          </a:ln>
        </p:spPr>
        <p:txBody>
          <a:bodyPr/>
          <a:lstStyle>
            <a:lvl1pPr>
              <a:defRPr>
                <a:solidFill>
                  <a:schemeClr val="bg1"/>
                </a:solidFill>
              </a:defRPr>
            </a:lvl1pPr>
          </a:lstStyle>
          <a:p>
            <a:fld id="{545951DD-1C6A-495F-8185-4C73F8F8B75A}" type="slidenum">
              <a:rPr lang="en-US" smtClean="0"/>
              <a:pPr/>
              <a:t>‹#›</a:t>
            </a:fld>
            <a:endParaRPr lang="en-US"/>
          </a:p>
        </p:txBody>
      </p:sp>
    </p:spTree>
    <p:extLst>
      <p:ext uri="{BB962C8B-B14F-4D97-AF65-F5344CB8AC3E}">
        <p14:creationId xmlns:p14="http://schemas.microsoft.com/office/powerpoint/2010/main" val="181944367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Dark Purple">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tx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5" name="Picture 4">
            <a:extLst>
              <a:ext uri="{FF2B5EF4-FFF2-40B4-BE49-F238E27FC236}">
                <a16:creationId xmlns:a16="http://schemas.microsoft.com/office/drawing/2014/main" id="{0F972565-4E9F-E115-14E6-4713149D276F}"/>
              </a:ext>
            </a:extLst>
          </p:cNvPr>
          <p:cNvPicPr>
            <a:picLocks noChangeAspect="1"/>
          </p:cNvPicPr>
          <p:nvPr userDrawn="1"/>
        </p:nvPicPr>
        <p:blipFill>
          <a:blip r:embed="rId3"/>
          <a:stretch>
            <a:fillRect/>
          </a:stretch>
        </p:blipFill>
        <p:spPr>
          <a:xfrm>
            <a:off x="11649456" y="0"/>
            <a:ext cx="542544" cy="6858000"/>
          </a:xfrm>
          <a:prstGeom prst="rect">
            <a:avLst/>
          </a:prstGeom>
        </p:spPr>
      </p:pic>
      <p:pic>
        <p:nvPicPr>
          <p:cNvPr id="3" name="Graphic 2">
            <a:extLst>
              <a:ext uri="{FF2B5EF4-FFF2-40B4-BE49-F238E27FC236}">
                <a16:creationId xmlns:a16="http://schemas.microsoft.com/office/drawing/2014/main" id="{59D1C155-6E45-A919-BFF3-D95E6F0E09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Date Placeholder 3">
            <a:extLst>
              <a:ext uri="{FF2B5EF4-FFF2-40B4-BE49-F238E27FC236}">
                <a16:creationId xmlns:a16="http://schemas.microsoft.com/office/drawing/2014/main" id="{B2C149FE-1185-71EC-5ED9-DA142CAF3FF8}"/>
              </a:ext>
            </a:extLst>
          </p:cNvPr>
          <p:cNvSpPr>
            <a:spLocks noGrp="1"/>
          </p:cNvSpPr>
          <p:nvPr>
            <p:ph type="dt" sz="half" idx="19"/>
          </p:nvPr>
        </p:nvSpPr>
        <p:spPr/>
        <p:txBody>
          <a:bodyPr/>
          <a:lstStyle/>
          <a:p>
            <a:fld id="{B7EB65F7-02F7-4C03-9B5E-0F72A9F540CE}" type="datetime1">
              <a:rPr lang="en-US" smtClean="0"/>
              <a:pPr/>
              <a:t>3/15/24</a:t>
            </a:fld>
            <a:endParaRPr lang="en-US"/>
          </a:p>
        </p:txBody>
      </p:sp>
      <p:sp>
        <p:nvSpPr>
          <p:cNvPr id="6" name="Slide Number Placeholder 5">
            <a:extLst>
              <a:ext uri="{FF2B5EF4-FFF2-40B4-BE49-F238E27FC236}">
                <a16:creationId xmlns:a16="http://schemas.microsoft.com/office/drawing/2014/main" id="{CF533577-CAD6-CBCA-C7B3-4AD96EA31295}"/>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1834094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accent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a:t>
            </a:r>
            <a:r>
              <a:rPr lang="en-US" sz="900">
                <a:solidFill>
                  <a:schemeClr val="tx1"/>
                </a:solidFill>
              </a:rPr>
              <a:t>on 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pic>
        <p:nvPicPr>
          <p:cNvPr id="9" name="Picture 8">
            <a:extLst>
              <a:ext uri="{FF2B5EF4-FFF2-40B4-BE49-F238E27FC236}">
                <a16:creationId xmlns:a16="http://schemas.microsoft.com/office/drawing/2014/main" id="{5DD7EF77-A0CC-9187-46F7-7E0086D8AD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88438"/>
          <a:stretch/>
        </p:blipFill>
        <p:spPr>
          <a:xfrm>
            <a:off x="5114822" y="0"/>
            <a:ext cx="1088270" cy="6858000"/>
          </a:xfrm>
          <a:prstGeom prst="rect">
            <a:avLst/>
          </a:prstGeom>
        </p:spPr>
      </p:pic>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0405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Dark Purpl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DB67CB-E66B-E513-1300-A4EE988AB05E}"/>
              </a:ext>
            </a:extLst>
          </p:cNvPr>
          <p:cNvPicPr>
            <a:picLocks noChangeAspect="1"/>
          </p:cNvPicPr>
          <p:nvPr userDrawn="1"/>
        </p:nvPicPr>
        <p:blipFill>
          <a:blip r:embed="rId2"/>
          <a:stretch>
            <a:fillRect/>
          </a:stretch>
        </p:blipFill>
        <p:spPr>
          <a:xfrm>
            <a:off x="5120570"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tx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3">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8437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C74C23DA-9182-4F7F-8FC5-9400BE17C503}" type="datetime1">
              <a:rPr lang="en-US" smtClean="0"/>
              <a:t>3/15/24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9" name="Picture 8">
            <a:extLst>
              <a:ext uri="{FF2B5EF4-FFF2-40B4-BE49-F238E27FC236}">
                <a16:creationId xmlns:a16="http://schemas.microsoft.com/office/drawing/2014/main" id="{6501A020-009D-7EEA-DD1F-A5CDDB5C4B47}"/>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86891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B8654CB0-479F-4F7B-88EF-A5236590A22D}" type="datetime1">
              <a:rPr lang="en-US" smtClean="0"/>
              <a:t>3/15/24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8" name="Graphic 11">
            <a:extLst>
              <a:ext uri="{FF2B5EF4-FFF2-40B4-BE49-F238E27FC236}">
                <a16:creationId xmlns:a16="http://schemas.microsoft.com/office/drawing/2014/main" id="{53C0E19A-A4D2-463E-95B1-130D65051F58}"/>
              </a:ext>
            </a:extLst>
          </p:cNvPr>
          <p:cNvGrpSpPr/>
          <p:nvPr userDrawn="1"/>
        </p:nvGrpSpPr>
        <p:grpSpPr>
          <a:xfrm rot="16200000">
            <a:off x="11384220" y="6170961"/>
            <a:ext cx="912230" cy="242400"/>
            <a:chOff x="11384220" y="6170961"/>
            <a:chExt cx="912230" cy="242400"/>
          </a:xfrm>
          <a:solidFill>
            <a:schemeClr val="tx1"/>
          </a:solidFill>
        </p:grpSpPr>
        <p:sp>
          <p:nvSpPr>
            <p:cNvPr id="9" name="Freeform: Shape 8">
              <a:extLst>
                <a:ext uri="{FF2B5EF4-FFF2-40B4-BE49-F238E27FC236}">
                  <a16:creationId xmlns:a16="http://schemas.microsoft.com/office/drawing/2014/main" id="{3FAF0B6A-84AD-4FEC-9F36-4B7FC1B1A58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2C11466-1714-4BB7-8992-8150AC1082C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C02E2C-2570-4DFB-8C57-7A6084E29BC5}"/>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855F52E-9C75-4AB7-9A4D-A2F4AF67D14C}"/>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C81F46D-2704-456C-A873-C3B77857138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084246F-D4F1-46CA-A213-BA68C81E50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EF987AA-CCB4-41F9-9D9A-52E05023101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C5437F7-AD3F-401E-8F75-421F0F7F4D4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3615C4-42B6-4F33-B5C8-F615958F4118}"/>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6F55D7F-B3E7-47FF-A2AF-BF31306878D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C148540-9CFD-467D-87F3-A7450397729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FBA94B1-B40F-42C2-AB64-120230A5A29C}"/>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707AC8D-CAAA-4801-AF78-4C7CEA528ED4}"/>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74E3741-6D99-404A-8F3C-1B1F4717856C}"/>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9D1D89-BA61-4E8A-B5E8-26C1709E364B}"/>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FE1DC9D-F441-4E78-9F41-0ED81D376A3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D5F7999-6C5C-47F4-8660-1A30FD5EDE3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6B450A2-1530-45AF-B864-9877C2BB45A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F6B13653-E029-5EE9-51A5-832057379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10310326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444E2DAA-6E50-4566-B326-2E4BFAE38C2B}" type="datetime1">
              <a:rPr lang="en-US" smtClean="0"/>
              <a:t>3/15/24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5" name="Picture 4">
            <a:extLst>
              <a:ext uri="{FF2B5EF4-FFF2-40B4-BE49-F238E27FC236}">
                <a16:creationId xmlns:a16="http://schemas.microsoft.com/office/drawing/2014/main" id="{3C89D1C3-EF30-1A64-D64E-785C0321ADC8}"/>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0297108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 Light Bg">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B32AE767-AD7A-4354-98E9-BBF18BBC850E}" type="datetime1">
              <a:rPr lang="en-US" smtClean="0"/>
              <a:t>3/15/24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7" name="Graphic 11">
            <a:extLst>
              <a:ext uri="{FF2B5EF4-FFF2-40B4-BE49-F238E27FC236}">
                <a16:creationId xmlns:a16="http://schemas.microsoft.com/office/drawing/2014/main" id="{BA9201ED-F2A9-4AD2-8DD8-43E12408EB7A}"/>
              </a:ext>
            </a:extLst>
          </p:cNvPr>
          <p:cNvGrpSpPr/>
          <p:nvPr userDrawn="1"/>
        </p:nvGrpSpPr>
        <p:grpSpPr>
          <a:xfrm rot="16200000">
            <a:off x="11384220" y="6170961"/>
            <a:ext cx="912230" cy="242400"/>
            <a:chOff x="11384220" y="6170961"/>
            <a:chExt cx="912230" cy="242400"/>
          </a:xfrm>
          <a:solidFill>
            <a:schemeClr val="tx1"/>
          </a:solidFill>
        </p:grpSpPr>
        <p:sp>
          <p:nvSpPr>
            <p:cNvPr id="8" name="Freeform: Shape 7">
              <a:extLst>
                <a:ext uri="{FF2B5EF4-FFF2-40B4-BE49-F238E27FC236}">
                  <a16:creationId xmlns:a16="http://schemas.microsoft.com/office/drawing/2014/main" id="{70888EAA-2B15-4C85-A3A0-53854031C0B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8ECDE7E-8123-4765-A6F7-5379560B0CE5}"/>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FCB4DA7-0E21-4BEC-9A2F-1AA54A8CDD8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71D2BB3-862F-4FCD-9968-A3850282E99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5575EFA-EF81-44BC-8383-9BCA2B0E63B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982B94-7DCA-4961-BA85-A505E42E53C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3D449D9-8C1E-4E2E-A0AA-80541DFCE6F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96A225C-9804-4FC2-BF9A-FA48F1D947E9}"/>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63AAAE-680F-4A40-9AD8-28402645E775}"/>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FD5D76-FEA6-4F6D-B521-8BC3A79FE97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D539EAE-FBA1-48EF-B3A8-E0FBAE47782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7653361-758F-46D1-8508-6340F8A5466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85573A-308D-49AB-9683-F26973CEBE4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BE349-ED57-4FA7-A2AF-FFFBF57C7F9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941E430-F8D4-46C7-ABA1-3E517D90F34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115AB9-07A4-49DE-AE79-79340657B54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1122BFB-DE13-4813-98E1-26D38008A61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0AA93C6-3E3E-4474-89F7-1EE0DA423DE7}"/>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755460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edia and Content Layout - Mobile Phone">
    <p:bg>
      <p:bgPr>
        <a:solidFill>
          <a:schemeClr val="accent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71F8752B-CC89-8237-0AB1-153867E787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9"/>
            <a:ext cx="12192000" cy="6856622"/>
          </a:xfrm>
          <a:prstGeom prst="rect">
            <a:avLst/>
          </a:prstGeom>
        </p:spPr>
      </p:pic>
      <p:sp>
        <p:nvSpPr>
          <p:cNvPr id="10" name="Rectangle 9">
            <a:extLst>
              <a:ext uri="{FF2B5EF4-FFF2-40B4-BE49-F238E27FC236}">
                <a16:creationId xmlns:a16="http://schemas.microsoft.com/office/drawing/2014/main" id="{ABB42B74-42D0-BC68-CE77-B8A48C597D02}"/>
              </a:ext>
            </a:extLst>
          </p:cNvPr>
          <p:cNvSpPr/>
          <p:nvPr userDrawn="1"/>
        </p:nvSpPr>
        <p:spPr>
          <a:xfrm>
            <a:off x="777922" y="-1313"/>
            <a:ext cx="11414078" cy="6038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541366" y="423081"/>
            <a:ext cx="7487784" cy="6503206"/>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7372353" y="867910"/>
            <a:ext cx="2600988" cy="5134169"/>
          </a:xfrm>
          <a:prstGeom prst="roundRect">
            <a:avLst>
              <a:gd name="adj" fmla="val 5128"/>
            </a:avLst>
          </a:prstGeom>
          <a:ln>
            <a:noFill/>
          </a:ln>
        </p:spPr>
        <p:txBody>
          <a:bodyPr lIns="182880" tIns="457200" rIns="274320" bIns="182880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1078860" y="2757827"/>
            <a:ext cx="5265794" cy="2940113"/>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84FD7B-C7B7-45A0-A3AD-870EFDA67C90}"/>
              </a:ext>
            </a:extLst>
          </p:cNvPr>
          <p:cNvSpPr>
            <a:spLocks noGrp="1"/>
          </p:cNvSpPr>
          <p:nvPr>
            <p:ph type="title" hasCustomPrompt="1"/>
          </p:nvPr>
        </p:nvSpPr>
        <p:spPr>
          <a:xfrm>
            <a:off x="1078860" y="1105174"/>
            <a:ext cx="5265794" cy="1386298"/>
          </a:xfrm>
        </p:spPr>
        <p:txBody>
          <a:bodyPr/>
          <a:lstStyle>
            <a:lvl1pPr>
              <a:defRPr>
                <a:solidFill>
                  <a:schemeClr val="tx1">
                    <a:lumMod val="95000"/>
                  </a:schemeClr>
                </a:solidFill>
              </a:defRPr>
            </a:lvl1pPr>
          </a:lstStyle>
          <a:p>
            <a:r>
              <a:rPr lang="en-US"/>
              <a:t>Mobile Phone with Content Layout</a:t>
            </a:r>
          </a:p>
        </p:txBody>
      </p:sp>
      <p:pic>
        <p:nvPicPr>
          <p:cNvPr id="11" name="Graphic 10">
            <a:extLst>
              <a:ext uri="{FF2B5EF4-FFF2-40B4-BE49-F238E27FC236}">
                <a16:creationId xmlns:a16="http://schemas.microsoft.com/office/drawing/2014/main" id="{898FB83F-71EE-898B-04D4-72A705780CC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224014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edia Only Layout - Mobile Phone">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8C09DC0-316A-AD97-0E28-11EFF9465D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flipH="1">
            <a:off x="0" y="689"/>
            <a:ext cx="12192000" cy="5302831"/>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512261" y="435935"/>
            <a:ext cx="8090500" cy="6558590"/>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4877732" y="893135"/>
            <a:ext cx="2607590" cy="5178056"/>
          </a:xfrm>
          <a:prstGeom prst="roundRect">
            <a:avLst>
              <a:gd name="adj" fmla="val 5128"/>
            </a:avLst>
          </a:prstGeom>
          <a:ln>
            <a:noFill/>
          </a:ln>
        </p:spPr>
        <p:txBody>
          <a:bodyPr lIns="182880" tIns="457200" rIns="274320" bIns="16459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26562192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edia and Content Layout - Monitor">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321944" y="5462658"/>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475807" y="3234936"/>
            <a:ext cx="2592532" cy="2774622"/>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667" y="482175"/>
            <a:ext cx="8070930" cy="6479051"/>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3760131" y="749594"/>
            <a:ext cx="7627339" cy="4843131"/>
          </a:xfrm>
          <a:prstGeom prst="rect">
            <a:avLst/>
          </a:prstGeom>
          <a:ln>
            <a:noFill/>
          </a:ln>
        </p:spPr>
        <p:txBody>
          <a:bodyPr lIns="182880" tIns="457200" rIns="274320" bIns="137160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4E9E5248-484C-4E3E-B758-2738EE91F401}"/>
              </a:ext>
            </a:extLst>
          </p:cNvPr>
          <p:cNvSpPr>
            <a:spLocks noGrp="1"/>
          </p:cNvSpPr>
          <p:nvPr>
            <p:ph type="title" hasCustomPrompt="1"/>
          </p:nvPr>
        </p:nvSpPr>
        <p:spPr>
          <a:xfrm>
            <a:off x="475808" y="1470449"/>
            <a:ext cx="2592532" cy="1558209"/>
          </a:xfrm>
        </p:spPr>
        <p:txBody>
          <a:bodyPr/>
          <a:lstStyle>
            <a:lvl1pPr>
              <a:defRPr>
                <a:solidFill>
                  <a:schemeClr val="tx1">
                    <a:lumMod val="95000"/>
                  </a:schemeClr>
                </a:solidFill>
              </a:defRPr>
            </a:lvl1pPr>
          </a:lstStyle>
          <a:p>
            <a:r>
              <a:rPr lang="en-US"/>
              <a:t>Monitor with Content Layout</a:t>
            </a:r>
          </a:p>
        </p:txBody>
      </p:sp>
    </p:spTree>
    <p:extLst>
      <p:ext uri="{BB962C8B-B14F-4D97-AF65-F5344CB8AC3E}">
        <p14:creationId xmlns:p14="http://schemas.microsoft.com/office/powerpoint/2010/main" val="22980658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edia Only Layout - Monitor">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B04AD9-8072-84AB-2ABF-CCAF021C2B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49841" y="377456"/>
            <a:ext cx="8221247" cy="6599720"/>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2178307" y="611372"/>
            <a:ext cx="7768452" cy="4965405"/>
          </a:xfrm>
          <a:prstGeom prst="rect">
            <a:avLst/>
          </a:prstGeom>
          <a:ln>
            <a:noFill/>
          </a:ln>
        </p:spPr>
        <p:txBody>
          <a:bodyPr lIns="182880" tIns="457200" rIns="274320" bIns="118872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3232352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Media and Content Layout - Labtop">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291169" y="5477347"/>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2901" y="3239613"/>
            <a:ext cx="2592532" cy="2562551"/>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4462" y="455123"/>
            <a:ext cx="10259861" cy="6273139"/>
          </a:xfrm>
          <a:prstGeom prst="rect">
            <a:avLst/>
          </a:prstGeom>
        </p:spPr>
      </p:pic>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3747000" y="868055"/>
            <a:ext cx="7496930" cy="4660876"/>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338A35DD-E14B-4E0E-A3E8-B5D1C3AA07B9}"/>
              </a:ext>
            </a:extLst>
          </p:cNvPr>
          <p:cNvSpPr>
            <a:spLocks noGrp="1"/>
          </p:cNvSpPr>
          <p:nvPr>
            <p:ph type="title" hasCustomPrompt="1"/>
          </p:nvPr>
        </p:nvSpPr>
        <p:spPr>
          <a:xfrm>
            <a:off x="342902" y="1297510"/>
            <a:ext cx="2592532" cy="1706716"/>
          </a:xfrm>
        </p:spPr>
        <p:txBody>
          <a:bodyPr/>
          <a:lstStyle>
            <a:lvl1pPr>
              <a:defRPr>
                <a:solidFill>
                  <a:schemeClr val="tx1">
                    <a:lumMod val="95000"/>
                  </a:schemeClr>
                </a:solidFill>
              </a:defRPr>
            </a:lvl1pPr>
          </a:lstStyle>
          <a:p>
            <a:r>
              <a:rPr lang="en-US" err="1"/>
              <a:t>Labtop</a:t>
            </a:r>
            <a:r>
              <a:rPr lang="en-US"/>
              <a:t> with Content Layout</a:t>
            </a:r>
          </a:p>
        </p:txBody>
      </p:sp>
    </p:spTree>
    <p:extLst>
      <p:ext uri="{BB962C8B-B14F-4D97-AF65-F5344CB8AC3E}">
        <p14:creationId xmlns:p14="http://schemas.microsoft.com/office/powerpoint/2010/main" val="29922443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edia Only Layout - Labtop">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5CC85B-DB76-0573-E1DF-A5B1883061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8096" y="396272"/>
            <a:ext cx="10230379" cy="6255113"/>
          </a:xfrm>
          <a:prstGeom prst="rect">
            <a:avLst/>
          </a:prstGeom>
        </p:spPr>
      </p:pic>
      <p:sp>
        <p:nvSpPr>
          <p:cNvPr id="9" name="Content Placeholder 16">
            <a:extLst>
              <a:ext uri="{FF2B5EF4-FFF2-40B4-BE49-F238E27FC236}">
                <a16:creationId xmlns:a16="http://schemas.microsoft.com/office/drawing/2014/main" id="{2DA65E44-71AA-4CFE-91CB-8EBA77B16709}"/>
              </a:ext>
            </a:extLst>
          </p:cNvPr>
          <p:cNvSpPr>
            <a:spLocks noGrp="1"/>
          </p:cNvSpPr>
          <p:nvPr>
            <p:ph sz="quarter" idx="13" hasCustomPrompt="1"/>
          </p:nvPr>
        </p:nvSpPr>
        <p:spPr>
          <a:xfrm>
            <a:off x="2317898" y="792126"/>
            <a:ext cx="7485321" cy="4635795"/>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88852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edia and Content Layout - Tablet">
    <p:bg>
      <p:bgPr>
        <a:solidFill>
          <a:schemeClr val="accent1"/>
        </a:solidFill>
        <a:effectLst/>
      </p:bgPr>
    </p:bg>
    <p:spTree>
      <p:nvGrpSpPr>
        <p:cNvPr id="1" name=""/>
        <p:cNvGrpSpPr/>
        <p:nvPr/>
      </p:nvGrpSpPr>
      <p:grpSpPr>
        <a:xfrm>
          <a:off x="0" y="0"/>
          <a:ext cx="0" cy="0"/>
          <a:chOff x="0" y="0"/>
          <a:chExt cx="0" cy="0"/>
        </a:xfrm>
      </p:grpSpPr>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4677742" y="-449737"/>
            <a:ext cx="5798189" cy="7590805"/>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5666" y="3243160"/>
            <a:ext cx="2877758" cy="2660969"/>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4045688" y="691116"/>
            <a:ext cx="7097233" cy="5300332"/>
          </a:xfrm>
          <a:prstGeom prst="roundRect">
            <a:avLst>
              <a:gd name="adj" fmla="val 1302"/>
            </a:avLst>
          </a:prstGeom>
          <a:ln>
            <a:noFill/>
          </a:ln>
        </p:spPr>
        <p:txBody>
          <a:bodyPr lIns="182880" tIns="457200" rIns="274320" bIns="11887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1761CC60-E103-43AE-A5A8-53EF82C778C6}"/>
              </a:ext>
            </a:extLst>
          </p:cNvPr>
          <p:cNvSpPr>
            <a:spLocks noGrp="1"/>
          </p:cNvSpPr>
          <p:nvPr>
            <p:ph type="title" hasCustomPrompt="1"/>
          </p:nvPr>
        </p:nvSpPr>
        <p:spPr>
          <a:xfrm>
            <a:off x="345667" y="805856"/>
            <a:ext cx="2877758" cy="2281834"/>
          </a:xfrm>
        </p:spPr>
        <p:txBody>
          <a:bodyPr/>
          <a:lstStyle>
            <a:lvl1pPr>
              <a:defRPr>
                <a:solidFill>
                  <a:schemeClr val="tx1">
                    <a:lumMod val="95000"/>
                  </a:schemeClr>
                </a:solidFill>
              </a:defRPr>
            </a:lvl1pPr>
          </a:lstStyle>
          <a:p>
            <a:r>
              <a:rPr lang="en-US"/>
              <a:t>Tablet with Content Layout</a:t>
            </a:r>
          </a:p>
        </p:txBody>
      </p:sp>
    </p:spTree>
    <p:extLst>
      <p:ext uri="{BB962C8B-B14F-4D97-AF65-F5344CB8AC3E}">
        <p14:creationId xmlns:p14="http://schemas.microsoft.com/office/powerpoint/2010/main" val="39839260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edia Only Layout - Tablet">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E1F9FE4-7079-98F9-0408-2EC075916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a:off x="0" y="689"/>
            <a:ext cx="12192000" cy="5302831"/>
          </a:xfrm>
          <a:prstGeom prst="rect">
            <a:avLst/>
          </a:prstGeom>
        </p:spPr>
      </p:pic>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3164849" y="-465285"/>
            <a:ext cx="5862302" cy="7674740"/>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2519284" y="698149"/>
            <a:ext cx="7185327" cy="5335828"/>
          </a:xfrm>
          <a:prstGeom prst="roundRect">
            <a:avLst>
              <a:gd name="adj" fmla="val 1302"/>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42533211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err="1"/>
              <a:t>qUESTIONS</a:t>
            </a:r>
            <a:r>
              <a:rPr lang="en-US"/>
              <a:t>?</a:t>
            </a:r>
          </a:p>
        </p:txBody>
      </p:sp>
    </p:spTree>
    <p:extLst>
      <p:ext uri="{BB962C8B-B14F-4D97-AF65-F5344CB8AC3E}">
        <p14:creationId xmlns:p14="http://schemas.microsoft.com/office/powerpoint/2010/main" val="212473905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a:t>THANK YOU</a:t>
            </a:r>
          </a:p>
        </p:txBody>
      </p:sp>
    </p:spTree>
    <p:extLst>
      <p:ext uri="{BB962C8B-B14F-4D97-AF65-F5344CB8AC3E}">
        <p14:creationId xmlns:p14="http://schemas.microsoft.com/office/powerpoint/2010/main" val="241035554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bwMode="invGray">
      <p:bgPr>
        <a:solidFill>
          <a:schemeClr val="accent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403FCA63-ED35-43C6-9D23-79CB6DA6369F}"/>
              </a:ext>
            </a:extLst>
          </p:cNvPr>
          <p:cNvSpPr/>
          <p:nvPr userDrawn="1"/>
        </p:nvSpPr>
        <p:spPr>
          <a:xfrm>
            <a:off x="3970041" y="2889501"/>
            <a:ext cx="8221959" cy="1304555"/>
          </a:xfrm>
          <a:custGeom>
            <a:avLst/>
            <a:gdLst>
              <a:gd name="connsiteX0" fmla="*/ 1 w 8221959"/>
              <a:gd name="connsiteY0" fmla="*/ 192 h 1304555"/>
              <a:gd name="connsiteX1" fmla="*/ 323852 w 8221959"/>
              <a:gd name="connsiteY1" fmla="*/ 192 h 1304555"/>
              <a:gd name="connsiteX2" fmla="*/ 323852 w 8221959"/>
              <a:gd name="connsiteY2" fmla="*/ 891522 h 1304555"/>
              <a:gd name="connsiteX3" fmla="*/ 535496 w 8221959"/>
              <a:gd name="connsiteY3" fmla="*/ 652272 h 1304555"/>
              <a:gd name="connsiteX4" fmla="*/ 1038797 w 8221959"/>
              <a:gd name="connsiteY4" fmla="*/ 84582 h 1304555"/>
              <a:gd name="connsiteX5" fmla="*/ 1045274 w 8221959"/>
              <a:gd name="connsiteY5" fmla="*/ 77628 h 1304555"/>
              <a:gd name="connsiteX6" fmla="*/ 1402366 w 8221959"/>
              <a:gd name="connsiteY6" fmla="*/ 62103 h 1304555"/>
              <a:gd name="connsiteX7" fmla="*/ 1495902 w 8221959"/>
              <a:gd name="connsiteY7" fmla="*/ 272319 h 1304555"/>
              <a:gd name="connsiteX8" fmla="*/ 1495902 w 8221959"/>
              <a:gd name="connsiteY8" fmla="*/ 899826 h 1304555"/>
              <a:gd name="connsiteX9" fmla="*/ 1714977 w 8221959"/>
              <a:gd name="connsiteY9" fmla="*/ 652176 h 1304555"/>
              <a:gd name="connsiteX10" fmla="*/ 2218183 w 8221959"/>
              <a:gd name="connsiteY10" fmla="*/ 84582 h 1304555"/>
              <a:gd name="connsiteX11" fmla="*/ 2224374 w 8221959"/>
              <a:gd name="connsiteY11" fmla="*/ 77628 h 1304555"/>
              <a:gd name="connsiteX12" fmla="*/ 2581847 w 8221959"/>
              <a:gd name="connsiteY12" fmla="*/ 62103 h 1304555"/>
              <a:gd name="connsiteX13" fmla="*/ 2675383 w 8221959"/>
              <a:gd name="connsiteY13" fmla="*/ 272319 h 1304555"/>
              <a:gd name="connsiteX14" fmla="*/ 2675383 w 8221959"/>
              <a:gd name="connsiteY14" fmla="*/ 899826 h 1304555"/>
              <a:gd name="connsiteX15" fmla="*/ 2894458 w 8221959"/>
              <a:gd name="connsiteY15" fmla="*/ 652176 h 1304555"/>
              <a:gd name="connsiteX16" fmla="*/ 3397663 w 8221959"/>
              <a:gd name="connsiteY16" fmla="*/ 84582 h 1304555"/>
              <a:gd name="connsiteX17" fmla="*/ 3404236 w 8221959"/>
              <a:gd name="connsiteY17" fmla="*/ 77628 h 1304555"/>
              <a:gd name="connsiteX18" fmla="*/ 3761328 w 8221959"/>
              <a:gd name="connsiteY18" fmla="*/ 62103 h 1304555"/>
              <a:gd name="connsiteX19" fmla="*/ 3854768 w 8221959"/>
              <a:gd name="connsiteY19" fmla="*/ 272319 h 1304555"/>
              <a:gd name="connsiteX20" fmla="*/ 3854768 w 8221959"/>
              <a:gd name="connsiteY20" fmla="*/ 899826 h 1304555"/>
              <a:gd name="connsiteX21" fmla="*/ 4073843 w 8221959"/>
              <a:gd name="connsiteY21" fmla="*/ 652176 h 1304555"/>
              <a:gd name="connsiteX22" fmla="*/ 4577049 w 8221959"/>
              <a:gd name="connsiteY22" fmla="*/ 84582 h 1304555"/>
              <a:gd name="connsiteX23" fmla="*/ 4583526 w 8221959"/>
              <a:gd name="connsiteY23" fmla="*/ 77628 h 1304555"/>
              <a:gd name="connsiteX24" fmla="*/ 4940713 w 8221959"/>
              <a:gd name="connsiteY24" fmla="*/ 62103 h 1304555"/>
              <a:gd name="connsiteX25" fmla="*/ 5034249 w 8221959"/>
              <a:gd name="connsiteY25" fmla="*/ 272319 h 1304555"/>
              <a:gd name="connsiteX26" fmla="*/ 5034249 w 8221959"/>
              <a:gd name="connsiteY26" fmla="*/ 652272 h 1304555"/>
              <a:gd name="connsiteX27" fmla="*/ 5031296 w 8221959"/>
              <a:gd name="connsiteY27" fmla="*/ 652272 h 1304555"/>
              <a:gd name="connsiteX28" fmla="*/ 5031296 w 8221959"/>
              <a:gd name="connsiteY28" fmla="*/ 899921 h 1304555"/>
              <a:gd name="connsiteX29" fmla="*/ 5250370 w 8221959"/>
              <a:gd name="connsiteY29" fmla="*/ 652271 h 1304555"/>
              <a:gd name="connsiteX30" fmla="*/ 5753668 w 8221959"/>
              <a:gd name="connsiteY30" fmla="*/ 84581 h 1304555"/>
              <a:gd name="connsiteX31" fmla="*/ 5760145 w 8221959"/>
              <a:gd name="connsiteY31" fmla="*/ 77627 h 1304555"/>
              <a:gd name="connsiteX32" fmla="*/ 6117235 w 8221959"/>
              <a:gd name="connsiteY32" fmla="*/ 62102 h 1304555"/>
              <a:gd name="connsiteX33" fmla="*/ 6210770 w 8221959"/>
              <a:gd name="connsiteY33" fmla="*/ 272318 h 1304555"/>
              <a:gd name="connsiteX34" fmla="*/ 6210770 w 8221959"/>
              <a:gd name="connsiteY34" fmla="*/ 899825 h 1304555"/>
              <a:gd name="connsiteX35" fmla="*/ 6429843 w 8221959"/>
              <a:gd name="connsiteY35" fmla="*/ 652175 h 1304555"/>
              <a:gd name="connsiteX36" fmla="*/ 6933046 w 8221959"/>
              <a:gd name="connsiteY36" fmla="*/ 84581 h 1304555"/>
              <a:gd name="connsiteX37" fmla="*/ 6939237 w 8221959"/>
              <a:gd name="connsiteY37" fmla="*/ 77627 h 1304555"/>
              <a:gd name="connsiteX38" fmla="*/ 7114949 w 8221959"/>
              <a:gd name="connsiteY38" fmla="*/ 250 h 1304555"/>
              <a:gd name="connsiteX39" fmla="*/ 7296708 w 8221959"/>
              <a:gd name="connsiteY39" fmla="*/ 62102 h 1304555"/>
              <a:gd name="connsiteX40" fmla="*/ 7390243 w 8221959"/>
              <a:gd name="connsiteY40" fmla="*/ 272318 h 1304555"/>
              <a:gd name="connsiteX41" fmla="*/ 7390243 w 8221959"/>
              <a:gd name="connsiteY41" fmla="*/ 899825 h 1304555"/>
              <a:gd name="connsiteX42" fmla="*/ 7609317 w 8221959"/>
              <a:gd name="connsiteY42" fmla="*/ 652175 h 1304555"/>
              <a:gd name="connsiteX43" fmla="*/ 8112520 w 8221959"/>
              <a:gd name="connsiteY43" fmla="*/ 84581 h 1304555"/>
              <a:gd name="connsiteX44" fmla="*/ 8119092 w 8221959"/>
              <a:gd name="connsiteY44" fmla="*/ 77627 h 1304555"/>
              <a:gd name="connsiteX45" fmla="*/ 8201036 w 8221959"/>
              <a:gd name="connsiteY45" fmla="*/ 21886 h 1304555"/>
              <a:gd name="connsiteX46" fmla="*/ 8221959 w 8221959"/>
              <a:gd name="connsiteY46" fmla="*/ 15039 h 1304555"/>
              <a:gd name="connsiteX47" fmla="*/ 8221959 w 8221959"/>
              <a:gd name="connsiteY47" fmla="*/ 439700 h 1304555"/>
              <a:gd name="connsiteX48" fmla="*/ 8033748 w 8221959"/>
              <a:gd name="connsiteY48" fmla="*/ 652461 h 1304555"/>
              <a:gd name="connsiteX49" fmla="*/ 7524354 w 8221959"/>
              <a:gd name="connsiteY49" fmla="*/ 1227105 h 1304555"/>
              <a:gd name="connsiteX50" fmla="*/ 7211270 w 8221959"/>
              <a:gd name="connsiteY50" fmla="*/ 1272253 h 1304555"/>
              <a:gd name="connsiteX51" fmla="*/ 7073729 w 8221959"/>
              <a:gd name="connsiteY51" fmla="*/ 1029556 h 1304555"/>
              <a:gd name="connsiteX52" fmla="*/ 7073729 w 8221959"/>
              <a:gd name="connsiteY52" fmla="*/ 404811 h 1304555"/>
              <a:gd name="connsiteX53" fmla="*/ 6854656 w 8221959"/>
              <a:gd name="connsiteY53" fmla="*/ 652461 h 1304555"/>
              <a:gd name="connsiteX54" fmla="*/ 6345167 w 8221959"/>
              <a:gd name="connsiteY54" fmla="*/ 1227105 h 1304555"/>
              <a:gd name="connsiteX55" fmla="*/ 6158192 w 8221959"/>
              <a:gd name="connsiteY55" fmla="*/ 1304352 h 1304555"/>
              <a:gd name="connsiteX56" fmla="*/ 6031511 w 8221959"/>
              <a:gd name="connsiteY56" fmla="*/ 1272063 h 1304555"/>
              <a:gd name="connsiteX57" fmla="*/ 5893970 w 8221959"/>
              <a:gd name="connsiteY57" fmla="*/ 1029366 h 1304555"/>
              <a:gd name="connsiteX58" fmla="*/ 5893970 w 8221959"/>
              <a:gd name="connsiteY58" fmla="*/ 404811 h 1304555"/>
              <a:gd name="connsiteX59" fmla="*/ 5674897 w 8221959"/>
              <a:gd name="connsiteY59" fmla="*/ 652461 h 1304555"/>
              <a:gd name="connsiteX60" fmla="*/ 5165407 w 8221959"/>
              <a:gd name="connsiteY60" fmla="*/ 1227105 h 1304555"/>
              <a:gd name="connsiteX61" fmla="*/ 4979100 w 8221959"/>
              <a:gd name="connsiteY61" fmla="*/ 1304543 h 1304555"/>
              <a:gd name="connsiteX62" fmla="*/ 4852322 w 8221959"/>
              <a:gd name="connsiteY62" fmla="*/ 1272253 h 1304555"/>
              <a:gd name="connsiteX63" fmla="*/ 4714877 w 8221959"/>
              <a:gd name="connsiteY63" fmla="*/ 1029556 h 1304555"/>
              <a:gd name="connsiteX64" fmla="*/ 4714877 w 8221959"/>
              <a:gd name="connsiteY64" fmla="*/ 652271 h 1304555"/>
              <a:gd name="connsiteX65" fmla="*/ 4717066 w 8221959"/>
              <a:gd name="connsiteY65" fmla="*/ 652271 h 1304555"/>
              <a:gd name="connsiteX66" fmla="*/ 4717066 w 8221959"/>
              <a:gd name="connsiteY66" fmla="*/ 404622 h 1304555"/>
              <a:gd name="connsiteX67" fmla="*/ 4497991 w 8221959"/>
              <a:gd name="connsiteY67" fmla="*/ 652272 h 1304555"/>
              <a:gd name="connsiteX68" fmla="*/ 3988499 w 8221959"/>
              <a:gd name="connsiteY68" fmla="*/ 1226915 h 1304555"/>
              <a:gd name="connsiteX69" fmla="*/ 3802190 w 8221959"/>
              <a:gd name="connsiteY69" fmla="*/ 1304353 h 1304555"/>
              <a:gd name="connsiteX70" fmla="*/ 3675508 w 8221959"/>
              <a:gd name="connsiteY70" fmla="*/ 1272064 h 1304555"/>
              <a:gd name="connsiteX71" fmla="*/ 3537967 w 8221959"/>
              <a:gd name="connsiteY71" fmla="*/ 1029367 h 1304555"/>
              <a:gd name="connsiteX72" fmla="*/ 3537967 w 8221959"/>
              <a:gd name="connsiteY72" fmla="*/ 404812 h 1304555"/>
              <a:gd name="connsiteX73" fmla="*/ 3318892 w 8221959"/>
              <a:gd name="connsiteY73" fmla="*/ 652462 h 1304555"/>
              <a:gd name="connsiteX74" fmla="*/ 2809495 w 8221959"/>
              <a:gd name="connsiteY74" fmla="*/ 1227106 h 1304555"/>
              <a:gd name="connsiteX75" fmla="*/ 2496408 w 8221959"/>
              <a:gd name="connsiteY75" fmla="*/ 1272254 h 1304555"/>
              <a:gd name="connsiteX76" fmla="*/ 2358867 w 8221959"/>
              <a:gd name="connsiteY76" fmla="*/ 1029557 h 1304555"/>
              <a:gd name="connsiteX77" fmla="*/ 2358867 w 8221959"/>
              <a:gd name="connsiteY77" fmla="*/ 404812 h 1304555"/>
              <a:gd name="connsiteX78" fmla="*/ 2139792 w 8221959"/>
              <a:gd name="connsiteY78" fmla="*/ 652462 h 1304555"/>
              <a:gd name="connsiteX79" fmla="*/ 1630300 w 8221959"/>
              <a:gd name="connsiteY79" fmla="*/ 1227106 h 1304555"/>
              <a:gd name="connsiteX80" fmla="*/ 1443324 w 8221959"/>
              <a:gd name="connsiteY80" fmla="*/ 1304353 h 1304555"/>
              <a:gd name="connsiteX81" fmla="*/ 1316641 w 8221959"/>
              <a:gd name="connsiteY81" fmla="*/ 1272064 h 1304555"/>
              <a:gd name="connsiteX82" fmla="*/ 1179100 w 8221959"/>
              <a:gd name="connsiteY82" fmla="*/ 1029367 h 1304555"/>
              <a:gd name="connsiteX83" fmla="*/ 1179100 w 8221959"/>
              <a:gd name="connsiteY83" fmla="*/ 404812 h 1304555"/>
              <a:gd name="connsiteX84" fmla="*/ 960025 w 8221959"/>
              <a:gd name="connsiteY84" fmla="*/ 652462 h 1304555"/>
              <a:gd name="connsiteX85" fmla="*/ 450533 w 8221959"/>
              <a:gd name="connsiteY85" fmla="*/ 1227106 h 1304555"/>
              <a:gd name="connsiteX86" fmla="*/ 264224 w 8221959"/>
              <a:gd name="connsiteY86" fmla="*/ 1304544 h 1304555"/>
              <a:gd name="connsiteX87" fmla="*/ 137446 w 8221959"/>
              <a:gd name="connsiteY87" fmla="*/ 1272254 h 1304555"/>
              <a:gd name="connsiteX88" fmla="*/ 9180 w 8221959"/>
              <a:gd name="connsiteY88" fmla="*/ 1102894 h 1304555"/>
              <a:gd name="connsiteX89" fmla="*/ 513 w 8221959"/>
              <a:gd name="connsiteY89" fmla="*/ 1033656 h 1304555"/>
              <a:gd name="connsiteX90" fmla="*/ 1 w 8221959"/>
              <a:gd name="connsiteY90" fmla="*/ 1033656 h 1304555"/>
              <a:gd name="connsiteX91" fmla="*/ 1 w 8221959"/>
              <a:gd name="connsiteY91" fmla="*/ 1029565 h 1304555"/>
              <a:gd name="connsiteX92" fmla="*/ 0 w 8221959"/>
              <a:gd name="connsiteY92" fmla="*/ 1029557 h 1304555"/>
              <a:gd name="connsiteX93" fmla="*/ 0 w 8221959"/>
              <a:gd name="connsiteY93" fmla="*/ 652272 h 1304555"/>
              <a:gd name="connsiteX94" fmla="*/ 1 w 8221959"/>
              <a:gd name="connsiteY94" fmla="*/ 652272 h 130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8221959" h="1304555">
                <a:moveTo>
                  <a:pt x="1" y="192"/>
                </a:moveTo>
                <a:lnTo>
                  <a:pt x="323852" y="192"/>
                </a:lnTo>
                <a:lnTo>
                  <a:pt x="323852" y="891522"/>
                </a:lnTo>
                <a:lnTo>
                  <a:pt x="535496" y="652272"/>
                </a:lnTo>
                <a:lnTo>
                  <a:pt x="1038797" y="84582"/>
                </a:lnTo>
                <a:lnTo>
                  <a:pt x="1045274" y="77628"/>
                </a:lnTo>
                <a:cubicBezTo>
                  <a:pt x="1142275" y="-19352"/>
                  <a:pt x="1297315" y="-26092"/>
                  <a:pt x="1402366" y="62103"/>
                </a:cubicBezTo>
                <a:cubicBezTo>
                  <a:pt x="1464469" y="112776"/>
                  <a:pt x="1495902" y="192214"/>
                  <a:pt x="1495902" y="272319"/>
                </a:cubicBezTo>
                <a:lnTo>
                  <a:pt x="1495902" y="899826"/>
                </a:lnTo>
                <a:lnTo>
                  <a:pt x="1714977" y="652176"/>
                </a:lnTo>
                <a:lnTo>
                  <a:pt x="2218183" y="84582"/>
                </a:lnTo>
                <a:lnTo>
                  <a:pt x="2224374" y="77628"/>
                </a:lnTo>
                <a:cubicBezTo>
                  <a:pt x="2321424" y="-19582"/>
                  <a:pt x="2476734" y="-26327"/>
                  <a:pt x="2581847" y="62103"/>
                </a:cubicBezTo>
                <a:cubicBezTo>
                  <a:pt x="2643950" y="112776"/>
                  <a:pt x="2675383" y="192119"/>
                  <a:pt x="2675383" y="272319"/>
                </a:cubicBezTo>
                <a:lnTo>
                  <a:pt x="2675383" y="899826"/>
                </a:lnTo>
                <a:lnTo>
                  <a:pt x="2894458" y="652176"/>
                </a:lnTo>
                <a:lnTo>
                  <a:pt x="3397663" y="84582"/>
                </a:lnTo>
                <a:lnTo>
                  <a:pt x="3404236" y="77628"/>
                </a:lnTo>
                <a:cubicBezTo>
                  <a:pt x="3501236" y="-19352"/>
                  <a:pt x="3656276" y="-26092"/>
                  <a:pt x="3761328" y="62103"/>
                </a:cubicBezTo>
                <a:cubicBezTo>
                  <a:pt x="3823336" y="112776"/>
                  <a:pt x="3854768" y="192214"/>
                  <a:pt x="3854768" y="272319"/>
                </a:cubicBezTo>
                <a:lnTo>
                  <a:pt x="3854768" y="899826"/>
                </a:lnTo>
                <a:lnTo>
                  <a:pt x="4073843" y="652176"/>
                </a:lnTo>
                <a:lnTo>
                  <a:pt x="4577049" y="84582"/>
                </a:lnTo>
                <a:lnTo>
                  <a:pt x="4583526" y="77628"/>
                </a:lnTo>
                <a:cubicBezTo>
                  <a:pt x="4680539" y="-19409"/>
                  <a:pt x="4835647" y="-26151"/>
                  <a:pt x="4940713" y="62103"/>
                </a:cubicBezTo>
                <a:cubicBezTo>
                  <a:pt x="5002816" y="112776"/>
                  <a:pt x="5034249" y="192119"/>
                  <a:pt x="5034249" y="272319"/>
                </a:cubicBezTo>
                <a:lnTo>
                  <a:pt x="5034249" y="652272"/>
                </a:lnTo>
                <a:lnTo>
                  <a:pt x="5031296" y="652272"/>
                </a:lnTo>
                <a:lnTo>
                  <a:pt x="5031296" y="899921"/>
                </a:lnTo>
                <a:lnTo>
                  <a:pt x="5250370" y="652271"/>
                </a:lnTo>
                <a:lnTo>
                  <a:pt x="5753668" y="84581"/>
                </a:lnTo>
                <a:lnTo>
                  <a:pt x="5760145" y="77627"/>
                </a:lnTo>
                <a:cubicBezTo>
                  <a:pt x="5857145" y="-19353"/>
                  <a:pt x="6012184" y="-26093"/>
                  <a:pt x="6117235" y="62102"/>
                </a:cubicBezTo>
                <a:cubicBezTo>
                  <a:pt x="6179338" y="112775"/>
                  <a:pt x="6210770" y="192213"/>
                  <a:pt x="6210770" y="272318"/>
                </a:cubicBezTo>
                <a:lnTo>
                  <a:pt x="6210770" y="899825"/>
                </a:lnTo>
                <a:lnTo>
                  <a:pt x="6429843" y="652175"/>
                </a:lnTo>
                <a:lnTo>
                  <a:pt x="6933046" y="84581"/>
                </a:lnTo>
                <a:lnTo>
                  <a:pt x="6939237" y="77627"/>
                </a:lnTo>
                <a:cubicBezTo>
                  <a:pt x="6987762" y="29022"/>
                  <a:pt x="7050852" y="3033"/>
                  <a:pt x="7114949" y="250"/>
                </a:cubicBezTo>
                <a:cubicBezTo>
                  <a:pt x="7179047" y="-2534"/>
                  <a:pt x="7244152" y="17887"/>
                  <a:pt x="7296708" y="62102"/>
                </a:cubicBezTo>
                <a:cubicBezTo>
                  <a:pt x="7358811" y="112775"/>
                  <a:pt x="7390243" y="192118"/>
                  <a:pt x="7390243" y="272318"/>
                </a:cubicBezTo>
                <a:lnTo>
                  <a:pt x="7390243" y="899825"/>
                </a:lnTo>
                <a:lnTo>
                  <a:pt x="7609317" y="652175"/>
                </a:lnTo>
                <a:lnTo>
                  <a:pt x="8112520" y="84581"/>
                </a:lnTo>
                <a:lnTo>
                  <a:pt x="8119092" y="77627"/>
                </a:lnTo>
                <a:cubicBezTo>
                  <a:pt x="8143342" y="53382"/>
                  <a:pt x="8171219" y="34777"/>
                  <a:pt x="8201036" y="21886"/>
                </a:cubicBezTo>
                <a:lnTo>
                  <a:pt x="8221959" y="15039"/>
                </a:lnTo>
                <a:lnTo>
                  <a:pt x="8221959" y="439700"/>
                </a:lnTo>
                <a:lnTo>
                  <a:pt x="8033748" y="652461"/>
                </a:lnTo>
                <a:lnTo>
                  <a:pt x="7524354" y="1227105"/>
                </a:lnTo>
                <a:cubicBezTo>
                  <a:pt x="7441614" y="1310042"/>
                  <a:pt x="7314071" y="1328434"/>
                  <a:pt x="7211270" y="1272253"/>
                </a:cubicBezTo>
                <a:cubicBezTo>
                  <a:pt x="7123831" y="1224628"/>
                  <a:pt x="7073729" y="1129378"/>
                  <a:pt x="7073729" y="1029556"/>
                </a:cubicBezTo>
                <a:lnTo>
                  <a:pt x="7073729" y="404811"/>
                </a:lnTo>
                <a:lnTo>
                  <a:pt x="6854656" y="652461"/>
                </a:lnTo>
                <a:lnTo>
                  <a:pt x="6345167" y="1227105"/>
                </a:lnTo>
                <a:cubicBezTo>
                  <a:pt x="6295611" y="1276719"/>
                  <a:pt x="6228316" y="1304522"/>
                  <a:pt x="6158192" y="1304352"/>
                </a:cubicBezTo>
                <a:cubicBezTo>
                  <a:pt x="6113940" y="1304266"/>
                  <a:pt x="6070405" y="1293169"/>
                  <a:pt x="6031511" y="1272063"/>
                </a:cubicBezTo>
                <a:cubicBezTo>
                  <a:pt x="5944071" y="1224438"/>
                  <a:pt x="5893970" y="1129188"/>
                  <a:pt x="5893970" y="1029366"/>
                </a:cubicBezTo>
                <a:lnTo>
                  <a:pt x="5893970" y="404811"/>
                </a:lnTo>
                <a:lnTo>
                  <a:pt x="5674897" y="652461"/>
                </a:lnTo>
                <a:lnTo>
                  <a:pt x="5165407" y="1227105"/>
                </a:lnTo>
                <a:cubicBezTo>
                  <a:pt x="5116088" y="1276688"/>
                  <a:pt x="5049034" y="1304558"/>
                  <a:pt x="4979100" y="1304543"/>
                </a:cubicBezTo>
                <a:cubicBezTo>
                  <a:pt x="4934810" y="1304512"/>
                  <a:pt x="4891231" y="1293413"/>
                  <a:pt x="4852322" y="1272253"/>
                </a:cubicBezTo>
                <a:cubicBezTo>
                  <a:pt x="4764883" y="1224628"/>
                  <a:pt x="4714877" y="1129378"/>
                  <a:pt x="4714877" y="1029556"/>
                </a:cubicBezTo>
                <a:lnTo>
                  <a:pt x="4714877" y="652271"/>
                </a:lnTo>
                <a:lnTo>
                  <a:pt x="4717066" y="652271"/>
                </a:lnTo>
                <a:lnTo>
                  <a:pt x="4717066" y="404622"/>
                </a:lnTo>
                <a:lnTo>
                  <a:pt x="4497991" y="652272"/>
                </a:lnTo>
                <a:lnTo>
                  <a:pt x="3988499" y="1226915"/>
                </a:lnTo>
                <a:cubicBezTo>
                  <a:pt x="3939156" y="1276462"/>
                  <a:pt x="3872117" y="1304327"/>
                  <a:pt x="3802190" y="1304353"/>
                </a:cubicBezTo>
                <a:cubicBezTo>
                  <a:pt x="3757938" y="1304267"/>
                  <a:pt x="3714402" y="1293170"/>
                  <a:pt x="3675508" y="1272064"/>
                </a:cubicBezTo>
                <a:cubicBezTo>
                  <a:pt x="3588068" y="1224439"/>
                  <a:pt x="3537967" y="1129189"/>
                  <a:pt x="3537967" y="1029367"/>
                </a:cubicBezTo>
                <a:lnTo>
                  <a:pt x="3537967" y="404812"/>
                </a:lnTo>
                <a:lnTo>
                  <a:pt x="3318892" y="652462"/>
                </a:lnTo>
                <a:lnTo>
                  <a:pt x="2809495" y="1227106"/>
                </a:lnTo>
                <a:cubicBezTo>
                  <a:pt x="2726754" y="1310043"/>
                  <a:pt x="2599210" y="1328435"/>
                  <a:pt x="2496408" y="1272254"/>
                </a:cubicBezTo>
                <a:cubicBezTo>
                  <a:pt x="2408968" y="1224629"/>
                  <a:pt x="2358867" y="1129379"/>
                  <a:pt x="2358867" y="1029557"/>
                </a:cubicBezTo>
                <a:lnTo>
                  <a:pt x="2358867" y="404812"/>
                </a:lnTo>
                <a:lnTo>
                  <a:pt x="2139792" y="652462"/>
                </a:lnTo>
                <a:lnTo>
                  <a:pt x="1630300" y="1227106"/>
                </a:lnTo>
                <a:cubicBezTo>
                  <a:pt x="1580744" y="1276720"/>
                  <a:pt x="1513448" y="1304523"/>
                  <a:pt x="1443324" y="1304353"/>
                </a:cubicBezTo>
                <a:cubicBezTo>
                  <a:pt x="1399071" y="1304267"/>
                  <a:pt x="1355536" y="1293170"/>
                  <a:pt x="1316641" y="1272064"/>
                </a:cubicBezTo>
                <a:cubicBezTo>
                  <a:pt x="1229202" y="1224439"/>
                  <a:pt x="1179100" y="1129189"/>
                  <a:pt x="1179100" y="1029367"/>
                </a:cubicBezTo>
                <a:lnTo>
                  <a:pt x="1179100" y="404812"/>
                </a:lnTo>
                <a:lnTo>
                  <a:pt x="960025" y="652462"/>
                </a:lnTo>
                <a:lnTo>
                  <a:pt x="450533" y="1227106"/>
                </a:lnTo>
                <a:cubicBezTo>
                  <a:pt x="401213" y="1276689"/>
                  <a:pt x="334159" y="1304559"/>
                  <a:pt x="264224" y="1304544"/>
                </a:cubicBezTo>
                <a:cubicBezTo>
                  <a:pt x="219934" y="1304513"/>
                  <a:pt x="176355" y="1293414"/>
                  <a:pt x="137446" y="1272254"/>
                </a:cubicBezTo>
                <a:cubicBezTo>
                  <a:pt x="71866" y="1236535"/>
                  <a:pt x="27343" y="1174028"/>
                  <a:pt x="9180" y="1102894"/>
                </a:cubicBezTo>
                <a:lnTo>
                  <a:pt x="513" y="1033656"/>
                </a:lnTo>
                <a:lnTo>
                  <a:pt x="1" y="1033656"/>
                </a:lnTo>
                <a:lnTo>
                  <a:pt x="1" y="1029565"/>
                </a:lnTo>
                <a:lnTo>
                  <a:pt x="0" y="1029557"/>
                </a:lnTo>
                <a:lnTo>
                  <a:pt x="0" y="652272"/>
                </a:lnTo>
                <a:lnTo>
                  <a:pt x="1" y="652272"/>
                </a:lnTo>
                <a:close/>
              </a:path>
            </a:pathLst>
          </a:custGeom>
          <a:gradFill flip="none" rotWithShape="1">
            <a:gsLst>
              <a:gs pos="0">
                <a:schemeClr val="accent1">
                  <a:tint val="66000"/>
                  <a:satMod val="160000"/>
                </a:schemeClr>
              </a:gs>
              <a:gs pos="49000">
                <a:schemeClr val="accent1">
                  <a:tint val="44500"/>
                  <a:satMod val="160000"/>
                </a:schemeClr>
              </a:gs>
              <a:gs pos="100000">
                <a:schemeClr val="tx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17">
            <a:extLst>
              <a:ext uri="{FF2B5EF4-FFF2-40B4-BE49-F238E27FC236}">
                <a16:creationId xmlns:a16="http://schemas.microsoft.com/office/drawing/2014/main" id="{A9BC630F-6602-46CC-94D2-9A72427CD1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464" y="2919177"/>
            <a:ext cx="3165955" cy="1245957"/>
          </a:xfrm>
          <a:prstGeom prst="rect">
            <a:avLst/>
          </a:prstGeom>
        </p:spPr>
      </p:pic>
    </p:spTree>
    <p:extLst>
      <p:ext uri="{BB962C8B-B14F-4D97-AF65-F5344CB8AC3E}">
        <p14:creationId xmlns:p14="http://schemas.microsoft.com/office/powerpoint/2010/main" val="160992052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A2CE99E-E714-40B6-AD13-9F92202805BD}"/>
              </a:ext>
            </a:extLst>
          </p:cNvPr>
          <p:cNvSpPr>
            <a:spLocks noGrp="1"/>
          </p:cNvSpPr>
          <p:nvPr>
            <p:ph type="ftr" sz="quarter" idx="3"/>
          </p:nvPr>
        </p:nvSpPr>
        <p:spPr>
          <a:xfrm>
            <a:off x="342900" y="6394105"/>
            <a:ext cx="10259861" cy="365125"/>
          </a:xfrm>
          <a:prstGeom prst="rect">
            <a:avLst/>
          </a:prstGeom>
        </p:spPr>
        <p:txBody>
          <a:bodyPr vert="horz" lIns="0" tIns="45720" rIns="91440" bIns="45720" rtlCol="0" anchor="ctr"/>
          <a:lstStyle>
            <a:lvl1pPr algn="l">
              <a:defRPr sz="800">
                <a:solidFill>
                  <a:schemeClr val="tx1"/>
                </a:solidFill>
              </a:defRPr>
            </a:lvl1pPr>
          </a:lstStyle>
          <a:p>
            <a:endParaRPr lang="en-US"/>
          </a:p>
        </p:txBody>
      </p:sp>
      <p:sp>
        <p:nvSpPr>
          <p:cNvPr id="2" name="Title Placeholder 1">
            <a:extLst>
              <a:ext uri="{FF2B5EF4-FFF2-40B4-BE49-F238E27FC236}">
                <a16:creationId xmlns:a16="http://schemas.microsoft.com/office/drawing/2014/main" id="{6FA46329-3CEB-4871-A9F8-2926A8C0855D}"/>
              </a:ext>
            </a:extLst>
          </p:cNvPr>
          <p:cNvSpPr>
            <a:spLocks noGrp="1"/>
          </p:cNvSpPr>
          <p:nvPr>
            <p:ph type="title"/>
          </p:nvPr>
        </p:nvSpPr>
        <p:spPr>
          <a:xfrm>
            <a:off x="880782" y="545914"/>
            <a:ext cx="10414747" cy="1147152"/>
          </a:xfrm>
          <a:prstGeom prst="rect">
            <a:avLst/>
          </a:prstGeom>
        </p:spPr>
        <p:txBody>
          <a:bodyPr vert="horz" lIns="0" tIns="0" rIns="0" bIns="0" rtlCol="0" anchor="b">
            <a:noAutofit/>
          </a:bodyPr>
          <a:lstStyle/>
          <a:p>
            <a:r>
              <a:rPr lang="en-US"/>
              <a:t>Headline goes here</a:t>
            </a:r>
            <a:br>
              <a:rPr lang="en-US"/>
            </a:br>
            <a:r>
              <a:rPr lang="en-US"/>
              <a:t>two lines long optional</a:t>
            </a:r>
          </a:p>
        </p:txBody>
      </p:sp>
      <p:sp>
        <p:nvSpPr>
          <p:cNvPr id="3" name="Text Placeholder 2">
            <a:extLst>
              <a:ext uri="{FF2B5EF4-FFF2-40B4-BE49-F238E27FC236}">
                <a16:creationId xmlns:a16="http://schemas.microsoft.com/office/drawing/2014/main" id="{213B0E2E-E783-4B3F-B91C-B86959CE7A96}"/>
              </a:ext>
            </a:extLst>
          </p:cNvPr>
          <p:cNvSpPr>
            <a:spLocks noGrp="1"/>
          </p:cNvSpPr>
          <p:nvPr>
            <p:ph type="body" idx="1"/>
          </p:nvPr>
        </p:nvSpPr>
        <p:spPr>
          <a:xfrm>
            <a:off x="880782" y="1980280"/>
            <a:ext cx="10414747" cy="4157383"/>
          </a:xfrm>
          <a:prstGeom prst="rect">
            <a:avLst/>
          </a:prstGeom>
        </p:spPr>
        <p:txBody>
          <a:bodyPr vert="horz" lIns="0" tIns="0" rIns="0" bIns="0" rtlCol="0">
            <a:noAutofit/>
          </a:bodyPr>
          <a:lstStyle/>
          <a:p>
            <a:pPr lvl="0"/>
            <a:r>
              <a:rPr lang="en-US"/>
              <a:t>Default body copy</a:t>
            </a:r>
            <a:br>
              <a:rPr lang="en-US"/>
            </a:br>
            <a:r>
              <a:rPr lang="en-US"/>
              <a:t>second line</a:t>
            </a:r>
          </a:p>
          <a:p>
            <a:pPr lvl="1"/>
            <a:r>
              <a:rPr lang="en-US"/>
              <a:t>Sub-level body copy (tab 2x)</a:t>
            </a:r>
            <a:br>
              <a:rPr lang="en-US"/>
            </a:br>
            <a:r>
              <a:rPr lang="en-US"/>
              <a:t>second line</a:t>
            </a:r>
          </a:p>
          <a:p>
            <a:pPr lvl="2"/>
            <a:r>
              <a:rPr lang="en-US"/>
              <a:t>Sub-level body copy (tab 3x)</a:t>
            </a:r>
            <a:br>
              <a:rPr lang="en-US"/>
            </a:br>
            <a:r>
              <a:rPr lang="en-US"/>
              <a:t>second line</a:t>
            </a:r>
          </a:p>
          <a:p>
            <a:pPr lvl="3"/>
            <a:r>
              <a:rPr lang="en-US"/>
              <a:t>Sub-level (tab 4x)</a:t>
            </a:r>
            <a:br>
              <a:rPr lang="en-US"/>
            </a:br>
            <a:r>
              <a:rPr lang="en-US"/>
              <a:t>second line</a:t>
            </a:r>
          </a:p>
          <a:p>
            <a:pPr lvl="4"/>
            <a:r>
              <a:rPr lang="en-US"/>
              <a:t>Sub-level (tab 5x)</a:t>
            </a:r>
            <a:br>
              <a:rPr lang="en-US"/>
            </a:br>
            <a:r>
              <a:rPr lang="en-US"/>
              <a:t>second line</a:t>
            </a:r>
          </a:p>
        </p:txBody>
      </p:sp>
      <p:sp>
        <p:nvSpPr>
          <p:cNvPr id="4" name="Date Placeholder 3">
            <a:extLst>
              <a:ext uri="{FF2B5EF4-FFF2-40B4-BE49-F238E27FC236}">
                <a16:creationId xmlns:a16="http://schemas.microsoft.com/office/drawing/2014/main" id="{6A1239C0-BD08-4C30-B628-959CD8FA8D83}"/>
              </a:ext>
            </a:extLst>
          </p:cNvPr>
          <p:cNvSpPr>
            <a:spLocks noGrp="1"/>
          </p:cNvSpPr>
          <p:nvPr>
            <p:ph type="dt" sz="half" idx="2"/>
          </p:nvPr>
        </p:nvSpPr>
        <p:spPr>
          <a:xfrm>
            <a:off x="10602762" y="6382494"/>
            <a:ext cx="692767" cy="365125"/>
          </a:xfrm>
          <a:prstGeom prst="rect">
            <a:avLst/>
          </a:prstGeom>
        </p:spPr>
        <p:txBody>
          <a:bodyPr vert="horz" lIns="91440" tIns="45720" rIns="91440" bIns="45720" rtlCol="0" anchor="ctr"/>
          <a:lstStyle>
            <a:lvl1pPr algn="r">
              <a:defRPr sz="700">
                <a:solidFill>
                  <a:schemeClr val="tx1"/>
                </a:solidFill>
              </a:defRPr>
            </a:lvl1pPr>
          </a:lstStyle>
          <a:p>
            <a:fld id="{B7EB65F7-02F7-4C03-9B5E-0F72A9F540CE}" type="datetime1">
              <a:rPr lang="en-US" smtClean="0"/>
              <a:pPr/>
              <a:t>3/15/24</a:t>
            </a:fld>
            <a:endParaRPr lang="en-US"/>
          </a:p>
        </p:txBody>
      </p:sp>
      <p:sp>
        <p:nvSpPr>
          <p:cNvPr id="6" name="Slide Number Placeholder 5">
            <a:extLst>
              <a:ext uri="{FF2B5EF4-FFF2-40B4-BE49-F238E27FC236}">
                <a16:creationId xmlns:a16="http://schemas.microsoft.com/office/drawing/2014/main" id="{AA28DA39-0C23-4056-8B4B-9F8DCBB8EEB9}"/>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9" name="Graphic 8">
            <a:extLst>
              <a:ext uri="{FF2B5EF4-FFF2-40B4-BE49-F238E27FC236}">
                <a16:creationId xmlns:a16="http://schemas.microsoft.com/office/drawing/2014/main" id="{3BB41A6D-43BD-4471-835C-1C49C9CCE2A7}"/>
              </a:ext>
            </a:extLst>
          </p:cNvPr>
          <p:cNvPicPr>
            <a:picLocks noChangeAspect="1"/>
          </p:cNvPicPr>
          <p:nvPr userDrawn="1"/>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50346661"/>
      </p:ext>
    </p:extLst>
  </p:cSld>
  <p:clrMap bg1="dk1" tx1="lt1" bg2="dk2" tx2="lt2" accent1="accent1" accent2="accent2" accent3="accent3" accent4="accent4" accent5="accent5" accent6="accent6" hlink="hlink" folHlink="folHlink"/>
  <p:sldLayoutIdLst>
    <p:sldLayoutId id="2147483649" r:id="rId1"/>
    <p:sldLayoutId id="2147483737" r:id="rId2"/>
    <p:sldLayoutId id="2147483719" r:id="rId3"/>
    <p:sldLayoutId id="2147483720" r:id="rId4"/>
    <p:sldLayoutId id="2147483721" r:id="rId5"/>
    <p:sldLayoutId id="2147483666" r:id="rId6"/>
    <p:sldLayoutId id="2147483736" r:id="rId7"/>
    <p:sldLayoutId id="2147483691" r:id="rId8"/>
    <p:sldLayoutId id="2147483729" r:id="rId9"/>
    <p:sldLayoutId id="2147483651" r:id="rId10"/>
    <p:sldLayoutId id="2147483695" r:id="rId11"/>
    <p:sldLayoutId id="2147483734" r:id="rId12"/>
    <p:sldLayoutId id="2147483735" r:id="rId13"/>
    <p:sldLayoutId id="2147483662" r:id="rId14"/>
    <p:sldLayoutId id="2147483661" r:id="rId15"/>
    <p:sldLayoutId id="2147483696" r:id="rId16"/>
    <p:sldLayoutId id="2147483730" r:id="rId17"/>
    <p:sldLayoutId id="2147483650" r:id="rId18"/>
    <p:sldLayoutId id="2147483728" r:id="rId19"/>
    <p:sldLayoutId id="2147483700" r:id="rId20"/>
    <p:sldLayoutId id="2147483652" r:id="rId21"/>
    <p:sldLayoutId id="2147483705" r:id="rId22"/>
    <p:sldLayoutId id="2147483653" r:id="rId23"/>
    <p:sldLayoutId id="2147483718" r:id="rId24"/>
    <p:sldLayoutId id="2147483706" r:id="rId25"/>
    <p:sldLayoutId id="2147483714" r:id="rId26"/>
    <p:sldLayoutId id="2147483703" r:id="rId27"/>
    <p:sldLayoutId id="2147483724" r:id="rId28"/>
    <p:sldLayoutId id="2147483708" r:id="rId29"/>
    <p:sldLayoutId id="2147483715" r:id="rId30"/>
    <p:sldLayoutId id="2147483704" r:id="rId31"/>
    <p:sldLayoutId id="2147483725" r:id="rId32"/>
    <p:sldLayoutId id="2147483716" r:id="rId33"/>
    <p:sldLayoutId id="2147483707" r:id="rId34"/>
    <p:sldLayoutId id="2147483664" r:id="rId35"/>
    <p:sldLayoutId id="2147483665" r:id="rId36"/>
    <p:sldLayoutId id="2147483656" r:id="rId37"/>
    <p:sldLayoutId id="2147483667" r:id="rId38"/>
    <p:sldLayoutId id="2147483722" r:id="rId39"/>
    <p:sldLayoutId id="2147483723" r:id="rId40"/>
    <p:sldLayoutId id="2147483711" r:id="rId41"/>
    <p:sldLayoutId id="2147483712" r:id="rId42"/>
    <p:sldLayoutId id="2147483679" r:id="rId43"/>
    <p:sldLayoutId id="2147483657" r:id="rId44"/>
    <p:sldLayoutId id="2147483670" r:id="rId45"/>
    <p:sldLayoutId id="2147483668" r:id="rId46"/>
    <p:sldLayoutId id="2147483697" r:id="rId47"/>
    <p:sldLayoutId id="2147483709" r:id="rId48"/>
    <p:sldLayoutId id="2147483732" r:id="rId49"/>
    <p:sldLayoutId id="2147483710" r:id="rId50"/>
    <p:sldLayoutId id="2147483731" r:id="rId51"/>
    <p:sldLayoutId id="2147483654" r:id="rId52"/>
    <p:sldLayoutId id="2147483698" r:id="rId53"/>
    <p:sldLayoutId id="2147483655" r:id="rId54"/>
    <p:sldLayoutId id="2147483699" r:id="rId55"/>
    <p:sldLayoutId id="2147483671" r:id="rId56"/>
    <p:sldLayoutId id="2147483672" r:id="rId57"/>
    <p:sldLayoutId id="2147483673" r:id="rId58"/>
    <p:sldLayoutId id="2147483674" r:id="rId59"/>
    <p:sldLayoutId id="2147483675" r:id="rId60"/>
    <p:sldLayoutId id="2147483676" r:id="rId61"/>
    <p:sldLayoutId id="2147483677" r:id="rId62"/>
    <p:sldLayoutId id="2147483678" r:id="rId63"/>
    <p:sldLayoutId id="2147483669" r:id="rId64"/>
    <p:sldLayoutId id="2147483738" r:id="rId65"/>
    <p:sldLayoutId id="2147483733" r:id="rId66"/>
  </p:sldLayoutIdLst>
  <p:hf hdr="0" dt="0"/>
  <p:txStyles>
    <p:title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p:titleStyle>
    <p:body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ctr" defTabSz="914400" rtl="0" eaLnBrk="1" latinLnBrk="0" hangingPunct="1">
        <a:defRPr sz="1200" kern="1200">
          <a:solidFill>
            <a:schemeClr val="tx1"/>
          </a:solidFill>
          <a:latin typeface="+mn-lt"/>
          <a:ea typeface="+mn-ea"/>
          <a:cs typeface="+mn-cs"/>
        </a:defRPr>
      </a:lvl1pPr>
      <a:lvl2pPr marL="0" algn="ctr"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 userDrawn="1">
          <p15:clr>
            <a:srgbClr val="F26B43"/>
          </p15:clr>
        </p15:guide>
        <p15:guide id="3" pos="7440" userDrawn="1">
          <p15:clr>
            <a:srgbClr val="F26B43"/>
          </p15:clr>
        </p15:guide>
        <p15:guide id="4" pos="3848" userDrawn="1">
          <p15:clr>
            <a:srgbClr val="F26B43"/>
          </p15:clr>
        </p15:guide>
        <p15:guide id="5" orient="horz" pos="216" userDrawn="1">
          <p15:clr>
            <a:srgbClr val="F26B43"/>
          </p15:clr>
        </p15:guide>
        <p15:guide id="6" orient="horz" pos="4008" userDrawn="1">
          <p15:clr>
            <a:srgbClr val="F26B43"/>
          </p15:clr>
        </p15:guide>
        <p15:guide id="7" pos="552" userDrawn="1">
          <p15:clr>
            <a:srgbClr val="F26B43"/>
          </p15:clr>
        </p15:guide>
        <p15:guide id="8" pos="712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marketingcenter.sebrands.com/af/sproutloud?destination=%2Fmember%2Fcatalog%2Fcustom_ads%2Fdetail%2FUXdFclR5VWlPcEFzRGZHaEprTHpYY1ZiTm1Rd0VyVHlAsgqvZNhi4LhukLS1a4zU%2FUXdFclR5VWlPcEFzRGZHaEprTHpYY1ZiTm1Rd0VyVHlV1ECh8Ub7yhnlmyfqLLJJ%2FUXdFclR5VWlPcEFzRGZHaEprTHpYY1ZiTm1Rd0VyVHlV2LA8pOwTG-ylz3Tm5tG0%3Ffrom%3D_H08XkIsQKjqtXuxeUTSKK96NnGbkm23baeBvrBucW4SrmG4XZYy0GhbhPwFDcEUI05bOukHGyejWAwMLwx9S5XOzADCtUahlv1OdWABrn3S8hBWi98DcWfS0DnF6R8kHvi2JX2e7feGSa0CzTJEfAO3GRHYZNTXpedSzeS20eZO_GqpIo8Z-w%253D%253D" TargetMode="External"/><Relationship Id="rId2" Type="http://schemas.openxmlformats.org/officeDocument/2006/relationships/hyperlink" Target="https://www.anytimefitness.com/ccc/" TargetMode="External"/><Relationship Id="rId1" Type="http://schemas.openxmlformats.org/officeDocument/2006/relationships/slideLayout" Target="../slideLayouts/slideLayout54.xml"/><Relationship Id="rId6" Type="http://schemas.openxmlformats.org/officeDocument/2006/relationships/hyperlink" Target="https://marketingcenter.sebrands.com/af/sproutloud?destination=%2Fmember%2Fcatalog%2Fcustom_ads%2Fdetail%2FUXdFclR5VWlPcEFzRGZHaEprTHpYY1ZiTm1Rd0VyVHlAsgqvZNhi4LhukLS1a4zU%2FUXdFclR5VWlPcEFzRGZHaEprTHpYY1ZiTm1Rd0VyVHlV1ECgDTEV3MJ7DiJf_FdC%2FUXdFclR5VWlPcEFzRGZHaEprTHpYY1ZiTm1Rd0VyVHlV2LA9uTVrH740o2WmdAfS%3Ffrom%3D7pHm5ftGWpVu3vKOC7HKX6orEJ_pyj2qKDz7PncHl_hHAy-cqnZUGqnr-Hhfo46d3AxiZZv37U0jKZn25QyPwGaIy3hnIv7omdaBsqc6R25wTwUKn3T0v0oSVKVfcZOgrMzWyAYW2HQqzhgqikK5yoQv_4L_REgAUWYQ4C_Xh69CjIvG545Hrw%253D%253D" TargetMode="External"/><Relationship Id="rId5" Type="http://schemas.openxmlformats.org/officeDocument/2006/relationships/hyperlink" Target="https://www.meetsoci.com/" TargetMode="External"/><Relationship Id="rId4" Type="http://schemas.openxmlformats.org/officeDocument/2006/relationships/hyperlink" Target="https://app.sproutloud.com/member/catalog/custom_ads/detail/UXdFclR5VWlPcEFzRGZHaEprTHpYY1ZiTm1Rd0VyVHlAsgqvZNhi4LhukLS1a4zU/UXdFclR5VWlPcEFzRGZHaEprTHpYY1ZiTm1Rd0VyVHlV1ECh8Ub7yhnm_WFa_g68/UXdFclR5VWlPcEFzRGZHaEprTHpYY1ZiTm1Rd0VyVHlV2LA8pOwTG-ym45DXSJy0?from=iJvZSph6bbbTL5O_1qSNUnsBgw0j1m-IFRKUohFoFHObjRlvOqz3OY3e4P-8ReRCPBaWIDvfJR9BZXzaW3TMe5QBIB6DMbHRng0EoEdpDG9UK_twF7NF_R6O98XTBOpIlB1ST_WoZu-oXNeHCfWcfNYb_snbwpZtNHv7yLJNVcS590wmubpIMA%3D%3D&amp;width=&amp;heigh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F7AC15C-8F66-B1FD-9A0C-8C6A6E8DD25D}"/>
              </a:ext>
            </a:extLst>
          </p:cNvPr>
          <p:cNvGraphicFramePr>
            <a:graphicFrameLocks noGrp="1"/>
          </p:cNvGraphicFramePr>
          <p:nvPr>
            <p:extLst>
              <p:ext uri="{D42A27DB-BD31-4B8C-83A1-F6EECF244321}">
                <p14:modId xmlns:p14="http://schemas.microsoft.com/office/powerpoint/2010/main" val="2247580268"/>
              </p:ext>
            </p:extLst>
          </p:nvPr>
        </p:nvGraphicFramePr>
        <p:xfrm>
          <a:off x="0" y="0"/>
          <a:ext cx="12191998" cy="6822281"/>
        </p:xfrm>
        <a:graphic>
          <a:graphicData uri="http://schemas.openxmlformats.org/drawingml/2006/table">
            <a:tbl>
              <a:tblPr firstRow="1" bandRow="1">
                <a:tableStyleId>{5202B0CA-FC54-4496-8BCA-5EF66A818D29}</a:tableStyleId>
              </a:tblPr>
              <a:tblGrid>
                <a:gridCol w="1896438">
                  <a:extLst>
                    <a:ext uri="{9D8B030D-6E8A-4147-A177-3AD203B41FA5}">
                      <a16:colId xmlns:a16="http://schemas.microsoft.com/office/drawing/2014/main" val="2484229546"/>
                    </a:ext>
                  </a:extLst>
                </a:gridCol>
                <a:gridCol w="1648375">
                  <a:extLst>
                    <a:ext uri="{9D8B030D-6E8A-4147-A177-3AD203B41FA5}">
                      <a16:colId xmlns:a16="http://schemas.microsoft.com/office/drawing/2014/main" val="439348342"/>
                    </a:ext>
                  </a:extLst>
                </a:gridCol>
                <a:gridCol w="1678544">
                  <a:extLst>
                    <a:ext uri="{9D8B030D-6E8A-4147-A177-3AD203B41FA5}">
                      <a16:colId xmlns:a16="http://schemas.microsoft.com/office/drawing/2014/main" val="1072895275"/>
                    </a:ext>
                  </a:extLst>
                </a:gridCol>
                <a:gridCol w="1803954">
                  <a:extLst>
                    <a:ext uri="{9D8B030D-6E8A-4147-A177-3AD203B41FA5}">
                      <a16:colId xmlns:a16="http://schemas.microsoft.com/office/drawing/2014/main" val="2787662688"/>
                    </a:ext>
                  </a:extLst>
                </a:gridCol>
                <a:gridCol w="1708303">
                  <a:extLst>
                    <a:ext uri="{9D8B030D-6E8A-4147-A177-3AD203B41FA5}">
                      <a16:colId xmlns:a16="http://schemas.microsoft.com/office/drawing/2014/main" val="1952576077"/>
                    </a:ext>
                  </a:extLst>
                </a:gridCol>
                <a:gridCol w="1831922">
                  <a:extLst>
                    <a:ext uri="{9D8B030D-6E8A-4147-A177-3AD203B41FA5}">
                      <a16:colId xmlns:a16="http://schemas.microsoft.com/office/drawing/2014/main" val="1911801536"/>
                    </a:ext>
                  </a:extLst>
                </a:gridCol>
                <a:gridCol w="1624462">
                  <a:extLst>
                    <a:ext uri="{9D8B030D-6E8A-4147-A177-3AD203B41FA5}">
                      <a16:colId xmlns:a16="http://schemas.microsoft.com/office/drawing/2014/main" val="1683208684"/>
                    </a:ext>
                  </a:extLst>
                </a:gridCol>
              </a:tblGrid>
              <a:tr h="565217">
                <a:tc gridSpan="7">
                  <a:txBody>
                    <a:bodyPr/>
                    <a:lstStyle/>
                    <a:p>
                      <a:pPr marL="0" rtl="0" fontAlgn="t" latinLnBrk="0">
                        <a:lnSpc>
                          <a:spcPts val="4000"/>
                        </a:lnSpc>
                        <a:spcBef>
                          <a:spcPts val="0"/>
                        </a:spcBef>
                        <a:spcAft>
                          <a:spcPts val="0"/>
                        </a:spcAft>
                      </a:pPr>
                      <a:r>
                        <a:rPr lang="en-US" sz="3800" spc="0" dirty="0">
                          <a:effectLst/>
                        </a:rPr>
                        <a:t>April 2024</a:t>
                      </a:r>
                      <a:endParaRPr lang="en-US" dirty="0"/>
                    </a:p>
                  </a:txBody>
                  <a:tcPr marL="9525" marR="9525" marT="9525" marB="0">
                    <a:solidFill>
                      <a:schemeClr val="accent1"/>
                    </a:solidFill>
                  </a:tcP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431081062"/>
                  </a:ext>
                </a:extLst>
              </a:tr>
              <a:tr h="194114">
                <a:tc>
                  <a:txBody>
                    <a:bodyPr/>
                    <a:lstStyle/>
                    <a:p>
                      <a:pPr marL="0" marR="8890" algn="ctr" rtl="0" fontAlgn="t" latinLnBrk="0">
                        <a:spcBef>
                          <a:spcPts val="295"/>
                        </a:spcBef>
                        <a:spcAft>
                          <a:spcPts val="0"/>
                        </a:spcAft>
                      </a:pPr>
                      <a:r>
                        <a:rPr lang="en-US" sz="600" spc="0">
                          <a:effectLst/>
                        </a:rPr>
                        <a:t>SUNDAY</a:t>
                      </a:r>
                      <a:endParaRPr lang="en-US" sz="1800">
                        <a:effectLst/>
                      </a:endParaRPr>
                    </a:p>
                  </a:txBody>
                  <a:tcPr marL="9525" marR="9525" marT="33147" marB="0"/>
                </a:tc>
                <a:tc>
                  <a:txBody>
                    <a:bodyPr/>
                    <a:lstStyle/>
                    <a:p>
                      <a:pPr marL="54610" algn="ctr" rtl="0" fontAlgn="t" latinLnBrk="0">
                        <a:spcBef>
                          <a:spcPts val="295"/>
                        </a:spcBef>
                        <a:spcAft>
                          <a:spcPts val="0"/>
                        </a:spcAft>
                      </a:pPr>
                      <a:r>
                        <a:rPr lang="en-US" sz="600" spc="0">
                          <a:effectLst/>
                        </a:rPr>
                        <a:t>MONDAY</a:t>
                      </a:r>
                      <a:endParaRPr lang="en-US" sz="1800">
                        <a:effectLst/>
                      </a:endParaRPr>
                    </a:p>
                  </a:txBody>
                  <a:tcPr marL="9525" marR="9525" marT="33147" marB="0"/>
                </a:tc>
                <a:tc>
                  <a:txBody>
                    <a:bodyPr/>
                    <a:lstStyle/>
                    <a:p>
                      <a:pPr marL="27305" algn="ctr" rtl="0" fontAlgn="t" latinLnBrk="0">
                        <a:spcBef>
                          <a:spcPts val="295"/>
                        </a:spcBef>
                        <a:spcAft>
                          <a:spcPts val="0"/>
                        </a:spcAft>
                      </a:pPr>
                      <a:r>
                        <a:rPr lang="en-US" sz="600" spc="0">
                          <a:effectLst/>
                        </a:rPr>
                        <a:t>TUESDAY</a:t>
                      </a:r>
                      <a:endParaRPr lang="en-US" sz="1800">
                        <a:effectLst/>
                      </a:endParaRPr>
                    </a:p>
                  </a:txBody>
                  <a:tcPr marL="9525" marR="9525" marT="33147" marB="0"/>
                </a:tc>
                <a:tc>
                  <a:txBody>
                    <a:bodyPr/>
                    <a:lstStyle/>
                    <a:p>
                      <a:pPr marL="8890" algn="ctr" rtl="0" fontAlgn="t" latinLnBrk="0">
                        <a:spcBef>
                          <a:spcPts val="295"/>
                        </a:spcBef>
                        <a:spcAft>
                          <a:spcPts val="0"/>
                        </a:spcAft>
                      </a:pPr>
                      <a:r>
                        <a:rPr lang="en-US" sz="600" spc="0">
                          <a:effectLst/>
                        </a:rPr>
                        <a:t>WEDNESDAY</a:t>
                      </a:r>
                      <a:endParaRPr lang="en-US" sz="1800">
                        <a:effectLst/>
                      </a:endParaRPr>
                    </a:p>
                  </a:txBody>
                  <a:tcPr marL="9525" marR="9525" marT="33147" marB="0"/>
                </a:tc>
                <a:tc>
                  <a:txBody>
                    <a:bodyPr/>
                    <a:lstStyle/>
                    <a:p>
                      <a:pPr marL="0" algn="ctr" rtl="0" fontAlgn="t" latinLnBrk="0">
                        <a:spcBef>
                          <a:spcPts val="295"/>
                        </a:spcBef>
                        <a:spcAft>
                          <a:spcPts val="0"/>
                        </a:spcAft>
                      </a:pPr>
                      <a:r>
                        <a:rPr lang="en-US" sz="600" spc="0">
                          <a:effectLst/>
                        </a:rPr>
                        <a:t>THURSDAY</a:t>
                      </a:r>
                      <a:endParaRPr lang="en-US" sz="1800">
                        <a:effectLst/>
                      </a:endParaRPr>
                    </a:p>
                  </a:txBody>
                  <a:tcPr marL="9525" marR="9525" marT="33147" marB="0"/>
                </a:tc>
                <a:tc>
                  <a:txBody>
                    <a:bodyPr/>
                    <a:lstStyle/>
                    <a:p>
                      <a:pPr marL="17780" algn="ctr" rtl="0" fontAlgn="t" latinLnBrk="0">
                        <a:spcBef>
                          <a:spcPts val="295"/>
                        </a:spcBef>
                        <a:spcAft>
                          <a:spcPts val="0"/>
                        </a:spcAft>
                      </a:pPr>
                      <a:r>
                        <a:rPr lang="en-US" sz="600" spc="0">
                          <a:effectLst/>
                        </a:rPr>
                        <a:t>FRIDAY</a:t>
                      </a:r>
                      <a:endParaRPr lang="en-US" sz="1800">
                        <a:effectLst/>
                      </a:endParaRPr>
                    </a:p>
                  </a:txBody>
                  <a:tcPr marL="9525" marR="9525" marT="33147" marB="0"/>
                </a:tc>
                <a:tc>
                  <a:txBody>
                    <a:bodyPr/>
                    <a:lstStyle/>
                    <a:p>
                      <a:pPr marL="36195" algn="ctr" rtl="0" fontAlgn="t" latinLnBrk="0">
                        <a:spcBef>
                          <a:spcPts val="295"/>
                        </a:spcBef>
                        <a:spcAft>
                          <a:spcPts val="0"/>
                        </a:spcAft>
                      </a:pPr>
                      <a:r>
                        <a:rPr lang="en-US" sz="600" spc="0">
                          <a:effectLst/>
                        </a:rPr>
                        <a:t>SATURDAY</a:t>
                      </a:r>
                      <a:endParaRPr lang="en-US" sz="1800">
                        <a:effectLst/>
                      </a:endParaRPr>
                    </a:p>
                  </a:txBody>
                  <a:tcPr marL="9525" marR="9525" marT="33147" marB="0"/>
                </a:tc>
                <a:extLst>
                  <a:ext uri="{0D108BD9-81ED-4DB2-BD59-A6C34878D82A}">
                    <a16:rowId xmlns:a16="http://schemas.microsoft.com/office/drawing/2014/main" val="3509082617"/>
                  </a:ext>
                </a:extLst>
              </a:tr>
              <a:tr h="1290850">
                <a:tc>
                  <a:txBody>
                    <a:bodyPr/>
                    <a:lstStyle/>
                    <a:p>
                      <a:pPr marL="63500" lvl="0" algn="ctr">
                        <a:spcBef>
                          <a:spcPts val="310"/>
                        </a:spcBef>
                        <a:spcAft>
                          <a:spcPts val="0"/>
                        </a:spcAft>
                        <a:buNone/>
                      </a:pPr>
                      <a:endParaRPr lang="en-US" sz="7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1</a:t>
                      </a:r>
                      <a:endParaRPr lang="en-US" sz="700" dirty="0"/>
                    </a:p>
                    <a:p>
                      <a:pPr marL="63500" lvl="0" algn="ctr">
                        <a:spcBef>
                          <a:spcPts val="310"/>
                        </a:spcBef>
                        <a:spcAft>
                          <a:spcPts val="0"/>
                        </a:spcAft>
                        <a:buNone/>
                      </a:pPr>
                      <a:r>
                        <a:rPr lang="en-US" sz="700" b="0" i="0" u="none" strike="noStrike" spc="0" noProof="0" dirty="0">
                          <a:solidFill>
                            <a:schemeClr val="bg1"/>
                          </a:solidFill>
                          <a:effectLst/>
                        </a:rPr>
                        <a:t>APRIL FOOLS DAY</a:t>
                      </a:r>
                      <a:endParaRPr lang="en-US" sz="700" dirty="0"/>
                    </a:p>
                    <a:p>
                      <a:pPr marL="63500" lvl="0" algn="ctr">
                        <a:spcBef>
                          <a:spcPts val="310"/>
                        </a:spcBef>
                        <a:spcAft>
                          <a:spcPts val="0"/>
                        </a:spcAft>
                        <a:buNone/>
                      </a:pPr>
                      <a:r>
                        <a:rPr lang="en-US" sz="700" dirty="0"/>
                        <a:t>Happy April Fools! Get silly with it: your newest Coach is </a:t>
                      </a:r>
                      <a:r>
                        <a:rPr lang="en-US" sz="700" dirty="0" err="1"/>
                        <a:t>Shaquielle</a:t>
                      </a:r>
                      <a:r>
                        <a:rPr lang="en-US" sz="700" dirty="0"/>
                        <a:t> O'Neal or Madonna. Your newest challenge in the gym is one-handed handstand push-ups and someone's already clocked in 24 reps as the record. Remember to be playful and not hurtful or harmful!</a:t>
                      </a:r>
                    </a:p>
                  </a:txBody>
                  <a:tcPr marL="9525" marR="9525" marT="80772" marB="0"/>
                </a:tc>
                <a:tc>
                  <a:txBody>
                    <a:bodyPr/>
                    <a:lstStyle/>
                    <a:p>
                      <a:pPr marL="63500" lvl="0" algn="ctr">
                        <a:spcBef>
                          <a:spcPts val="310"/>
                        </a:spcBef>
                        <a:spcAft>
                          <a:spcPts val="0"/>
                        </a:spcAft>
                        <a:buNone/>
                      </a:pPr>
                      <a:r>
                        <a:rPr lang="en-US" sz="700" b="0" i="0" u="none" strike="noStrike" spc="0" noProof="0" dirty="0">
                          <a:solidFill>
                            <a:schemeClr val="bg1"/>
                          </a:solidFill>
                          <a:effectLst/>
                        </a:rPr>
                        <a:t>2</a:t>
                      </a:r>
                      <a:endParaRPr lang="en-US" sz="700" dirty="0">
                        <a:solidFill>
                          <a:schemeClr val="bg1"/>
                        </a:solidFill>
                      </a:endParaRPr>
                    </a:p>
                    <a:p>
                      <a:pPr lvl="0" algn="ctr">
                        <a:lnSpc>
                          <a:spcPct val="150000"/>
                        </a:lnSpc>
                        <a:spcBef>
                          <a:spcPts val="0"/>
                        </a:spcBef>
                        <a:spcAft>
                          <a:spcPts val="0"/>
                        </a:spcAft>
                        <a:buNone/>
                      </a:pPr>
                      <a:r>
                        <a:rPr lang="en-US" sz="700" b="0" i="0" u="none" strike="noStrike" noProof="0" dirty="0">
                          <a:solidFill>
                            <a:schemeClr val="bg1"/>
                          </a:solidFill>
                          <a:latin typeface="Century Gothic"/>
                        </a:rPr>
                        <a:t>AF APP-TITUDE</a:t>
                      </a:r>
                    </a:p>
                    <a:p>
                      <a:pPr lvl="0" algn="ctr">
                        <a:lnSpc>
                          <a:spcPct val="100000"/>
                        </a:lnSpc>
                        <a:spcBef>
                          <a:spcPts val="0"/>
                        </a:spcBef>
                        <a:spcAft>
                          <a:spcPts val="0"/>
                        </a:spcAft>
                        <a:buNone/>
                      </a:pPr>
                      <a:r>
                        <a:rPr lang="en-US" sz="700" b="0" i="0" u="none" strike="noStrike" noProof="0" dirty="0">
                          <a:solidFill>
                            <a:schemeClr val="bg1"/>
                          </a:solidFill>
                          <a:latin typeface="Century Gothic"/>
                        </a:rPr>
                        <a:t>The AF Access Pass is a great accessory that helps to make healthy happen anywhere, </a:t>
                      </a:r>
                      <a:r>
                        <a:rPr lang="en-US" sz="700" b="0" i="0" u="none" strike="noStrike" noProof="0" dirty="0" err="1">
                          <a:solidFill>
                            <a:schemeClr val="bg1"/>
                          </a:solidFill>
                          <a:latin typeface="Century Gothic"/>
                        </a:rPr>
                        <a:t>anyTIME</a:t>
                      </a:r>
                      <a:r>
                        <a:rPr lang="en-US" sz="700" b="0" i="0" u="none" strike="noStrike" noProof="0" dirty="0">
                          <a:solidFill>
                            <a:schemeClr val="bg1"/>
                          </a:solidFill>
                          <a:latin typeface="Century Gothic"/>
                        </a:rPr>
                        <a:t>! Share a post educating your followers on Access Pass and how it can help make getting to the gym even easier. </a:t>
                      </a:r>
                    </a:p>
                  </a:txBody>
                  <a:tcPr marL="9525" marR="9525" marT="80772" marB="0"/>
                </a:tc>
                <a:tc>
                  <a:txBody>
                    <a:bodyPr/>
                    <a:lstStyle/>
                    <a:p>
                      <a:pPr marL="63500" lvl="0" algn="ctr">
                        <a:spcBef>
                          <a:spcPts val="310"/>
                        </a:spcBef>
                        <a:spcAft>
                          <a:spcPts val="0"/>
                        </a:spcAft>
                        <a:buNone/>
                      </a:pPr>
                      <a:r>
                        <a:rPr lang="en-US" sz="700" b="0" i="0" u="none" strike="noStrike" spc="0" noProof="0" dirty="0">
                          <a:solidFill>
                            <a:schemeClr val="bg1"/>
                          </a:solidFill>
                          <a:effectLst/>
                        </a:rPr>
                        <a:t>3</a:t>
                      </a:r>
                      <a:endParaRPr lang="en-US" sz="700" b="0" i="0" u="none" strike="noStrike" spc="0" noProof="0" dirty="0">
                        <a:solidFill>
                          <a:srgbClr val="000000"/>
                        </a:solidFill>
                        <a:effectLst/>
                      </a:endParaRPr>
                    </a:p>
                    <a:p>
                      <a:pPr marL="63500" lvl="0" algn="ctr">
                        <a:spcBef>
                          <a:spcPts val="310"/>
                        </a:spcBef>
                        <a:spcAft>
                          <a:spcPts val="0"/>
                        </a:spcAft>
                        <a:buNone/>
                      </a:pPr>
                      <a:r>
                        <a:rPr lang="en-US" sz="700" b="0" i="0" u="none" strike="noStrike" spc="0" noProof="0" dirty="0">
                          <a:solidFill>
                            <a:schemeClr val="bg1"/>
                          </a:solidFill>
                          <a:effectLst/>
                        </a:rPr>
                        <a:t>NATIONAL WALKING DAY</a:t>
                      </a:r>
                    </a:p>
                    <a:p>
                      <a:pPr marL="63500" lvl="0" algn="ctr">
                        <a:spcBef>
                          <a:spcPts val="310"/>
                        </a:spcBef>
                        <a:spcAft>
                          <a:spcPts val="0"/>
                        </a:spcAft>
                        <a:buNone/>
                      </a:pPr>
                      <a:r>
                        <a:rPr lang="en-US" sz="700" b="0" i="0" u="none" strike="noStrike" spc="0" noProof="0" dirty="0">
                          <a:solidFill>
                            <a:schemeClr val="bg1"/>
                          </a:solidFill>
                          <a:effectLst/>
                        </a:rPr>
                        <a:t>Let's take a walk! Schedule a group walk for members to sign up and mingle or create a drawing for a sweet treat for those who share a picture from their walk on their story!</a:t>
                      </a:r>
                    </a:p>
                  </a:txBody>
                  <a:tcPr marL="9525" marR="9525" marT="80772" marB="0"/>
                </a:tc>
                <a:tc>
                  <a:txBody>
                    <a:bodyPr/>
                    <a:lstStyle/>
                    <a:p>
                      <a:pPr lvl="0" algn="ctr">
                        <a:lnSpc>
                          <a:spcPct val="100000"/>
                        </a:lnSpc>
                        <a:spcBef>
                          <a:spcPts val="0"/>
                        </a:spcBef>
                        <a:spcAft>
                          <a:spcPts val="0"/>
                        </a:spcAft>
                        <a:buNone/>
                      </a:pPr>
                      <a:r>
                        <a:rPr lang="en-US" sz="700" b="0" i="0" u="none" strike="noStrike" spc="0" noProof="0" dirty="0">
                          <a:solidFill>
                            <a:schemeClr val="bg1"/>
                          </a:solidFill>
                          <a:effectLst/>
                          <a:latin typeface="Century Gothic"/>
                        </a:rPr>
                        <a:t>4</a:t>
                      </a:r>
                      <a:endParaRPr lang="en-US" sz="700" dirty="0"/>
                    </a:p>
                    <a:p>
                      <a:pPr marL="63500" lvl="0" algn="ctr">
                        <a:spcBef>
                          <a:spcPts val="310"/>
                        </a:spcBef>
                        <a:spcAft>
                          <a:spcPts val="0"/>
                        </a:spcAft>
                        <a:buNone/>
                      </a:pPr>
                      <a:r>
                        <a:rPr lang="en-US" sz="700" b="0" i="0" u="none" strike="noStrike" spc="0" noProof="0" dirty="0">
                          <a:solidFill>
                            <a:schemeClr val="bg1"/>
                          </a:solidFill>
                          <a:effectLst/>
                        </a:rPr>
                        <a:t>EQUIPMENT SHOWCASE</a:t>
                      </a:r>
                    </a:p>
                    <a:p>
                      <a:pPr marL="63500" lvl="0" algn="ctr">
                        <a:spcBef>
                          <a:spcPts val="310"/>
                        </a:spcBef>
                        <a:spcAft>
                          <a:spcPts val="0"/>
                        </a:spcAft>
                        <a:buNone/>
                      </a:pPr>
                      <a:r>
                        <a:rPr lang="en-US" sz="700" b="0" i="0" u="none" strike="noStrike" spc="0" noProof="0" dirty="0">
                          <a:solidFill>
                            <a:schemeClr val="bg1"/>
                          </a:solidFill>
                          <a:effectLst/>
                        </a:rPr>
                        <a:t>Got a new piece of equipment in the gym? Have a piece that is a great way to take a workout to the next level? Show off what </a:t>
                      </a:r>
                      <a:r>
                        <a:rPr lang="en-US" sz="700" b="0" i="0" u="none" strike="noStrike" spc="0" noProof="0" dirty="0" err="1">
                          <a:solidFill>
                            <a:schemeClr val="bg1"/>
                          </a:solidFill>
                          <a:effectLst/>
                        </a:rPr>
                        <a:t>ya</a:t>
                      </a:r>
                      <a:r>
                        <a:rPr lang="en-US" sz="700" b="0" i="0" u="none" strike="noStrike" spc="0" noProof="0" dirty="0">
                          <a:solidFill>
                            <a:schemeClr val="bg1"/>
                          </a:solidFill>
                          <a:effectLst/>
                        </a:rPr>
                        <a:t> got! Create a Reel with one of your coaches showing how to use the machine.</a:t>
                      </a:r>
                    </a:p>
                  </a:txBody>
                  <a:tcPr marL="9525" marR="9525" marT="80772" marB="0"/>
                </a:tc>
                <a:tc>
                  <a:txBody>
                    <a:bodyPr/>
                    <a:lstStyle/>
                    <a:p>
                      <a:pPr marL="63500" lvl="0" algn="ctr" rtl="0">
                        <a:spcBef>
                          <a:spcPts val="310"/>
                        </a:spcBef>
                        <a:spcAft>
                          <a:spcPts val="0"/>
                        </a:spcAft>
                        <a:buNone/>
                      </a:pPr>
                      <a:r>
                        <a:rPr lang="en-US" sz="700" b="0" spc="0" dirty="0">
                          <a:solidFill>
                            <a:schemeClr val="bg1"/>
                          </a:solidFill>
                          <a:effectLst/>
                        </a:rPr>
                        <a:t>5</a:t>
                      </a:r>
                      <a:endParaRPr lang="en-US" sz="700" dirty="0"/>
                    </a:p>
                    <a:p>
                      <a:pPr marL="63500" lvl="0" algn="ctr">
                        <a:spcBef>
                          <a:spcPts val="310"/>
                        </a:spcBef>
                        <a:spcAft>
                          <a:spcPts val="0"/>
                        </a:spcAft>
                        <a:buNone/>
                      </a:pPr>
                      <a:r>
                        <a:rPr lang="en-US" sz="700" b="0" spc="0" dirty="0">
                          <a:solidFill>
                            <a:schemeClr val="bg1"/>
                          </a:solidFill>
                          <a:effectLst/>
                        </a:rPr>
                        <a:t>#TRENDING</a:t>
                      </a:r>
                      <a:endParaRPr lang="en-US" sz="700" dirty="0"/>
                    </a:p>
                    <a:p>
                      <a:pPr marL="63500" lvl="0" algn="ctr">
                        <a:spcBef>
                          <a:spcPts val="310"/>
                        </a:spcBef>
                        <a:spcAft>
                          <a:spcPts val="0"/>
                        </a:spcAft>
                        <a:buNone/>
                      </a:pPr>
                      <a:r>
                        <a:rPr lang="en-US" sz="700" b="0" spc="0" dirty="0">
                          <a:solidFill>
                            <a:schemeClr val="bg1"/>
                          </a:solidFill>
                          <a:effectLst/>
                        </a:rPr>
                        <a:t>Use a trending sound to give your algorithm a boost. Interacting and creating content using Instagram's Reels is a great way to show the algorithm you like to participate in what's popular on the app.</a:t>
                      </a:r>
                      <a:endParaRPr lang="en-US" sz="700" dirty="0"/>
                    </a:p>
                  </a:txBody>
                  <a:tcPr marL="9525" marR="9525" marT="80772" marB="0"/>
                </a:tc>
                <a:tc>
                  <a:txBody>
                    <a:bodyPr/>
                    <a:lstStyle/>
                    <a:p>
                      <a:pPr marL="63500" lvl="0" algn="ctr" rtl="0">
                        <a:spcBef>
                          <a:spcPts val="310"/>
                        </a:spcBef>
                        <a:spcAft>
                          <a:spcPts val="0"/>
                        </a:spcAft>
                        <a:buNone/>
                      </a:pPr>
                      <a:r>
                        <a:rPr lang="en-US" sz="700" spc="0" dirty="0">
                          <a:solidFill>
                            <a:schemeClr val="bg1"/>
                          </a:solidFill>
                          <a:effectLst/>
                        </a:rPr>
                        <a:t>6</a:t>
                      </a:r>
                      <a:endParaRPr lang="en-US" sz="700" b="0" i="0" u="none" strike="noStrike" spc="0" dirty="0">
                        <a:solidFill>
                          <a:schemeClr val="dk1"/>
                        </a:solidFill>
                        <a:effectLst/>
                      </a:endParaRPr>
                    </a:p>
                    <a:p>
                      <a:pPr marL="63500" lvl="0" algn="ctr" rtl="0">
                        <a:spcBef>
                          <a:spcPts val="310"/>
                        </a:spcBef>
                        <a:spcAft>
                          <a:spcPts val="0"/>
                        </a:spcAft>
                        <a:buNone/>
                      </a:pPr>
                      <a:r>
                        <a:rPr lang="en-US" sz="700" b="0" i="0" u="none" strike="noStrike" spc="0" noProof="0" dirty="0">
                          <a:solidFill>
                            <a:schemeClr val="bg1"/>
                          </a:solidFill>
                          <a:effectLst/>
                        </a:rPr>
                        <a:t>SPRING HAPPENINGS</a:t>
                      </a:r>
                      <a:endParaRPr lang="en-US" sz="700" b="0" i="0" u="none" strike="noStrike" spc="0" noProof="0" dirty="0">
                        <a:solidFill>
                          <a:srgbClr val="2D2926"/>
                        </a:solidFill>
                        <a:effectLst/>
                      </a:endParaRPr>
                    </a:p>
                    <a:p>
                      <a:pPr marL="63500" lvl="0" algn="ctr" rtl="0">
                        <a:spcBef>
                          <a:spcPts val="310"/>
                        </a:spcBef>
                        <a:spcAft>
                          <a:spcPts val="0"/>
                        </a:spcAft>
                        <a:buNone/>
                      </a:pPr>
                      <a:r>
                        <a:rPr lang="en-US" sz="700" b="0" i="0" u="none" strike="noStrike" spc="0" noProof="0" dirty="0">
                          <a:solidFill>
                            <a:schemeClr val="bg1"/>
                          </a:solidFill>
                          <a:effectLst/>
                        </a:rPr>
                        <a:t>What's up in your community?</a:t>
                      </a:r>
                      <a:br>
                        <a:rPr lang="en-US" sz="700" b="0" i="0" u="none" strike="noStrike" spc="0" noProof="0" dirty="0">
                          <a:solidFill>
                            <a:schemeClr val="bg1"/>
                          </a:solidFill>
                          <a:effectLst/>
                        </a:rPr>
                      </a:br>
                      <a:r>
                        <a:rPr lang="en-US" sz="700" b="0" i="0" u="none" strike="noStrike" spc="0" noProof="0" dirty="0">
                          <a:solidFill>
                            <a:schemeClr val="bg1"/>
                          </a:solidFill>
                          <a:effectLst/>
                        </a:rPr>
                        <a:t>Will you be at any local events?</a:t>
                      </a:r>
                      <a:br>
                        <a:rPr lang="en-US" sz="700" b="0" i="0" u="none" strike="noStrike" spc="0" noProof="0" dirty="0">
                          <a:solidFill>
                            <a:schemeClr val="bg1"/>
                          </a:solidFill>
                          <a:effectLst/>
                        </a:rPr>
                      </a:br>
                      <a:r>
                        <a:rPr lang="en-US" sz="700" b="0" i="0" u="none" strike="noStrike" spc="0" noProof="0" dirty="0">
                          <a:solidFill>
                            <a:schemeClr val="bg1"/>
                          </a:solidFill>
                          <a:effectLst/>
                        </a:rPr>
                        <a:t>Are you a sponsor for a local high school sports team? Give a shoutout to their schedule or</a:t>
                      </a:r>
                      <a:br>
                        <a:rPr lang="en-US" sz="700" b="0" i="0" u="none" strike="noStrike" spc="0" noProof="0" dirty="0">
                          <a:solidFill>
                            <a:schemeClr val="bg1"/>
                          </a:solidFill>
                          <a:effectLst/>
                        </a:rPr>
                      </a:br>
                      <a:r>
                        <a:rPr lang="en-US" sz="700" b="0" i="0" u="none" strike="noStrike" spc="0" noProof="0" dirty="0">
                          <a:solidFill>
                            <a:schemeClr val="bg1"/>
                          </a:solidFill>
                          <a:effectLst/>
                        </a:rPr>
                        <a:t>show your </a:t>
                      </a:r>
                      <a:r>
                        <a:rPr lang="en-US" sz="700" b="0" i="0" u="none" strike="noStrike" spc="0" noProof="0">
                          <a:solidFill>
                            <a:schemeClr val="bg1"/>
                          </a:solidFill>
                          <a:effectLst/>
                        </a:rPr>
                        <a:t>employees supporting</a:t>
                      </a:r>
                      <a:br>
                        <a:rPr lang="en-US" sz="700" b="0" i="0" u="none" strike="noStrike" spc="0" noProof="0">
                          <a:solidFill>
                            <a:schemeClr val="bg1"/>
                          </a:solidFill>
                          <a:effectLst/>
                        </a:rPr>
                      </a:br>
                      <a:r>
                        <a:rPr lang="en-US" sz="700" b="0" i="0" u="none" strike="noStrike" spc="0" noProof="0">
                          <a:solidFill>
                            <a:schemeClr val="bg1"/>
                          </a:solidFill>
                          <a:effectLst/>
                        </a:rPr>
                        <a:t>at </a:t>
                      </a:r>
                      <a:r>
                        <a:rPr lang="en-US" sz="700" b="0" i="0" u="none" strike="noStrike" spc="0" noProof="0" dirty="0">
                          <a:solidFill>
                            <a:schemeClr val="bg1"/>
                          </a:solidFill>
                          <a:effectLst/>
                        </a:rPr>
                        <a:t>a local game!</a:t>
                      </a:r>
                    </a:p>
                  </a:txBody>
                  <a:tcPr marL="9525" marR="9525" marT="80772" marB="0"/>
                </a:tc>
                <a:extLst>
                  <a:ext uri="{0D108BD9-81ED-4DB2-BD59-A6C34878D82A}">
                    <a16:rowId xmlns:a16="http://schemas.microsoft.com/office/drawing/2014/main" val="4289451183"/>
                  </a:ext>
                </a:extLst>
              </a:tr>
              <a:tr h="1227221">
                <a:tc>
                  <a:txBody>
                    <a:bodyPr/>
                    <a:lstStyle/>
                    <a:p>
                      <a:pPr marL="0" lvl="0" algn="ctr" rtl="0">
                        <a:lnSpc>
                          <a:spcPct val="100000"/>
                        </a:lnSpc>
                        <a:spcBef>
                          <a:spcPts val="0"/>
                        </a:spcBef>
                        <a:spcAft>
                          <a:spcPts val="0"/>
                        </a:spcAft>
                        <a:buNone/>
                      </a:pPr>
                      <a:r>
                        <a:rPr lang="en-US" sz="700" spc="0" dirty="0">
                          <a:solidFill>
                            <a:schemeClr val="bg1"/>
                          </a:solidFill>
                          <a:effectLst/>
                        </a:rPr>
                        <a:t>7</a:t>
                      </a:r>
                      <a:endParaRPr lang="en-US" sz="700" b="0" i="0" u="none" strike="noStrike" spc="0" dirty="0">
                        <a:solidFill>
                          <a:schemeClr val="bg1"/>
                        </a:solidFill>
                        <a:effectLst/>
                        <a:latin typeface="+mn-lt"/>
                      </a:endParaRPr>
                    </a:p>
                    <a:p>
                      <a:pPr marL="0" lvl="0" algn="ctr" rtl="0">
                        <a:lnSpc>
                          <a:spcPct val="150000"/>
                        </a:lnSpc>
                        <a:spcBef>
                          <a:spcPts val="0"/>
                        </a:spcBef>
                        <a:spcAft>
                          <a:spcPts val="0"/>
                        </a:spcAft>
                        <a:buNone/>
                      </a:pPr>
                      <a:r>
                        <a:rPr lang="en-US" sz="700" b="0" i="0" u="none" strike="noStrike" noProof="0" dirty="0">
                          <a:solidFill>
                            <a:srgbClr val="2D2926"/>
                          </a:solidFill>
                          <a:latin typeface="Century Gothic"/>
                        </a:rPr>
                        <a:t>MEAL PREP INSPO</a:t>
                      </a:r>
                    </a:p>
                    <a:p>
                      <a:pPr marL="0" lvl="0" algn="ctr" rtl="0">
                        <a:lnSpc>
                          <a:spcPct val="100000"/>
                        </a:lnSpc>
                        <a:spcBef>
                          <a:spcPts val="0"/>
                        </a:spcBef>
                        <a:spcAft>
                          <a:spcPts val="0"/>
                        </a:spcAft>
                        <a:buNone/>
                      </a:pPr>
                      <a:r>
                        <a:rPr lang="en-US" sz="700" b="0" i="0" u="none" strike="noStrike" noProof="0" dirty="0">
                          <a:solidFill>
                            <a:srgbClr val="2D2926"/>
                          </a:solidFill>
                          <a:latin typeface="Century Gothic"/>
                        </a:rPr>
                        <a:t>What's something you've been cooking lately? Share a recipe from the </a:t>
                      </a:r>
                      <a:r>
                        <a:rPr lang="en-US" sz="700" b="0" i="0" u="none" strike="noStrike" spc="0" noProof="0" dirty="0">
                          <a:solidFill>
                            <a:srgbClr val="2D2926"/>
                          </a:solidFill>
                          <a:effectLst/>
                          <a:latin typeface="+mn-lt"/>
                          <a:hlinkClick r:id="rId2"/>
                        </a:rPr>
                        <a:t>Coach.Care.Connect.</a:t>
                      </a:r>
                      <a:r>
                        <a:rPr lang="en-US" sz="700" b="0" i="0" u="none" strike="noStrike" spc="0" noProof="0" dirty="0">
                          <a:solidFill>
                            <a:schemeClr val="bg1"/>
                          </a:solidFill>
                          <a:effectLst/>
                          <a:latin typeface="+mn-lt"/>
                        </a:rPr>
                        <a:t> </a:t>
                      </a:r>
                      <a:r>
                        <a:rPr lang="en-US" sz="700" b="0" i="0" u="none" strike="noStrike" noProof="0" dirty="0">
                          <a:solidFill>
                            <a:srgbClr val="2D2926"/>
                          </a:solidFill>
                          <a:latin typeface="Century Gothic"/>
                        </a:rPr>
                        <a:t>blog or from your personal life that you've been using by creating a Reel or snapping a photo of the finished product and adding the recipe in the caption.</a:t>
                      </a:r>
                      <a:endParaRPr lang="en-US" sz="700" dirty="0"/>
                    </a:p>
                  </a:txBody>
                  <a:tcPr marL="9525" marR="9525" marT="80772" marB="0"/>
                </a:tc>
                <a:tc>
                  <a:txBody>
                    <a:bodyPr/>
                    <a:lstStyle/>
                    <a:p>
                      <a:pPr marL="63500" lvl="0" algn="ctr" rtl="0">
                        <a:spcBef>
                          <a:spcPts val="310"/>
                        </a:spcBef>
                        <a:spcAft>
                          <a:spcPts val="0"/>
                        </a:spcAft>
                        <a:buNone/>
                      </a:pPr>
                      <a:r>
                        <a:rPr lang="en-US" sz="700" spc="0" dirty="0">
                          <a:solidFill>
                            <a:schemeClr val="bg1"/>
                          </a:solidFill>
                          <a:effectLst/>
                        </a:rPr>
                        <a:t>8</a:t>
                      </a:r>
                      <a:endParaRPr lang="en-US" sz="700" dirty="0"/>
                    </a:p>
                    <a:p>
                      <a:pPr marL="63500" lvl="0" algn="ctr">
                        <a:spcBef>
                          <a:spcPts val="310"/>
                        </a:spcBef>
                        <a:spcAft>
                          <a:spcPts val="0"/>
                        </a:spcAft>
                        <a:buNone/>
                      </a:pPr>
                      <a:r>
                        <a:rPr lang="en-US" sz="700" b="0" i="0" u="none" strike="noStrike" spc="0" noProof="0" dirty="0">
                          <a:solidFill>
                            <a:schemeClr val="bg1"/>
                          </a:solidFill>
                          <a:effectLst/>
                          <a:latin typeface="Century Gothic"/>
                        </a:rPr>
                        <a:t>MEET THE COACH</a:t>
                      </a:r>
                    </a:p>
                    <a:p>
                      <a:pPr marL="63500" lvl="0" algn="ctr">
                        <a:spcBef>
                          <a:spcPts val="310"/>
                        </a:spcBef>
                        <a:spcAft>
                          <a:spcPts val="0"/>
                        </a:spcAft>
                        <a:buNone/>
                      </a:pPr>
                      <a:r>
                        <a:rPr lang="en-US" sz="700" b="0" i="0" u="none" strike="noStrike" spc="0" noProof="0" dirty="0">
                          <a:solidFill>
                            <a:schemeClr val="bg1"/>
                          </a:solidFill>
                          <a:effectLst/>
                          <a:latin typeface="Century Gothic"/>
                        </a:rPr>
                        <a:t>Showcase a coach from your staff using </a:t>
                      </a:r>
                      <a:r>
                        <a:rPr lang="en-US" sz="700" b="0" i="0" u="none" strike="noStrike" spc="0" noProof="0" dirty="0">
                          <a:solidFill>
                            <a:schemeClr val="bg1"/>
                          </a:solidFill>
                          <a:effectLst/>
                          <a:latin typeface="Century Gothic"/>
                          <a:hlinkClick r:id="rId3"/>
                        </a:rPr>
                        <a:t>this template</a:t>
                      </a:r>
                      <a:r>
                        <a:rPr lang="en-US" sz="700" b="0" i="0" u="none" strike="noStrike" spc="0" noProof="0" dirty="0">
                          <a:solidFill>
                            <a:schemeClr val="bg1"/>
                          </a:solidFill>
                          <a:effectLst/>
                          <a:latin typeface="Century Gothic"/>
                        </a:rPr>
                        <a:t> from the Brand Marketing Center. Have them share some fun facts about themselves to connect with your audience. Have them do an IG Story takeover for a "Day In the Life" preview!</a:t>
                      </a:r>
                    </a:p>
                  </a:txBody>
                  <a:tcPr marL="9525" marR="9525" marT="80772" marB="0"/>
                </a:tc>
                <a:tc>
                  <a:txBody>
                    <a:bodyPr/>
                    <a:lstStyle/>
                    <a:p>
                      <a:pPr marL="63500" lvl="0" algn="ctr" rtl="0">
                        <a:spcBef>
                          <a:spcPts val="310"/>
                        </a:spcBef>
                        <a:spcAft>
                          <a:spcPts val="0"/>
                        </a:spcAft>
                        <a:buNone/>
                      </a:pPr>
                      <a:r>
                        <a:rPr lang="en-US" sz="700" spc="0" dirty="0">
                          <a:solidFill>
                            <a:schemeClr val="bg1"/>
                          </a:solidFill>
                          <a:effectLst/>
                        </a:rPr>
                        <a:t>9</a:t>
                      </a:r>
                      <a:endParaRPr lang="en-US" sz="700" dirty="0"/>
                    </a:p>
                    <a:p>
                      <a:pPr marL="63500" lvl="0" algn="ctr">
                        <a:spcBef>
                          <a:spcPts val="310"/>
                        </a:spcBef>
                        <a:spcAft>
                          <a:spcPts val="0"/>
                        </a:spcAft>
                        <a:buNone/>
                      </a:pPr>
                      <a:r>
                        <a:rPr lang="en-US" sz="700" b="0" i="0" u="none" strike="noStrike" spc="0" noProof="0" dirty="0">
                          <a:solidFill>
                            <a:srgbClr val="2D2926"/>
                          </a:solidFill>
                          <a:effectLst/>
                          <a:latin typeface="Century Gothic"/>
                        </a:rPr>
                        <a:t>TIP TUESDAY</a:t>
                      </a:r>
                      <a:endParaRPr lang="en-US" sz="700" b="0" i="0" u="none" strike="noStrike" spc="0" noProof="0" dirty="0">
                        <a:solidFill>
                          <a:srgbClr val="000000"/>
                        </a:solidFill>
                        <a:effectLst/>
                        <a:latin typeface="Century Gothic"/>
                      </a:endParaRPr>
                    </a:p>
                    <a:p>
                      <a:pPr marL="63500" lvl="0" algn="ctr">
                        <a:spcBef>
                          <a:spcPts val="310"/>
                        </a:spcBef>
                        <a:spcAft>
                          <a:spcPts val="0"/>
                        </a:spcAft>
                        <a:buNone/>
                      </a:pPr>
                      <a:r>
                        <a:rPr lang="en-US" sz="700" b="0" i="0" u="none" strike="noStrike" spc="0" noProof="0" dirty="0">
                          <a:solidFill>
                            <a:srgbClr val="2D2926"/>
                          </a:solidFill>
                          <a:effectLst/>
                          <a:latin typeface="Century Gothic"/>
                        </a:rPr>
                        <a:t>Share a fitness or wellness tip with followers. Use templates in the Brand Marketing Center or record a Reel to share out. For more accessibility, use the captions sticker so users can read along without sound!</a:t>
                      </a:r>
                    </a:p>
                  </a:txBody>
                  <a:tcPr marL="9525" marR="9525" marT="80772" marB="0"/>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10</a:t>
                      </a:r>
                      <a:endParaRPr lang="en-US" sz="700" b="0" i="0" u="none" strike="noStrike" spc="0" noProof="0" dirty="0">
                        <a:solidFill>
                          <a:srgbClr val="000000"/>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rPr>
                        <a:t>STRENGTH MOVEMENT</a:t>
                      </a:r>
                      <a:endParaRPr lang="en-US" sz="700" b="0" i="0" u="none" strike="noStrike" spc="0" noProof="0" dirty="0">
                        <a:solidFill>
                          <a:srgbClr val="2D2926"/>
                        </a:solidFill>
                        <a:effectLst/>
                      </a:endParaRPr>
                    </a:p>
                    <a:p>
                      <a:pPr marL="63500" lvl="0" algn="ctr">
                        <a:spcBef>
                          <a:spcPts val="310"/>
                        </a:spcBef>
                        <a:spcAft>
                          <a:spcPts val="0"/>
                        </a:spcAft>
                        <a:buNone/>
                      </a:pPr>
                      <a:r>
                        <a:rPr lang="en-US" sz="700" b="0" i="0" u="none" strike="noStrike" spc="0" noProof="0" dirty="0">
                          <a:solidFill>
                            <a:schemeClr val="bg1"/>
                          </a:solidFill>
                          <a:effectLst/>
                        </a:rPr>
                        <a:t>Show off a strength movement and its progression for those who are looking to up a certain aspect of their workout regimen. Pro tip: poll your followers on Instagram Stories to find out what they want to know.</a:t>
                      </a:r>
                      <a:endParaRPr lang="en-US" sz="700" dirty="0"/>
                    </a:p>
                  </a:txBody>
                  <a:tcPr marL="9525" marR="9525" marT="80772" marB="0"/>
                </a:tc>
                <a:tc>
                  <a:txBody>
                    <a:bodyPr/>
                    <a:lstStyle/>
                    <a:p>
                      <a:pPr marL="63500" lvl="0" algn="ctr" rtl="0">
                        <a:spcBef>
                          <a:spcPts val="310"/>
                        </a:spcBef>
                        <a:spcAft>
                          <a:spcPts val="0"/>
                        </a:spcAft>
                        <a:buNone/>
                      </a:pPr>
                      <a:r>
                        <a:rPr lang="en-US" sz="700" u="none" spc="0" dirty="0">
                          <a:solidFill>
                            <a:schemeClr val="bg1"/>
                          </a:solidFill>
                          <a:effectLst/>
                        </a:rPr>
                        <a:t>11</a:t>
                      </a:r>
                      <a:endParaRPr lang="en-US" sz="700" u="none" dirty="0"/>
                    </a:p>
                    <a:p>
                      <a:pPr marL="63500" lvl="0" algn="ctr">
                        <a:spcBef>
                          <a:spcPts val="310"/>
                        </a:spcBef>
                        <a:spcAft>
                          <a:spcPts val="0"/>
                        </a:spcAft>
                        <a:buNone/>
                      </a:pPr>
                      <a:r>
                        <a:rPr lang="en-US" sz="700" b="0" i="0" u="none" strike="noStrike" spc="0" noProof="0" dirty="0">
                          <a:solidFill>
                            <a:schemeClr val="bg1"/>
                          </a:solidFill>
                          <a:effectLst/>
                        </a:rPr>
                        <a:t>NATIONAL PET DAY</a:t>
                      </a:r>
                    </a:p>
                    <a:p>
                      <a:pPr marL="63500" lvl="0" algn="ctr">
                        <a:spcBef>
                          <a:spcPts val="310"/>
                        </a:spcBef>
                        <a:spcAft>
                          <a:spcPts val="0"/>
                        </a:spcAft>
                        <a:buNone/>
                      </a:pPr>
                      <a:r>
                        <a:rPr lang="en-US" sz="700" b="0" i="0" u="none" strike="noStrike" spc="0" noProof="0" dirty="0">
                          <a:solidFill>
                            <a:schemeClr val="bg1"/>
                          </a:solidFill>
                          <a:effectLst/>
                        </a:rPr>
                        <a:t>Let's hear it for our furry friends! Have your team members submit a photo of their pet and showcase them in a carousel on your grid.</a:t>
                      </a:r>
                    </a:p>
                  </a:txBody>
                  <a:tcPr marL="9525" marR="9525" marT="80772" marB="0"/>
                </a:tc>
                <a:tc>
                  <a:txBody>
                    <a:bodyPr/>
                    <a:lstStyle/>
                    <a:p>
                      <a:pPr marL="63500" marR="0" lvl="0" indent="0" algn="ctr" rtl="0">
                        <a:spcBef>
                          <a:spcPts val="310"/>
                        </a:spcBef>
                        <a:spcAft>
                          <a:spcPts val="0"/>
                        </a:spcAft>
                        <a:buNone/>
                      </a:pPr>
                      <a:r>
                        <a:rPr lang="en-US" sz="700" spc="0" dirty="0">
                          <a:solidFill>
                            <a:schemeClr val="bg1"/>
                          </a:solidFill>
                          <a:effectLst/>
                        </a:rPr>
                        <a:t>12</a:t>
                      </a:r>
                      <a:br>
                        <a:rPr lang="en-US" sz="700" spc="0" dirty="0">
                          <a:solidFill>
                            <a:srgbClr val="2D2926"/>
                          </a:solidFill>
                          <a:effectLst/>
                        </a:rPr>
                      </a:br>
                      <a:r>
                        <a:rPr lang="en-US" sz="700" b="0" i="0" u="none" strike="noStrike" spc="0" noProof="0" dirty="0">
                          <a:solidFill>
                            <a:srgbClr val="2D2926"/>
                          </a:solidFill>
                          <a:effectLst/>
                        </a:rPr>
                        <a:t>FAVORITE PRODUCT</a:t>
                      </a:r>
                    </a:p>
                    <a:p>
                      <a:pPr marL="63500" marR="0" lvl="0" indent="0" algn="ctr">
                        <a:spcBef>
                          <a:spcPts val="310"/>
                        </a:spcBef>
                        <a:spcAft>
                          <a:spcPts val="0"/>
                        </a:spcAft>
                        <a:buNone/>
                      </a:pPr>
                      <a:r>
                        <a:rPr lang="en-US" sz="700" b="0" i="0" u="none" strike="noStrike" spc="0" noProof="0" dirty="0">
                          <a:solidFill>
                            <a:srgbClr val="2D2926"/>
                          </a:solidFill>
                          <a:effectLst/>
                        </a:rPr>
                        <a:t>Showcase an item you or one of your coaches enjoys using (e.g. </a:t>
                      </a:r>
                      <a:r>
                        <a:rPr lang="en-US" sz="700" b="0" i="0" u="none" strike="noStrike" spc="0" noProof="0" dirty="0" err="1">
                          <a:solidFill>
                            <a:srgbClr val="2D2926"/>
                          </a:solidFill>
                          <a:effectLst/>
                        </a:rPr>
                        <a:t>Myzone</a:t>
                      </a:r>
                      <a:r>
                        <a:rPr lang="en-US" sz="700" b="0" i="0" u="none" strike="noStrike" spc="0" noProof="0" dirty="0">
                          <a:solidFill>
                            <a:srgbClr val="2D2926"/>
                          </a:solidFill>
                          <a:effectLst/>
                        </a:rPr>
                        <a:t>, any in-club retail, or food and beverage options.)</a:t>
                      </a:r>
                      <a:endParaRPr lang="en-US" sz="700" dirty="0"/>
                    </a:p>
                  </a:txBody>
                  <a:tcPr marL="9525" marR="9525" marT="80772" marB="0"/>
                </a:tc>
                <a:tc>
                  <a:txBody>
                    <a:bodyPr/>
                    <a:lstStyle/>
                    <a:p>
                      <a:pPr marL="63500" lvl="0" algn="ctr" rtl="0">
                        <a:spcBef>
                          <a:spcPts val="310"/>
                        </a:spcBef>
                        <a:spcAft>
                          <a:spcPts val="0"/>
                        </a:spcAft>
                        <a:buNone/>
                      </a:pPr>
                      <a:r>
                        <a:rPr lang="en-US" sz="700" spc="0" dirty="0">
                          <a:solidFill>
                            <a:schemeClr val="bg1"/>
                          </a:solidFill>
                          <a:effectLst/>
                        </a:rPr>
                        <a:t>13</a:t>
                      </a:r>
                      <a:endParaRPr lang="en-US" sz="700" dirty="0"/>
                    </a:p>
                    <a:p>
                      <a:pPr marL="63500" lvl="0" algn="ctr">
                        <a:spcBef>
                          <a:spcPts val="310"/>
                        </a:spcBef>
                        <a:spcAft>
                          <a:spcPts val="0"/>
                        </a:spcAft>
                        <a:buNone/>
                      </a:pPr>
                      <a:r>
                        <a:rPr lang="en-US" sz="700" spc="0" dirty="0">
                          <a:solidFill>
                            <a:schemeClr val="bg1"/>
                          </a:solidFill>
                          <a:effectLst/>
                        </a:rPr>
                        <a:t>CORE CONTENT</a:t>
                      </a:r>
                    </a:p>
                    <a:p>
                      <a:pPr marL="63500" lvl="0" algn="ctr">
                        <a:spcBef>
                          <a:spcPts val="310"/>
                        </a:spcBef>
                        <a:spcAft>
                          <a:spcPts val="0"/>
                        </a:spcAft>
                        <a:buNone/>
                      </a:pPr>
                      <a:r>
                        <a:rPr lang="en-US" sz="700" spc="0" dirty="0">
                          <a:solidFill>
                            <a:schemeClr val="bg1"/>
                          </a:solidFill>
                          <a:effectLst/>
                        </a:rPr>
                        <a:t>Burn baby, burn! Summer's right around the corner and the</a:t>
                      </a:r>
                      <a:br>
                        <a:rPr lang="en-US" sz="700" spc="0" dirty="0">
                          <a:solidFill>
                            <a:schemeClr val="bg1"/>
                          </a:solidFill>
                          <a:effectLst/>
                        </a:rPr>
                      </a:br>
                      <a:r>
                        <a:rPr lang="en-US" sz="700" spc="0" dirty="0">
                          <a:solidFill>
                            <a:schemeClr val="bg1"/>
                          </a:solidFill>
                          <a:effectLst/>
                        </a:rPr>
                        <a:t>summer shred season has just begun! Share a core workout</a:t>
                      </a:r>
                      <a:br>
                        <a:rPr lang="en-US" sz="700" spc="0" dirty="0">
                          <a:solidFill>
                            <a:schemeClr val="bg1"/>
                          </a:solidFill>
                          <a:effectLst/>
                        </a:rPr>
                      </a:br>
                      <a:r>
                        <a:rPr lang="en-US" sz="700" spc="0" dirty="0">
                          <a:solidFill>
                            <a:schemeClr val="bg1"/>
                          </a:solidFill>
                          <a:effectLst/>
                        </a:rPr>
                        <a:t>that'll help fire up those muscles</a:t>
                      </a:r>
                      <a:br>
                        <a:rPr lang="en-US" sz="700" spc="0" dirty="0">
                          <a:solidFill>
                            <a:schemeClr val="bg1"/>
                          </a:solidFill>
                          <a:effectLst/>
                        </a:rPr>
                      </a:br>
                      <a:r>
                        <a:rPr lang="en-US" sz="700" spc="0" dirty="0">
                          <a:solidFill>
                            <a:schemeClr val="bg1"/>
                          </a:solidFill>
                          <a:effectLst/>
                        </a:rPr>
                        <a:t>for even the most seasoned</a:t>
                      </a:r>
                      <a:br>
                        <a:rPr lang="en-US" sz="700" spc="0" dirty="0">
                          <a:solidFill>
                            <a:schemeClr val="bg1"/>
                          </a:solidFill>
                          <a:effectLst/>
                        </a:rPr>
                      </a:br>
                      <a:r>
                        <a:rPr lang="en-US" sz="700" spc="0" dirty="0">
                          <a:solidFill>
                            <a:schemeClr val="bg1"/>
                          </a:solidFill>
                          <a:effectLst/>
                        </a:rPr>
                        <a:t>of gym vets!</a:t>
                      </a:r>
                    </a:p>
                  </a:txBody>
                  <a:tcPr marL="9525" marR="9525" marT="80772" marB="0"/>
                </a:tc>
                <a:extLst>
                  <a:ext uri="{0D108BD9-81ED-4DB2-BD59-A6C34878D82A}">
                    <a16:rowId xmlns:a16="http://schemas.microsoft.com/office/drawing/2014/main" val="3005291295"/>
                  </a:ext>
                </a:extLst>
              </a:tr>
              <a:tr h="1126156">
                <a:tc>
                  <a:txBody>
                    <a:bodyPr/>
                    <a:lstStyle/>
                    <a:p>
                      <a:pPr marL="63500" lvl="0" algn="ctr" rtl="0">
                        <a:spcBef>
                          <a:spcPts val="310"/>
                        </a:spcBef>
                        <a:spcAft>
                          <a:spcPts val="0"/>
                        </a:spcAft>
                        <a:buNone/>
                      </a:pPr>
                      <a:r>
                        <a:rPr lang="en-US" sz="700" spc="0" dirty="0">
                          <a:solidFill>
                            <a:schemeClr val="bg1"/>
                          </a:solidFill>
                          <a:effectLst/>
                        </a:rPr>
                        <a:t>14</a:t>
                      </a:r>
                      <a:endParaRPr lang="en-US" sz="700" b="0" i="0" u="none" strike="noStrike" spc="0" dirty="0">
                        <a:solidFill>
                          <a:schemeClr val="bg1"/>
                        </a:solidFill>
                        <a:effectLst/>
                        <a:latin typeface="+mn-lt"/>
                      </a:endParaRPr>
                    </a:p>
                    <a:p>
                      <a:pPr marL="63500" lvl="0" algn="ctr" rtl="0">
                        <a:spcBef>
                          <a:spcPts val="310"/>
                        </a:spcBef>
                        <a:spcAft>
                          <a:spcPts val="0"/>
                        </a:spcAft>
                        <a:buNone/>
                      </a:pPr>
                      <a:r>
                        <a:rPr lang="en-US" sz="700" b="0" i="0" u="none" strike="noStrike" spc="0" noProof="0" dirty="0">
                          <a:solidFill>
                            <a:schemeClr val="bg1"/>
                          </a:solidFill>
                          <a:effectLst/>
                          <a:latin typeface="Century Gothic"/>
                        </a:rPr>
                        <a:t>PLUS-UP RECIPES</a:t>
                      </a:r>
                      <a:endParaRPr lang="en-US" sz="700" b="0" i="0" u="none" strike="noStrike" spc="0" noProof="0" dirty="0">
                        <a:solidFill>
                          <a:srgbClr val="2D2926"/>
                        </a:solidFill>
                        <a:effectLst/>
                        <a:latin typeface="Century Gothic"/>
                      </a:endParaRPr>
                    </a:p>
                    <a:p>
                      <a:pPr marL="63500" lvl="0" algn="ctr" rtl="0">
                        <a:spcBef>
                          <a:spcPts val="310"/>
                        </a:spcBef>
                        <a:spcAft>
                          <a:spcPts val="0"/>
                        </a:spcAft>
                        <a:buNone/>
                      </a:pPr>
                      <a:r>
                        <a:rPr lang="en-US" sz="700" b="0" i="0" u="none" strike="noStrike" spc="0" noProof="0" dirty="0">
                          <a:solidFill>
                            <a:schemeClr val="bg1"/>
                          </a:solidFill>
                          <a:effectLst/>
                          <a:latin typeface="Century Gothic"/>
                        </a:rPr>
                        <a:t>Spring has sprung and produce is on its way back in style! Share ways to make some all-time favorites more nutrient-dense or easy swaps for classics. Check out </a:t>
                      </a:r>
                      <a:r>
                        <a:rPr lang="en-US" sz="700" b="0" i="0" u="none" strike="noStrike" spc="0" noProof="0" dirty="0">
                          <a:solidFill>
                            <a:srgbClr val="2D2926"/>
                          </a:solidFill>
                          <a:effectLst/>
                          <a:latin typeface="Century Gothic"/>
                          <a:hlinkClick r:id="rId2"/>
                        </a:rPr>
                        <a:t>Coach.Care.Connect.</a:t>
                      </a:r>
                      <a:r>
                        <a:rPr lang="en-US" sz="700" b="0" i="0" u="none" strike="noStrike" spc="0" noProof="0" dirty="0">
                          <a:solidFill>
                            <a:schemeClr val="bg1"/>
                          </a:solidFill>
                          <a:effectLst/>
                          <a:latin typeface="Century Gothic"/>
                        </a:rPr>
                        <a:t> for ideas.</a:t>
                      </a:r>
                      <a:endParaRPr lang="en-US" sz="700" dirty="0"/>
                    </a:p>
                  </a:txBody>
                  <a:tcPr marL="9525" marR="9525" marT="80772" marB="0"/>
                </a:tc>
                <a:tc>
                  <a:txBody>
                    <a:bodyPr/>
                    <a:lstStyle/>
                    <a:p>
                      <a:pPr marL="63500" lvl="0" algn="ctr" rtl="0">
                        <a:spcBef>
                          <a:spcPts val="310"/>
                        </a:spcBef>
                        <a:spcAft>
                          <a:spcPts val="0"/>
                        </a:spcAft>
                        <a:buNone/>
                      </a:pPr>
                      <a:r>
                        <a:rPr lang="en-US" sz="700" spc="0" dirty="0">
                          <a:solidFill>
                            <a:schemeClr val="bg1"/>
                          </a:solidFill>
                          <a:effectLst/>
                        </a:rPr>
                        <a:t>15</a:t>
                      </a:r>
                      <a:endParaRPr lang="en-US" sz="700" dirty="0"/>
                    </a:p>
                    <a:p>
                      <a:pPr marL="63500" lvl="0" algn="ctr">
                        <a:spcBef>
                          <a:spcPts val="310"/>
                        </a:spcBef>
                        <a:spcAft>
                          <a:spcPts val="0"/>
                        </a:spcAft>
                        <a:buNone/>
                      </a:pPr>
                      <a:r>
                        <a:rPr lang="en-US" sz="700" spc="0" dirty="0">
                          <a:solidFill>
                            <a:schemeClr val="bg1"/>
                          </a:solidFill>
                          <a:effectLst/>
                        </a:rPr>
                        <a:t>PROFESSIONAL PLAYOFF SEASON</a:t>
                      </a:r>
                    </a:p>
                    <a:p>
                      <a:pPr marL="63500" lvl="0" algn="ctr">
                        <a:spcBef>
                          <a:spcPts val="310"/>
                        </a:spcBef>
                        <a:spcAft>
                          <a:spcPts val="0"/>
                        </a:spcAft>
                        <a:buNone/>
                      </a:pPr>
                      <a:r>
                        <a:rPr lang="en-US" sz="700" spc="0" dirty="0">
                          <a:solidFill>
                            <a:schemeClr val="bg1"/>
                          </a:solidFill>
                          <a:effectLst/>
                        </a:rPr>
                        <a:t>The NBA and NHL are about to embark on their playoff season! Did your state's team make it? Poll your audience on who they are rooting for this season.</a:t>
                      </a:r>
                    </a:p>
                  </a:txBody>
                  <a:tcPr marL="9525" marR="9525" marT="80772" marB="0"/>
                </a:tc>
                <a:tc>
                  <a:txBody>
                    <a:bodyPr/>
                    <a:lstStyle/>
                    <a:p>
                      <a:pPr marL="63500" lvl="0" algn="ctr">
                        <a:spcBef>
                          <a:spcPts val="310"/>
                        </a:spcBef>
                        <a:spcAft>
                          <a:spcPts val="0"/>
                        </a:spcAft>
                        <a:buNone/>
                      </a:pPr>
                      <a:r>
                        <a:rPr lang="en-US" sz="700" b="0" i="0" u="none" strike="noStrike" spc="0" noProof="0" dirty="0">
                          <a:solidFill>
                            <a:schemeClr val="bg1"/>
                          </a:solidFill>
                          <a:effectLst/>
                        </a:rPr>
                        <a:t>16</a:t>
                      </a:r>
                      <a:endParaRPr lang="en-US" sz="700" dirty="0">
                        <a:solidFill>
                          <a:schemeClr val="bg1"/>
                        </a:solidFill>
                      </a:endParaRPr>
                    </a:p>
                    <a:p>
                      <a:pPr marL="63500" lvl="0" algn="ctr">
                        <a:spcBef>
                          <a:spcPts val="310"/>
                        </a:spcBef>
                        <a:spcAft>
                          <a:spcPts val="0"/>
                        </a:spcAft>
                        <a:buNone/>
                      </a:pPr>
                      <a:r>
                        <a:rPr lang="en-US" sz="700" b="0" i="0" u="none" strike="noStrike" spc="0" noProof="0" dirty="0">
                          <a:solidFill>
                            <a:schemeClr val="bg1"/>
                          </a:solidFill>
                          <a:effectLst/>
                        </a:rPr>
                        <a:t>WORKOUT SPLIT</a:t>
                      </a:r>
                    </a:p>
                    <a:p>
                      <a:pPr marL="63500" lvl="0" algn="ctr">
                        <a:spcBef>
                          <a:spcPts val="310"/>
                        </a:spcBef>
                        <a:spcAft>
                          <a:spcPts val="0"/>
                        </a:spcAft>
                        <a:buNone/>
                      </a:pPr>
                      <a:r>
                        <a:rPr lang="en-US" sz="700" b="0" i="0" u="none" strike="noStrike" spc="0" noProof="0" dirty="0">
                          <a:solidFill>
                            <a:schemeClr val="bg1"/>
                          </a:solidFill>
                          <a:effectLst/>
                        </a:rPr>
                        <a:t>How many times a week should I work out? Is it okay to only do lower body? Share some common workout splits such as PPL and how members can incorporate this setup into their routine.</a:t>
                      </a:r>
                    </a:p>
                  </a:txBody>
                  <a:tcPr marL="9525" marR="9525" marT="80772" marB="0"/>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17</a:t>
                      </a:r>
                      <a:endParaRPr lang="en-US" sz="700" b="0" i="0" u="none" strike="noStrike" spc="0" noProof="0" dirty="0">
                        <a:solidFill>
                          <a:srgbClr val="000000"/>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APP POWER</a:t>
                      </a:r>
                    </a:p>
                    <a:p>
                      <a:pPr marL="63500" lvl="0" algn="ctr">
                        <a:spcBef>
                          <a:spcPts val="310"/>
                        </a:spcBef>
                        <a:spcAft>
                          <a:spcPts val="0"/>
                        </a:spcAft>
                        <a:buNone/>
                      </a:pPr>
                      <a:r>
                        <a:rPr lang="en-US" sz="700" b="0" i="0" u="none" strike="noStrike" spc="0" noProof="0" dirty="0">
                          <a:solidFill>
                            <a:schemeClr val="bg1"/>
                          </a:solidFill>
                          <a:effectLst/>
                          <a:latin typeface="Century Gothic"/>
                        </a:rPr>
                        <a:t>Pairing the Anytime Fitness App with</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the in-club experience helps unlock</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an advantage many members may</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not be aware of! Share ways members can use the app to take their fitness journey to the next level.</a:t>
                      </a:r>
                    </a:p>
                  </a:txBody>
                  <a:tcPr marL="9525" marR="9525" marT="80772" marB="0"/>
                </a:tc>
                <a:tc>
                  <a:txBody>
                    <a:bodyPr/>
                    <a:lstStyle/>
                    <a:p>
                      <a:pPr marL="63500" lvl="0" algn="ctr" rtl="0">
                        <a:spcBef>
                          <a:spcPts val="310"/>
                        </a:spcBef>
                        <a:spcAft>
                          <a:spcPts val="0"/>
                        </a:spcAft>
                        <a:buNone/>
                      </a:pPr>
                      <a:r>
                        <a:rPr lang="en-US" sz="700" spc="0" dirty="0">
                          <a:solidFill>
                            <a:schemeClr val="bg1"/>
                          </a:solidFill>
                          <a:effectLst/>
                        </a:rPr>
                        <a:t>18</a:t>
                      </a:r>
                      <a:endParaRPr lang="en-US" sz="700" b="0" i="0" u="none" strike="noStrike" spc="0" dirty="0">
                        <a:solidFill>
                          <a:schemeClr val="dk1"/>
                        </a:solidFill>
                        <a:effectLst/>
                        <a:latin typeface="+mn-lt"/>
                      </a:endParaRPr>
                    </a:p>
                    <a:p>
                      <a:pPr marL="63500" lvl="0" algn="ctr" rtl="0">
                        <a:spcBef>
                          <a:spcPts val="310"/>
                        </a:spcBef>
                        <a:spcAft>
                          <a:spcPts val="0"/>
                        </a:spcAft>
                        <a:buNone/>
                      </a:pPr>
                      <a:r>
                        <a:rPr lang="en-US" sz="700" b="0" i="0" u="none" strike="noStrike" spc="0" noProof="0" dirty="0">
                          <a:solidFill>
                            <a:schemeClr val="bg1"/>
                          </a:solidFill>
                          <a:effectLst/>
                          <a:latin typeface="Century Gothic"/>
                        </a:rPr>
                        <a:t>MEMBER SPOTLIGHT </a:t>
                      </a:r>
                      <a:endParaRPr lang="en-US" sz="700" b="0" i="0" u="none" strike="noStrike" spc="0" noProof="0" dirty="0">
                        <a:solidFill>
                          <a:srgbClr val="000000"/>
                        </a:solidFill>
                        <a:effectLst/>
                        <a:latin typeface="Century Gothic"/>
                      </a:endParaRPr>
                    </a:p>
                    <a:p>
                      <a:pPr marL="63500" lvl="0" algn="ctr" rtl="0">
                        <a:spcBef>
                          <a:spcPts val="310"/>
                        </a:spcBef>
                        <a:spcAft>
                          <a:spcPts val="0"/>
                        </a:spcAft>
                        <a:buNone/>
                      </a:pPr>
                      <a:r>
                        <a:rPr lang="en-US" sz="700" b="0" i="0" u="none" strike="noStrike" spc="0" noProof="0" dirty="0">
                          <a:solidFill>
                            <a:schemeClr val="bg1"/>
                          </a:solidFill>
                          <a:effectLst/>
                          <a:latin typeface="Century Gothic"/>
                        </a:rPr>
                        <a:t>Use this </a:t>
                      </a:r>
                      <a:r>
                        <a:rPr lang="en-US" sz="700" b="0" i="0" u="none" strike="noStrike" spc="0" noProof="0" dirty="0">
                          <a:solidFill>
                            <a:srgbClr val="2D2926"/>
                          </a:solidFill>
                          <a:effectLst/>
                          <a:latin typeface="Century Gothic"/>
                          <a:hlinkClick r:id="rId4"/>
                        </a:rPr>
                        <a:t>Template</a:t>
                      </a:r>
                      <a:r>
                        <a:rPr lang="en-US" sz="700" b="0" i="0" u="none" strike="noStrike" spc="0" noProof="0" dirty="0">
                          <a:solidFill>
                            <a:schemeClr val="bg1"/>
                          </a:solidFill>
                          <a:effectLst/>
                          <a:latin typeface="Century Gothic"/>
                        </a:rPr>
                        <a:t> from the Brand Marketing Center to create a Member Spotlight for your Instagram! You can use the pin feature to pin this member for the month / week they are being celebrated.</a:t>
                      </a:r>
                      <a:endParaRPr lang="en-US" sz="700" b="0" i="0" u="none" strike="noStrike" spc="0" noProof="0" dirty="0">
                        <a:solidFill>
                          <a:srgbClr val="000000"/>
                        </a:solidFill>
                        <a:effectLst/>
                        <a:latin typeface="Century Gothic"/>
                      </a:endParaRPr>
                    </a:p>
                  </a:txBody>
                  <a:tcPr marL="9525" marR="9525" marT="80772" marB="0"/>
                </a:tc>
                <a:tc>
                  <a:txBody>
                    <a:bodyPr/>
                    <a:lstStyle/>
                    <a:p>
                      <a:pPr marL="63500" lvl="0" algn="ctr" rtl="0">
                        <a:spcBef>
                          <a:spcPts val="310"/>
                        </a:spcBef>
                        <a:spcAft>
                          <a:spcPts val="0"/>
                        </a:spcAft>
                        <a:buNone/>
                      </a:pPr>
                      <a:r>
                        <a:rPr lang="en-US" sz="700" spc="0" dirty="0">
                          <a:solidFill>
                            <a:schemeClr val="bg1"/>
                          </a:solidFill>
                          <a:effectLst/>
                        </a:rPr>
                        <a:t>19</a:t>
                      </a:r>
                    </a:p>
                    <a:p>
                      <a:pPr marL="63500" lvl="0" algn="ctr">
                        <a:spcBef>
                          <a:spcPts val="310"/>
                        </a:spcBef>
                        <a:spcAft>
                          <a:spcPts val="0"/>
                        </a:spcAft>
                        <a:buNone/>
                      </a:pPr>
                      <a:r>
                        <a:rPr lang="en-US" sz="700" spc="0" dirty="0">
                          <a:solidFill>
                            <a:schemeClr val="bg1"/>
                          </a:solidFill>
                          <a:effectLst/>
                        </a:rPr>
                        <a:t>GROUP TRAINING</a:t>
                      </a:r>
                    </a:p>
                    <a:p>
                      <a:pPr marL="63500" lvl="0" algn="ctr">
                        <a:spcBef>
                          <a:spcPts val="310"/>
                        </a:spcBef>
                        <a:spcAft>
                          <a:spcPts val="0"/>
                        </a:spcAft>
                        <a:buNone/>
                      </a:pPr>
                      <a:r>
                        <a:rPr lang="en-US" sz="700" spc="0" dirty="0">
                          <a:solidFill>
                            <a:schemeClr val="bg1"/>
                          </a:solidFill>
                          <a:effectLst/>
                        </a:rPr>
                        <a:t>Give members a peek into group training! Interview your SGT regulars and create a Reel of their answers as to why they keep coming back.</a:t>
                      </a:r>
                    </a:p>
                  </a:txBody>
                  <a:tcPr marL="9525" marR="9525" marT="80772" marB="0"/>
                </a:tc>
                <a:tc>
                  <a:txBody>
                    <a:bodyPr/>
                    <a:lstStyle/>
                    <a:p>
                      <a:pPr marL="63500" lvl="0" algn="ctr" rtl="0">
                        <a:spcBef>
                          <a:spcPts val="310"/>
                        </a:spcBef>
                        <a:spcAft>
                          <a:spcPts val="0"/>
                        </a:spcAft>
                        <a:buNone/>
                      </a:pPr>
                      <a:r>
                        <a:rPr lang="en-US" sz="700" spc="0" dirty="0">
                          <a:solidFill>
                            <a:schemeClr val="bg1"/>
                          </a:solidFill>
                          <a:effectLst/>
                        </a:rPr>
                        <a:t>20</a:t>
                      </a:r>
                      <a:endParaRPr lang="en-US" sz="700" dirty="0"/>
                    </a:p>
                    <a:p>
                      <a:pPr marL="63500" lvl="0" algn="ctr">
                        <a:spcBef>
                          <a:spcPts val="310"/>
                        </a:spcBef>
                        <a:spcAft>
                          <a:spcPts val="0"/>
                        </a:spcAft>
                        <a:buNone/>
                      </a:pPr>
                      <a:r>
                        <a:rPr lang="en-US" sz="700" b="0" i="0" u="none" strike="noStrike" spc="0" noProof="0" dirty="0">
                          <a:solidFill>
                            <a:schemeClr val="bg1"/>
                          </a:solidFill>
                          <a:effectLst/>
                          <a:latin typeface="Century Gothic"/>
                        </a:rPr>
                        <a:t>ACTIVE RECOVERY</a:t>
                      </a:r>
                    </a:p>
                    <a:p>
                      <a:pPr marL="63500" lvl="0" algn="ctr">
                        <a:spcBef>
                          <a:spcPts val="310"/>
                        </a:spcBef>
                        <a:spcAft>
                          <a:spcPts val="0"/>
                        </a:spcAft>
                        <a:buNone/>
                      </a:pPr>
                      <a:r>
                        <a:rPr lang="en-US" sz="700" b="0" i="0" u="none" strike="noStrike" spc="0" noProof="0" dirty="0">
                          <a:solidFill>
                            <a:schemeClr val="bg1"/>
                          </a:solidFill>
                          <a:effectLst/>
                          <a:latin typeface="Century Gothic"/>
                        </a:rPr>
                        <a:t>How can I recover without feeling like I'm doing nothing? Many people think if they skip a day they'll fall off the wagon completely. Share some low-impact active recovery ideas! </a:t>
                      </a:r>
                    </a:p>
                  </a:txBody>
                  <a:tcPr marL="9525" marR="9525" marT="80772" marB="0"/>
                </a:tc>
                <a:extLst>
                  <a:ext uri="{0D108BD9-81ED-4DB2-BD59-A6C34878D82A}">
                    <a16:rowId xmlns:a16="http://schemas.microsoft.com/office/drawing/2014/main" val="2870796117"/>
                  </a:ext>
                </a:extLst>
              </a:tr>
              <a:tr h="1335504">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21</a:t>
                      </a:r>
                      <a:endParaRPr lang="en-US" sz="700" b="0" i="0" u="none" strike="noStrike" spc="0" noProof="0" dirty="0">
                        <a:solidFill>
                          <a:schemeClr val="dk1"/>
                        </a:solidFill>
                        <a:effectLst/>
                        <a:latin typeface="+mn-lt"/>
                      </a:endParaRPr>
                    </a:p>
                    <a:p>
                      <a:pPr marL="63500" lvl="0" algn="ctr">
                        <a:spcBef>
                          <a:spcPts val="310"/>
                        </a:spcBef>
                        <a:spcAft>
                          <a:spcPts val="0"/>
                        </a:spcAft>
                        <a:buNone/>
                      </a:pPr>
                      <a:r>
                        <a:rPr lang="en-US" sz="700" b="0" i="0" u="none" strike="noStrike" spc="0" noProof="0" dirty="0">
                          <a:solidFill>
                            <a:schemeClr val="bg1"/>
                          </a:solidFill>
                          <a:effectLst/>
                          <a:latin typeface="Century Gothic"/>
                        </a:rPr>
                        <a:t>FAQ!</a:t>
                      </a:r>
                      <a:endParaRPr lang="en-US" sz="700" b="0" i="0" u="none" strike="noStrike" spc="0" noProof="0" dirty="0">
                        <a:solidFill>
                          <a:srgbClr val="000000"/>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Create a quick video answering FAQs by new members and pin it to the top of your IG feed to help potential members understand what it's like to be a part of the #</a:t>
                      </a:r>
                      <a:r>
                        <a:rPr lang="en-US" sz="700" b="0" i="0" u="none" strike="noStrike" spc="0" noProof="0" dirty="0" err="1">
                          <a:solidFill>
                            <a:schemeClr val="bg1"/>
                          </a:solidFill>
                          <a:effectLst/>
                          <a:latin typeface="Century Gothic"/>
                        </a:rPr>
                        <a:t>AFfam</a:t>
                      </a:r>
                      <a:r>
                        <a:rPr lang="en-US" sz="700" b="0" i="0" u="none" strike="noStrike" spc="0" noProof="0" dirty="0">
                          <a:solidFill>
                            <a:schemeClr val="bg1"/>
                          </a:solidFill>
                          <a:effectLst/>
                          <a:latin typeface="Century Gothic"/>
                        </a:rPr>
                        <a:t>!</a:t>
                      </a:r>
                      <a:endParaRPr lang="en-US" sz="700" dirty="0"/>
                    </a:p>
                  </a:txBody>
                  <a:tcPr marL="9525" marR="9525" marT="80772" marB="0"/>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22</a:t>
                      </a:r>
                      <a:endParaRPr lang="en-US" sz="700" dirty="0">
                        <a:solidFill>
                          <a:schemeClr val="bg1"/>
                        </a:solidFill>
                      </a:endParaRPr>
                    </a:p>
                    <a:p>
                      <a:pPr marL="63500" lvl="0" algn="ctr">
                        <a:spcBef>
                          <a:spcPts val="310"/>
                        </a:spcBef>
                        <a:spcAft>
                          <a:spcPts val="0"/>
                        </a:spcAft>
                        <a:buNone/>
                      </a:pPr>
                      <a:r>
                        <a:rPr lang="en-US" sz="700" b="0" i="0" u="none" strike="noStrike" spc="0" noProof="0" dirty="0">
                          <a:solidFill>
                            <a:schemeClr val="bg1"/>
                          </a:solidFill>
                          <a:effectLst/>
                        </a:rPr>
                        <a:t>EARTH DAY</a:t>
                      </a:r>
                      <a:endParaRPr lang="en-US" sz="700" dirty="0"/>
                    </a:p>
                    <a:p>
                      <a:pPr marL="63500" lvl="0" algn="ctr">
                        <a:spcBef>
                          <a:spcPts val="310"/>
                        </a:spcBef>
                        <a:spcAft>
                          <a:spcPts val="0"/>
                        </a:spcAft>
                        <a:buNone/>
                      </a:pPr>
                      <a:r>
                        <a:rPr lang="en-US" sz="700" b="0" i="0" u="none" strike="noStrike" spc="0" noProof="0" dirty="0">
                          <a:solidFill>
                            <a:schemeClr val="bg1"/>
                          </a:solidFill>
                          <a:effectLst/>
                        </a:rPr>
                        <a:t>Happy Earth Day! What are ways your gym is going green? Organize a trash pick-up crew to clear up the local roadways or have members do a challenge to help raise money to plant trees in your community.</a:t>
                      </a:r>
                      <a:endParaRPr lang="en-US" sz="7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r>
                        <a:rPr lang="en-US" sz="700" b="0" i="0" u="none" strike="noStrike" spc="0" noProof="0" dirty="0">
                          <a:solidFill>
                            <a:schemeClr val="bg1"/>
                          </a:solidFill>
                          <a:effectLst/>
                        </a:rPr>
                        <a:t>23</a:t>
                      </a:r>
                      <a:endParaRPr lang="en-US" sz="700" dirty="0">
                        <a:solidFill>
                          <a:schemeClr val="bg1"/>
                        </a:solidFill>
                      </a:endParaRPr>
                    </a:p>
                    <a:p>
                      <a:pPr marL="63500" lvl="0" algn="ctr">
                        <a:spcBef>
                          <a:spcPts val="310"/>
                        </a:spcBef>
                        <a:spcAft>
                          <a:spcPts val="0"/>
                        </a:spcAft>
                        <a:buNone/>
                      </a:pPr>
                      <a:r>
                        <a:rPr lang="en-US" sz="700" b="0" i="0" u="none" strike="noStrike" spc="0" noProof="0" dirty="0">
                          <a:solidFill>
                            <a:srgbClr val="2D2926"/>
                          </a:solidFill>
                          <a:effectLst/>
                        </a:rPr>
                        <a:t>SNACKABLE COACHING</a:t>
                      </a:r>
                      <a:endParaRPr lang="en-US" sz="700" b="0" i="0" u="none" strike="noStrike" spc="0" noProof="0" dirty="0">
                        <a:solidFill>
                          <a:srgbClr val="000000"/>
                        </a:solidFill>
                        <a:effectLst/>
                      </a:endParaRPr>
                    </a:p>
                    <a:p>
                      <a:pPr marL="63500" lvl="0" algn="ctr">
                        <a:spcBef>
                          <a:spcPts val="310"/>
                        </a:spcBef>
                        <a:spcAft>
                          <a:spcPts val="0"/>
                        </a:spcAft>
                        <a:buNone/>
                      </a:pPr>
                      <a:r>
                        <a:rPr lang="en-US" sz="700" b="0" i="0" u="none" strike="noStrike" spc="0" noProof="0" dirty="0">
                          <a:solidFill>
                            <a:srgbClr val="2D2926"/>
                          </a:solidFill>
                          <a:effectLst/>
                        </a:rPr>
                        <a:t>Create a Reel with a quick tip that helps members and prospects learn how to safely and more effectively work out. Use the caption sticker to make your Reel more accessible before posting.</a:t>
                      </a:r>
                      <a:endParaRPr lang="en-US" sz="700" dirty="0"/>
                    </a:p>
                  </a:txBody>
                  <a:tcPr marL="9525" marR="9525" marT="80772" marB="0"/>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24</a:t>
                      </a:r>
                      <a:endParaRPr lang="en-US" sz="7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INVITE A FRIEND</a:t>
                      </a:r>
                    </a:p>
                    <a:p>
                      <a:pPr marL="63500" lvl="0" algn="ctr">
                        <a:spcBef>
                          <a:spcPts val="310"/>
                        </a:spcBef>
                        <a:spcAft>
                          <a:spcPts val="0"/>
                        </a:spcAft>
                        <a:buNone/>
                      </a:pPr>
                      <a:r>
                        <a:rPr lang="en-US" sz="700" b="0" i="0" u="none" strike="noStrike" spc="0" noProof="0" dirty="0">
                          <a:solidFill>
                            <a:schemeClr val="bg1"/>
                          </a:solidFill>
                          <a:effectLst/>
                          <a:latin typeface="Century Gothic"/>
                        </a:rPr>
                        <a:t>Looking for free leads? Your members got you! Who doesn't love a workout buddy? Head to </a:t>
                      </a:r>
                      <a:r>
                        <a:rPr lang="en-US" sz="700" b="0" i="0" u="none" strike="noStrike" spc="0" noProof="0" dirty="0">
                          <a:solidFill>
                            <a:schemeClr val="bg1"/>
                          </a:solidFill>
                          <a:effectLst/>
                          <a:latin typeface="Century Gothic"/>
                          <a:hlinkClick r:id="rId5"/>
                        </a:rPr>
                        <a:t>SOCi</a:t>
                      </a:r>
                      <a:r>
                        <a:rPr lang="en-US" sz="700" b="0" i="0" u="none" strike="noStrike" spc="0" noProof="0" dirty="0">
                          <a:solidFill>
                            <a:schemeClr val="bg1"/>
                          </a:solidFill>
                          <a:effectLst/>
                          <a:latin typeface="Century Gothic"/>
                        </a:rPr>
                        <a:t> and schedule a post using the Invite-A-Friend posts in the Library.</a:t>
                      </a:r>
                    </a:p>
                  </a:txBody>
                  <a:tcPr marL="9525" marR="9525" marT="80772" marB="0"/>
                </a:tc>
                <a:tc>
                  <a:txBody>
                    <a:bodyPr/>
                    <a:lstStyle/>
                    <a:p>
                      <a:pPr marL="63500" lvl="0" algn="ctr">
                        <a:spcBef>
                          <a:spcPts val="310"/>
                        </a:spcBef>
                        <a:spcAft>
                          <a:spcPts val="0"/>
                        </a:spcAft>
                        <a:buNone/>
                      </a:pPr>
                      <a:r>
                        <a:rPr lang="en-US" sz="700" b="0" i="0" u="none" strike="noStrike" noProof="0" dirty="0">
                          <a:solidFill>
                            <a:schemeClr val="bg1"/>
                          </a:solidFill>
                          <a:effectLst/>
                        </a:rPr>
                        <a:t>25</a:t>
                      </a:r>
                      <a:endParaRPr lang="en-US" sz="700" b="0" i="0" u="none" strike="noStrike" noProof="0" dirty="0">
                        <a:solidFill>
                          <a:srgbClr val="000000"/>
                        </a:solidFill>
                        <a:effectLst/>
                        <a:latin typeface="Century Gothic"/>
                      </a:endParaRPr>
                    </a:p>
                    <a:p>
                      <a:pPr marL="63500" lvl="0" algn="ctr">
                        <a:spcBef>
                          <a:spcPts val="310"/>
                        </a:spcBef>
                        <a:spcAft>
                          <a:spcPts val="0"/>
                        </a:spcAft>
                        <a:buNone/>
                      </a:pPr>
                      <a:r>
                        <a:rPr lang="en-US" sz="700" b="0" i="0" u="none" strike="noStrike" noProof="0" dirty="0">
                          <a:solidFill>
                            <a:schemeClr val="bg1"/>
                          </a:solidFill>
                          <a:effectLst/>
                        </a:rPr>
                        <a:t>MYTH BUSTERS</a:t>
                      </a:r>
                      <a:endParaRPr lang="en-US" sz="700" b="0" i="0" u="none" strike="noStrike" noProof="0" dirty="0">
                        <a:solidFill>
                          <a:srgbClr val="2D2926"/>
                        </a:solidFill>
                        <a:effectLst/>
                      </a:endParaRPr>
                    </a:p>
                    <a:p>
                      <a:pPr marL="63500" lvl="0" algn="ctr">
                        <a:spcBef>
                          <a:spcPts val="310"/>
                        </a:spcBef>
                        <a:spcAft>
                          <a:spcPts val="0"/>
                        </a:spcAft>
                        <a:buNone/>
                      </a:pPr>
                      <a:r>
                        <a:rPr lang="en-US" sz="700" b="0" i="0" u="none" strike="noStrike" noProof="0" dirty="0">
                          <a:solidFill>
                            <a:schemeClr val="bg1"/>
                          </a:solidFill>
                          <a:effectLst/>
                        </a:rPr>
                        <a:t>While the internet helps us connect with info we may not have had access to in the past, it also means people may search for answers in the wrong places. Dispel a popular myth. Need ideas? See the Community tab in the AF App to see what questions are being asked.</a:t>
                      </a:r>
                      <a:endParaRPr lang="en-US" sz="700" dirty="0"/>
                    </a:p>
                  </a:txBody>
                  <a:tcPr marL="9524" marR="9524" marT="80772" marB="0"/>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26</a:t>
                      </a:r>
                    </a:p>
                    <a:p>
                      <a:pPr marL="63500" lvl="0" algn="ctr">
                        <a:spcBef>
                          <a:spcPts val="310"/>
                        </a:spcBef>
                        <a:spcAft>
                          <a:spcPts val="0"/>
                        </a:spcAft>
                        <a:buNone/>
                      </a:pPr>
                      <a:r>
                        <a:rPr lang="en-US" sz="700" b="0" i="0" u="none" strike="noStrike" spc="0" noProof="0" dirty="0">
                          <a:solidFill>
                            <a:schemeClr val="bg1"/>
                          </a:solidFill>
                          <a:effectLst/>
                          <a:latin typeface="Century Gothic"/>
                        </a:rPr>
                        <a:t>HABIT STACKING</a:t>
                      </a:r>
                      <a:endParaRPr lang="en-US" sz="7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Habit stacking is a great way to help integrate new habits into our existing schedule. Share a habit hack you use to help inspire others. </a:t>
                      </a:r>
                    </a:p>
                  </a:txBody>
                  <a:tcPr marL="9524" marR="9524" marT="80772" marB="0"/>
                </a:tc>
                <a:tc>
                  <a:txBody>
                    <a:bodyPr/>
                    <a:lstStyle/>
                    <a:p>
                      <a:pPr marL="63500" lvl="0" algn="ctr">
                        <a:spcBef>
                          <a:spcPts val="310"/>
                        </a:spcBef>
                        <a:spcAft>
                          <a:spcPts val="0"/>
                        </a:spcAft>
                        <a:buNone/>
                      </a:pPr>
                      <a:r>
                        <a:rPr lang="en-US" sz="700" b="0" i="0" u="none" strike="noStrike" spc="0" noProof="0" dirty="0">
                          <a:solidFill>
                            <a:schemeClr val="bg1"/>
                          </a:solidFill>
                          <a:effectLst/>
                        </a:rPr>
                        <a:t>27</a:t>
                      </a:r>
                    </a:p>
                    <a:p>
                      <a:pPr marL="63500" lvl="0" algn="ctr">
                        <a:spcBef>
                          <a:spcPts val="310"/>
                        </a:spcBef>
                        <a:spcAft>
                          <a:spcPts val="0"/>
                        </a:spcAft>
                        <a:buNone/>
                      </a:pPr>
                      <a:r>
                        <a:rPr lang="en-US" sz="700" b="0" i="0" u="none" strike="noStrike" spc="0" noProof="0" dirty="0">
                          <a:solidFill>
                            <a:schemeClr val="bg1"/>
                          </a:solidFill>
                          <a:effectLst/>
                        </a:rPr>
                        <a:t>CLUB PICTURES</a:t>
                      </a:r>
                      <a:endParaRPr lang="en-US" sz="700" b="0" i="0" u="none" strike="noStrike" spc="0" noProof="0" dirty="0">
                        <a:solidFill>
                          <a:srgbClr val="2D2926"/>
                        </a:solidFill>
                        <a:effectLst/>
                      </a:endParaRPr>
                    </a:p>
                    <a:p>
                      <a:pPr marL="63500" lvl="0" algn="ctr">
                        <a:spcBef>
                          <a:spcPts val="310"/>
                        </a:spcBef>
                        <a:spcAft>
                          <a:spcPts val="0"/>
                        </a:spcAft>
                        <a:buNone/>
                      </a:pPr>
                      <a:r>
                        <a:rPr lang="en-US" sz="700" b="0" i="0" u="none" strike="noStrike" spc="0" noProof="0" dirty="0">
                          <a:solidFill>
                            <a:schemeClr val="bg1"/>
                          </a:solidFill>
                          <a:effectLst/>
                        </a:rPr>
                        <a:t>Share some photos of the club</a:t>
                      </a:r>
                      <a:br>
                        <a:rPr lang="en-US" sz="700" b="0" i="0" u="none" strike="noStrike" spc="0" noProof="0" dirty="0">
                          <a:solidFill>
                            <a:schemeClr val="bg1"/>
                          </a:solidFill>
                          <a:effectLst/>
                        </a:rPr>
                      </a:br>
                      <a:r>
                        <a:rPr lang="en-US" sz="700" b="0" i="0" u="none" strike="noStrike" spc="0" noProof="0" dirty="0">
                          <a:solidFill>
                            <a:schemeClr val="bg1"/>
                          </a:solidFill>
                          <a:effectLst/>
                        </a:rPr>
                        <a:t>with followers to help new prospects get an understanding</a:t>
                      </a:r>
                      <a:br>
                        <a:rPr lang="en-US" sz="700" b="0" i="0" u="none" strike="noStrike" spc="0" noProof="0" dirty="0">
                          <a:solidFill>
                            <a:schemeClr val="bg1"/>
                          </a:solidFill>
                          <a:effectLst/>
                        </a:rPr>
                      </a:br>
                      <a:r>
                        <a:rPr lang="en-US" sz="700" b="0" i="0" u="none" strike="noStrike" spc="0" noProof="0" dirty="0">
                          <a:solidFill>
                            <a:schemeClr val="bg1"/>
                          </a:solidFill>
                          <a:effectLst/>
                        </a:rPr>
                        <a:t>for what you have to offer! Schedule on </a:t>
                      </a:r>
                      <a:r>
                        <a:rPr lang="en-US" sz="700" b="0" i="0" u="none" strike="noStrike" spc="0" noProof="0" dirty="0" err="1">
                          <a:solidFill>
                            <a:schemeClr val="bg1"/>
                          </a:solidFill>
                          <a:effectLst/>
                        </a:rPr>
                        <a:t>SOCi</a:t>
                      </a:r>
                      <a:r>
                        <a:rPr lang="en-US" sz="700" b="0" i="0" u="none" strike="noStrike" spc="0" noProof="0" dirty="0">
                          <a:solidFill>
                            <a:schemeClr val="bg1"/>
                          </a:solidFill>
                          <a:effectLst/>
                        </a:rPr>
                        <a:t> for an easy win.</a:t>
                      </a:r>
                      <a:endParaRPr lang="en-US" sz="700" dirty="0"/>
                    </a:p>
                  </a:txBody>
                  <a:tcPr marL="9524" marR="9524" marT="80772" marB="0"/>
                </a:tc>
                <a:extLst>
                  <a:ext uri="{0D108BD9-81ED-4DB2-BD59-A6C34878D82A}">
                    <a16:rowId xmlns:a16="http://schemas.microsoft.com/office/drawing/2014/main" val="3697406555"/>
                  </a:ext>
                </a:extLst>
              </a:tr>
              <a:tr h="1083219">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28</a:t>
                      </a:r>
                      <a:endParaRPr lang="en-US" sz="700" dirty="0">
                        <a:solidFill>
                          <a:schemeClr val="bg1"/>
                        </a:solidFill>
                      </a:endParaRPr>
                    </a:p>
                    <a:p>
                      <a:pPr marL="63500" lvl="0" algn="ctr">
                        <a:spcBef>
                          <a:spcPts val="310"/>
                        </a:spcBef>
                        <a:spcAft>
                          <a:spcPts val="0"/>
                        </a:spcAft>
                        <a:buNone/>
                      </a:pPr>
                      <a:r>
                        <a:rPr lang="en-US" sz="700" b="0" i="0" u="none" strike="noStrike" spc="0" noProof="0" dirty="0">
                          <a:solidFill>
                            <a:srgbClr val="2D2926"/>
                          </a:solidFill>
                          <a:effectLst/>
                          <a:latin typeface="Century Gothic"/>
                        </a:rPr>
                        <a:t>WEEKLY RESET</a:t>
                      </a:r>
                    </a:p>
                    <a:p>
                      <a:pPr marL="63500" lvl="0" algn="ctr">
                        <a:spcBef>
                          <a:spcPts val="310"/>
                        </a:spcBef>
                        <a:spcAft>
                          <a:spcPts val="0"/>
                        </a:spcAft>
                        <a:buNone/>
                      </a:pPr>
                      <a:r>
                        <a:rPr lang="en-US" sz="700" b="0" i="0" u="none" strike="noStrike" spc="0" noProof="0" dirty="0">
                          <a:solidFill>
                            <a:srgbClr val="2D2926"/>
                          </a:solidFill>
                          <a:effectLst/>
                          <a:latin typeface="Century Gothic"/>
                        </a:rPr>
                        <a:t>Encourage followers to share how they prepare for the week. Create a story to collect followers’ responses and use the </a:t>
                      </a:r>
                      <a:r>
                        <a:rPr lang="en-US" sz="700" b="0" i="0" u="none" strike="noStrike" spc="0" noProof="0" dirty="0">
                          <a:solidFill>
                            <a:srgbClr val="2D2926"/>
                          </a:solidFill>
                          <a:effectLst/>
                          <a:latin typeface="Century Gothic"/>
                          <a:hlinkClick r:id="rId6"/>
                        </a:rPr>
                        <a:t>customizable templates</a:t>
                      </a:r>
                      <a:r>
                        <a:rPr lang="en-US" sz="700" b="0" i="0" u="none" strike="noStrike" spc="0" noProof="0" dirty="0">
                          <a:solidFill>
                            <a:srgbClr val="2D2926"/>
                          </a:solidFill>
                          <a:effectLst/>
                          <a:latin typeface="Century Gothic"/>
                        </a:rPr>
                        <a:t> in the Brand Marketing Center to showcase these tips.</a:t>
                      </a:r>
                      <a:endParaRPr lang="en-US" sz="700" dirty="0"/>
                    </a:p>
                  </a:txBody>
                  <a:tcPr marL="9524" marR="9524" marT="80772" marB="0"/>
                </a:tc>
                <a:tc>
                  <a:txBody>
                    <a:bodyPr/>
                    <a:lstStyle/>
                    <a:p>
                      <a:pPr marL="63500" lvl="0" algn="ctr">
                        <a:spcBef>
                          <a:spcPts val="310"/>
                        </a:spcBef>
                        <a:spcAft>
                          <a:spcPts val="0"/>
                        </a:spcAft>
                        <a:buNone/>
                      </a:pPr>
                      <a:r>
                        <a:rPr lang="en-US" sz="700" b="0" i="0" u="none" strike="noStrike" noProof="0" dirty="0">
                          <a:solidFill>
                            <a:schemeClr val="bg1"/>
                          </a:solidFill>
                          <a:effectLst/>
                          <a:latin typeface="Century Gothic"/>
                        </a:rPr>
                        <a:t>29</a:t>
                      </a:r>
                      <a:endParaRPr lang="en-US" sz="700" dirty="0"/>
                    </a:p>
                    <a:p>
                      <a:pPr marL="63500" lvl="0" algn="ctr">
                        <a:spcBef>
                          <a:spcPts val="310"/>
                        </a:spcBef>
                        <a:spcAft>
                          <a:spcPts val="0"/>
                        </a:spcAft>
                        <a:buNone/>
                      </a:pPr>
                      <a:r>
                        <a:rPr lang="en-US" sz="700" b="0" i="0" u="none" strike="noStrike" noProof="0" dirty="0">
                          <a:solidFill>
                            <a:schemeClr val="bg1"/>
                          </a:solidFill>
                        </a:rPr>
                        <a:t>#TRENDING</a:t>
                      </a:r>
                      <a:endParaRPr lang="en-US" sz="700" b="0" i="0" u="none" strike="noStrike" noProof="0" dirty="0">
                        <a:solidFill>
                          <a:srgbClr val="2D2926"/>
                        </a:solidFill>
                      </a:endParaRPr>
                    </a:p>
                    <a:p>
                      <a:pPr marL="63500" lvl="0" algn="ctr">
                        <a:spcBef>
                          <a:spcPts val="310"/>
                        </a:spcBef>
                        <a:spcAft>
                          <a:spcPts val="0"/>
                        </a:spcAft>
                        <a:buNone/>
                      </a:pPr>
                      <a:r>
                        <a:rPr lang="en-US" sz="700" b="0" i="0" u="none" strike="noStrike" noProof="0" dirty="0">
                          <a:solidFill>
                            <a:schemeClr val="bg1"/>
                          </a:solidFill>
                        </a:rPr>
                        <a:t>Use a trending sound to boost your algorithm. Interacting and creating content using Instagram's Reels is a great way to show the algorithm you like to participate in what's popular on the app.</a:t>
                      </a:r>
                      <a:endParaRPr lang="en-US" sz="700" dirty="0"/>
                    </a:p>
                  </a:txBody>
                  <a:tcPr marL="9524" marR="9524" marT="80772" marB="0"/>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30</a:t>
                      </a:r>
                      <a:endParaRPr lang="en-US" sz="7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rgbClr val="2D2926"/>
                          </a:solidFill>
                          <a:effectLst/>
                          <a:latin typeface="Century Gothic"/>
                        </a:rPr>
                        <a:t>REVIEWS</a:t>
                      </a:r>
                    </a:p>
                    <a:p>
                      <a:pPr marL="63500" lvl="0" algn="ctr">
                        <a:spcBef>
                          <a:spcPts val="310"/>
                        </a:spcBef>
                        <a:spcAft>
                          <a:spcPts val="0"/>
                        </a:spcAft>
                        <a:buNone/>
                      </a:pPr>
                      <a:r>
                        <a:rPr lang="en-US" sz="700" b="0" i="0" u="none" strike="noStrike" spc="0" noProof="0" dirty="0">
                          <a:solidFill>
                            <a:srgbClr val="2D2926"/>
                          </a:solidFill>
                          <a:effectLst/>
                          <a:latin typeface="Century Gothic"/>
                        </a:rPr>
                        <a:t>Share a review someone has left</a:t>
                      </a:r>
                      <a:br>
                        <a:rPr lang="en-US" sz="700" b="0" i="0" u="none" strike="noStrike" spc="0" noProof="0" dirty="0">
                          <a:solidFill>
                            <a:srgbClr val="2D2926"/>
                          </a:solidFill>
                          <a:effectLst/>
                          <a:latin typeface="Century Gothic"/>
                        </a:rPr>
                      </a:br>
                      <a:r>
                        <a:rPr lang="en-US" sz="700" b="0" i="0" u="none" strike="noStrike" spc="0" noProof="0" dirty="0">
                          <a:solidFill>
                            <a:srgbClr val="2D2926"/>
                          </a:solidFill>
                          <a:effectLst/>
                          <a:latin typeface="Century Gothic"/>
                        </a:rPr>
                        <a:t>on your Google profile, Facebook page or Yelp profile! This can help new prospects when deciding</a:t>
                      </a:r>
                      <a:br>
                        <a:rPr lang="en-US" sz="700" b="0" i="0" u="none" strike="noStrike" spc="0" noProof="0" dirty="0">
                          <a:solidFill>
                            <a:srgbClr val="2D2926"/>
                          </a:solidFill>
                          <a:effectLst/>
                          <a:latin typeface="Century Gothic"/>
                        </a:rPr>
                      </a:br>
                      <a:r>
                        <a:rPr lang="en-US" sz="700" b="0" i="0" u="none" strike="noStrike" spc="0" noProof="0" dirty="0">
                          <a:solidFill>
                            <a:srgbClr val="2D2926"/>
                          </a:solidFill>
                          <a:effectLst/>
                          <a:latin typeface="Century Gothic"/>
                        </a:rPr>
                        <a:t>which gym to choose.</a:t>
                      </a:r>
                    </a:p>
                  </a:txBody>
                  <a:tcPr marL="9524" marR="9524" marT="80772" marB="0"/>
                </a:tc>
                <a:tc>
                  <a:txBody>
                    <a:bodyPr/>
                    <a:lstStyle/>
                    <a:p>
                      <a:pPr marL="63500" lvl="0" algn="ctr">
                        <a:spcBef>
                          <a:spcPts val="310"/>
                        </a:spcBef>
                        <a:spcAft>
                          <a:spcPts val="0"/>
                        </a:spcAft>
                        <a:buNone/>
                      </a:pPr>
                      <a:endParaRPr lang="en-US" sz="700" b="0" i="0" u="none" strike="noStrike" spc="0" noProof="0">
                        <a:solidFill>
                          <a:schemeClr val="bg1"/>
                        </a:solidFill>
                        <a:effectLst/>
                      </a:endParaRPr>
                    </a:p>
                  </a:txBody>
                  <a:tcPr marL="9524" marR="9524" marT="80772" marB="0"/>
                </a:tc>
                <a:tc>
                  <a:txBody>
                    <a:bodyPr/>
                    <a:lstStyle/>
                    <a:p>
                      <a:pPr marL="63500" lvl="0" algn="ctr">
                        <a:spcBef>
                          <a:spcPts val="310"/>
                        </a:spcBef>
                        <a:spcAft>
                          <a:spcPts val="0"/>
                        </a:spcAft>
                        <a:buNone/>
                      </a:pPr>
                      <a:endParaRPr lang="en-US" sz="700" b="0" i="0" u="none" strike="noStrike" spc="0" noProof="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700" b="0" i="0" u="none" strike="noStrike"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700" b="0" i="0" u="none" strike="noStrike" noProof="0" dirty="0">
                        <a:solidFill>
                          <a:schemeClr val="bg1"/>
                        </a:solidFill>
                        <a:effectLst/>
                        <a:latin typeface="Century Gothic"/>
                      </a:endParaRPr>
                    </a:p>
                  </a:txBody>
                  <a:tcPr marL="9524" marR="9524" marT="80772" marB="0"/>
                </a:tc>
                <a:extLst>
                  <a:ext uri="{0D108BD9-81ED-4DB2-BD59-A6C34878D82A}">
                    <a16:rowId xmlns:a16="http://schemas.microsoft.com/office/drawing/2014/main" val="4071831031"/>
                  </a:ext>
                </a:extLst>
              </a:tr>
            </a:tbl>
          </a:graphicData>
        </a:graphic>
      </p:graphicFrame>
    </p:spTree>
    <p:extLst>
      <p:ext uri="{BB962C8B-B14F-4D97-AF65-F5344CB8AC3E}">
        <p14:creationId xmlns:p14="http://schemas.microsoft.com/office/powerpoint/2010/main" val="25230966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Anytime Fitness Template">
  <a:themeElements>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fontScheme name="Anytime Fitness">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solidFill>
              <a:schemeClr val="bg1"/>
            </a:solidFill>
          </a:defRPr>
        </a:defPPr>
      </a:lstStyle>
    </a:txDef>
  </a:objectDefaults>
  <a:extraClrSchemeLst/>
  <a:extLst>
    <a:ext uri="{05A4C25C-085E-4340-85A3-A5531E510DB2}">
      <thm15:themeFamily xmlns:thm15="http://schemas.microsoft.com/office/thememl/2012/main" name="Bar-Method_PPT-Template_V2 edit code final.potx" id="{EF5957C3-A1C1-4345-85B9-8F272847F476}" vid="{D92DD28F-51C3-4CBB-8DEE-BB33764BC1D9}"/>
    </a:ext>
  </a:extLst>
</a:theme>
</file>

<file path=ppt/theme/theme2.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C9F4D4AED8BDC44AAAD872D46454869" ma:contentTypeVersion="25" ma:contentTypeDescription="Create a new document." ma:contentTypeScope="" ma:versionID="9590af35345759196e931e991b350f44">
  <xsd:schema xmlns:xsd="http://www.w3.org/2001/XMLSchema" xmlns:xs="http://www.w3.org/2001/XMLSchema" xmlns:p="http://schemas.microsoft.com/office/2006/metadata/properties" xmlns:ns2="47019a7e-a60c-4a1f-b4fd-44452cf97621" xmlns:ns3="9464be75-fc0f-4c74-b7a9-67e6b6b30f78" targetNamespace="http://schemas.microsoft.com/office/2006/metadata/properties" ma:root="true" ma:fieldsID="f3aa4232e046b6ee01c1c8fc4359fad7" ns2:_="" ns3:_="">
    <xsd:import namespace="47019a7e-a60c-4a1f-b4fd-44452cf97621"/>
    <xsd:import namespace="9464be75-fc0f-4c74-b7a9-67e6b6b30f7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AutoKeyPoints" minOccurs="0"/>
                <xsd:element ref="ns3:MediaServiceKeyPoints" minOccurs="0"/>
                <xsd:element ref="ns3:MediaServiceLocation" minOccurs="0"/>
                <xsd:element ref="ns3:MediaServiceGenerationTime" minOccurs="0"/>
                <xsd:element ref="ns3:MediaServiceEventHashCode" minOccurs="0"/>
                <xsd:element ref="ns3:_Flow_SignoffStatus" minOccurs="0"/>
                <xsd:element ref="ns3:Dateandtime" minOccurs="0"/>
                <xsd:element ref="ns3:MediaLengthInSeconds" minOccurs="0"/>
                <xsd:element ref="ns3:Person" minOccurs="0"/>
                <xsd:element ref="ns3:Date_x0020__x0026__x0020_Time" minOccurs="0"/>
                <xsd:element ref="ns2:TaxCatchAll" minOccurs="0"/>
                <xsd:element ref="ns3:lcf76f155ced4ddcb4097134ff3c332f"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19a7e-a60c-4a1f-b4fd-44452cf9762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0c40076c-e6fb-4d57-baf1-f991dbe98c27}" ma:internalName="TaxCatchAll" ma:showField="CatchAllData" ma:web="47019a7e-a60c-4a1f-b4fd-44452cf9762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64be75-fc0f-4c74-b7a9-67e6b6b30f7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Dateandtime" ma:index="21" nillable="true" ma:displayName="Date and time" ma:format="DateTime" ma:internalName="Dateandtime">
      <xsd:simpleType>
        <xsd:restriction base="dms:DateTime"/>
      </xsd:simpleType>
    </xsd:element>
    <xsd:element name="MediaLengthInSeconds" ma:index="22" nillable="true" ma:displayName="Length (seconds)" ma:internalName="MediaLengthInSeconds" ma:readOnly="true">
      <xsd:simpleType>
        <xsd:restriction base="dms:Unknown"/>
      </xsd:simpleType>
    </xsd:element>
    <xsd:element name="Person" ma:index="2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_x0020__x0026__x0020_Time" ma:index="24" nillable="true" ma:displayName="Date &amp; Time" ma:format="DateTime" ma:internalName="Date_x0020__x0026__x0020_Time">
      <xsd:simpleType>
        <xsd:restriction base="dms:DateTime"/>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8a19ee54-46e1-4f28-9254-181b3d6e14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Date_x0020__x0026__x0020_Time xmlns="9464be75-fc0f-4c74-b7a9-67e6b6b30f78">2023-02-02T21:00:00+00:00</Date_x0020__x0026__x0020_Time>
    <_Flow_SignoffStatus xmlns="9464be75-fc0f-4c74-b7a9-67e6b6b30f78" xsi:nil="true"/>
    <TaxCatchAll xmlns="47019a7e-a60c-4a1f-b4fd-44452cf97621" xsi:nil="true"/>
    <lcf76f155ced4ddcb4097134ff3c332f xmlns="9464be75-fc0f-4c74-b7a9-67e6b6b30f78">
      <Terms xmlns="http://schemas.microsoft.com/office/infopath/2007/PartnerControls"/>
    </lcf76f155ced4ddcb4097134ff3c332f>
    <Dateandtime xmlns="9464be75-fc0f-4c74-b7a9-67e6b6b30f78">2023-02-02T21:00:00+00:00</Dateandtime>
    <Person xmlns="9464be75-fc0f-4c74-b7a9-67e6b6b30f78">
      <UserInfo>
        <DisplayName/>
        <AccountId xsi:nil="true"/>
        <AccountType/>
      </UserInfo>
    </Person>
    <SharedWithUsers xmlns="47019a7e-a60c-4a1f-b4fd-44452cf97621">
      <UserInfo>
        <DisplayName>Marcie DeLuca</DisplayName>
        <AccountId>9585</AccountId>
        <AccountType/>
      </UserInfo>
      <UserInfo>
        <DisplayName>Garrett Ebling</DisplayName>
        <AccountId>1938</AccountId>
        <AccountType/>
      </UserInfo>
      <UserInfo>
        <DisplayName>Deb Pias</DisplayName>
        <AccountId>51</AccountId>
        <AccountType/>
      </UserInfo>
      <UserInfo>
        <DisplayName>Morgan Edwards</DisplayName>
        <AccountId>25969</AccountId>
        <AccountType/>
      </UserInfo>
      <UserInfo>
        <DisplayName>Kenzi Boivin</DisplayName>
        <AccountId>10537</AccountId>
        <AccountType/>
      </UserInfo>
    </SharedWithUsers>
  </documentManagement>
</p:properties>
</file>

<file path=customXml/itemProps1.xml><?xml version="1.0" encoding="utf-8"?>
<ds:datastoreItem xmlns:ds="http://schemas.openxmlformats.org/officeDocument/2006/customXml" ds:itemID="{1F90C4E6-4A59-487E-81FF-2AAB65958319}">
  <ds:schemaRefs>
    <ds:schemaRef ds:uri="http://schemas.microsoft.com/sharepoint/v3/contenttype/forms"/>
  </ds:schemaRefs>
</ds:datastoreItem>
</file>

<file path=customXml/itemProps2.xml><?xml version="1.0" encoding="utf-8"?>
<ds:datastoreItem xmlns:ds="http://schemas.openxmlformats.org/officeDocument/2006/customXml" ds:itemID="{528711C7-1C08-4355-9495-3EF5D8F085CE}">
  <ds:schemaRefs>
    <ds:schemaRef ds:uri="47019a7e-a60c-4a1f-b4fd-44452cf97621"/>
    <ds:schemaRef ds:uri="9464be75-fc0f-4c74-b7a9-67e6b6b30f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AA2B1DA-A2C5-489C-A46E-FC3EAF2F3ADB}">
  <ds:schemaRefs>
    <ds:schemaRef ds:uri="47019a7e-a60c-4a1f-b4fd-44452cf97621"/>
    <ds:schemaRef ds:uri="9464be75-fc0f-4c74-b7a9-67e6b6b30f78"/>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Bar Method Template</Template>
  <TotalTime>1</TotalTime>
  <Words>1242</Words>
  <Application>Microsoft Macintosh PowerPoint</Application>
  <PresentationFormat>Widescreen</PresentationFormat>
  <Paragraphs>97</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Century Gothic</vt:lpstr>
      <vt:lpstr>Anytime Fitness Template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METHOD PRESENTATION TEMPLATE</dc:title>
  <dc:creator>Meredith Berg</dc:creator>
  <cp:lastModifiedBy>Deb Pias</cp:lastModifiedBy>
  <cp:revision>4</cp:revision>
  <dcterms:created xsi:type="dcterms:W3CDTF">2021-11-18T14:52:15Z</dcterms:created>
  <dcterms:modified xsi:type="dcterms:W3CDTF">2024-03-15T16:43:07Z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0x010100BC9F4D4AED8BDC44AAAD872D46454869</vt:lpwstr>
  </property>
  <property fmtid="{D5CDD505-2E9C-101B-9397-08002B2CF9AE}" pid="3" name="MediaServiceImageTags">
    <vt:lpwstr/>
  </property>
</Properties>
</file>