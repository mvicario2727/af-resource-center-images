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C97052-CCA6-49B0-AA09-A65277281CBA}">
          <p14:sldIdLst/>
        </p14:section>
        <p14:section name="Content" id="{10C81FA4-AB20-4F8C-AA98-C00990760090}">
          <p14:sldIdLst>
            <p14:sldId id="339"/>
          </p14:sldIdLst>
        </p14:section>
        <p14:section name="Closing" id="{B254CC29-6644-48FB-B435-9D56547BC196}">
          <p14:sldIdLst/>
        </p14:section>
      </p14:sectionLst>
    </p:ex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8086-3F0E-FF1D-E9D1-078C4F90C6D8}" name="Kenzi Boivin" initials="KB" userId="S::mackenzie.boivin@sebrands.com::8534dba6-d4b5-4e68-ba01-c4976388d9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DED1"/>
    <a:srgbClr val="FFFFFF"/>
    <a:srgbClr val="6E38D5"/>
    <a:srgbClr val="440099"/>
    <a:srgbClr val="FF7500"/>
    <a:srgbClr val="DAF4F0"/>
    <a:srgbClr val="B5E9E1"/>
    <a:srgbClr val="46C8B3"/>
    <a:srgbClr val="00C7B1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74B0B-45E8-48A9-8F39-8216078BC745}" v="1" dt="2024-11-15T02:03:08.834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663"/>
  </p:normalViewPr>
  <p:slideViewPr>
    <p:cSldViewPr snapToGrid="0">
      <p:cViewPr>
        <p:scale>
          <a:sx n="174" d="100"/>
          <a:sy n="174" d="100"/>
        </p:scale>
        <p:origin x="216" y="272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11/15/24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11/15/24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it.ly/BM-PPT" TargetMode="Externa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11/15/24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11/15/24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11/15/24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11/15/24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11/15/24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bg1"/>
                </a:solidFill>
              </a:rPr>
              <a:t> </a:t>
            </a:r>
            <a:endParaRPr lang="en-US" sz="900" i="1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11/15/24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</a:t>
            </a:r>
            <a:r>
              <a:rPr lang="en-US" sz="900"/>
              <a:t>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11/15/24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tx1"/>
                </a:solidFill>
              </a:rPr>
              <a:t>on 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11/15/24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11/15/24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11/15/24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7AC15C-8F66-B1FD-9A0C-8C6A6E8D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37980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723179">
                  <a:extLst>
                    <a:ext uri="{9D8B030D-6E8A-4147-A177-3AD203B41FA5}">
                      <a16:colId xmlns:a16="http://schemas.microsoft.com/office/drawing/2014/main" val="2484229546"/>
                    </a:ext>
                  </a:extLst>
                </a:gridCol>
                <a:gridCol w="1838553">
                  <a:extLst>
                    <a:ext uri="{9D8B030D-6E8A-4147-A177-3AD203B41FA5}">
                      <a16:colId xmlns:a16="http://schemas.microsoft.com/office/drawing/2014/main" val="439348342"/>
                    </a:ext>
                  </a:extLst>
                </a:gridCol>
                <a:gridCol w="1811908">
                  <a:extLst>
                    <a:ext uri="{9D8B030D-6E8A-4147-A177-3AD203B41FA5}">
                      <a16:colId xmlns:a16="http://schemas.microsoft.com/office/drawing/2014/main" val="1072895275"/>
                    </a:ext>
                  </a:extLst>
                </a:gridCol>
                <a:gridCol w="1748543">
                  <a:extLst>
                    <a:ext uri="{9D8B030D-6E8A-4147-A177-3AD203B41FA5}">
                      <a16:colId xmlns:a16="http://schemas.microsoft.com/office/drawing/2014/main" val="278766268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952576077"/>
                    </a:ext>
                  </a:extLst>
                </a:gridCol>
                <a:gridCol w="1720559">
                  <a:extLst>
                    <a:ext uri="{9D8B030D-6E8A-4147-A177-3AD203B41FA5}">
                      <a16:colId xmlns:a16="http://schemas.microsoft.com/office/drawing/2014/main" val="1911801536"/>
                    </a:ext>
                  </a:extLst>
                </a:gridCol>
                <a:gridCol w="1657258">
                  <a:extLst>
                    <a:ext uri="{9D8B030D-6E8A-4147-A177-3AD203B41FA5}">
                      <a16:colId xmlns:a16="http://schemas.microsoft.com/office/drawing/2014/main" val="1683208684"/>
                    </a:ext>
                  </a:extLst>
                </a:gridCol>
              </a:tblGrid>
              <a:tr h="772179">
                <a:tc gridSpan="7">
                  <a:txBody>
                    <a:bodyPr/>
                    <a:lstStyle/>
                    <a:p>
                      <a:pPr marL="530225" lvl="0">
                        <a:lnSpc>
                          <a:spcPts val="5175"/>
                        </a:lnSpc>
                        <a:spcBef>
                          <a:spcPts val="22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spc="0" dirty="0">
                          <a:effectLst/>
                        </a:rPr>
                        <a:t>DECEMBER 2024</a:t>
                      </a:r>
                      <a:endParaRPr lang="en-US" dirty="0"/>
                    </a:p>
                  </a:txBody>
                  <a:tcPr marL="9525" marR="9525" marT="9525" marB="0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31081062"/>
                  </a:ext>
                </a:extLst>
              </a:tr>
              <a:tr h="165467">
                <a:tc>
                  <a:txBody>
                    <a:bodyPr/>
                    <a:lstStyle/>
                    <a:p>
                      <a:pPr marL="0" marR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SUNDAY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5461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MONDAY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2730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TUESDAY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WEDNESDAY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THURSDAY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1778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FRIDAY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3619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SATURDAY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extLst>
                  <a:ext uri="{0D108BD9-81ED-4DB2-BD59-A6C34878D82A}">
                    <a16:rowId xmlns:a16="http://schemas.microsoft.com/office/drawing/2014/main" val="3509082617"/>
                  </a:ext>
                </a:extLst>
              </a:tr>
              <a:tr h="93764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1</a:t>
                      </a:r>
                      <a:endParaRPr lang="en-US" sz="600" b="0" i="0" u="none" strike="noStrike" noProof="0" dirty="0">
                        <a:solidFill>
                          <a:srgbClr val="2D2926"/>
                        </a:solidFill>
                        <a:latin typeface="Century Gothic"/>
                      </a:endParaRP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Month 12 OF 12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Let's close out 2024 strong!</a:t>
                      </a:r>
                      <a:b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</a:br>
                      <a: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Remind members they can get a</a:t>
                      </a:r>
                      <a:b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</a:br>
                      <a: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head start on next year and finish</a:t>
                      </a:r>
                      <a:b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</a:br>
                      <a: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out this year strong!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VARIATIONS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Choose a movement and record a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Reel that shows both regressions and progressions for that movement.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POT LUCKY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'Tis the season for holiday parties.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a fun, good-for-you recipe members can use! Check out the </a:t>
                      </a:r>
                      <a:r>
                        <a:rPr lang="en-US" sz="7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</a:rPr>
                        <a:t>Coach.Care.Connect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. blog on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our website for ideas!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REVIEW TESTIMONY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a Google or Facebook review you have received that talks about your community and gym.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5</a:t>
                      </a: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#TBT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a past photo of your gym,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 member event, or something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from your grand opening!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"WHO'S WORKING OUT THIS WEEKEND"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Use your Story to poll members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and see who plans to hit the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gym this weekend!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CIRCUIT WORKOUT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Compile and film a Reel sharing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4 or 5 movements for a quick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circuit workout!</a:t>
                      </a: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4038034110"/>
                  </a:ext>
                </a:extLst>
              </a:tr>
              <a:tr h="110135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NUTRITION RECIPE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Nutrition is a key part of the wellness journey! Share healthy swaps or a recipe for members—perfect for grocery shopping Sunday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and meal prep options!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spc="0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CORE MUSCLES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How can working your core benefit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you in everyday life? Are washboard abs the only good outcome?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Educate members on the importance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of building a strong core.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ZEN FEELING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ways to decrease stress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and increase that </a:t>
                      </a:r>
                      <a:r>
                        <a:rPr lang="en-US" sz="7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zen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 feeling during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this busy time of year</a:t>
                      </a: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.</a:t>
                      </a:r>
                      <a:endParaRPr lang="en-US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UPPER BODY WORKOUT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a carousel of 5 movements users can use for an upper body workout or poll members in the gym asking what their favorite upper body workout movements are. Next,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 how to perform them!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SESSIONS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your session schedule: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when and how can someone join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in on the group fitness fun?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LOCAL HAPPENINGS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Are you participating in any local Holiday events? Share where you can be found during this fun time of year!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GYM AMENITIES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Red light? Recovery tools? </a:t>
                      </a:r>
                      <a:r>
                        <a:rPr lang="en-US" sz="7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Evolt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? Showcase an amenity in the gym and how members can use it!</a:t>
                      </a: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4289451183"/>
                  </a:ext>
                </a:extLst>
              </a:tr>
              <a:tr h="1109786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pc="0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NATIONAL UGLY SWEATER DAY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 off those UGLY sweaters! Whether its DIY or store-bought, too big, or too small, get in on the fun!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marR="0" lvl="0" indent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INCREASE FLEXIBILITY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three stretches that help improve flexibility. Choose lower body, upper body, or a full body stretch routine.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STRENGTH MOVEMENT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Demonstrate a strength movement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and its progression for those looking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to advance their workout regimen. Challenge followers to implement the movement in their workouts this week!</a:t>
                      </a:r>
                      <a:endParaRPr lang="en-US" sz="70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HOLLY JOLLY HOLIDAY SEASON TUNES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Poll members to create the ultimate Holiday playlist for the gym!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19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SESSION SNEAK PEEK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+mn-lt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Share a Reel of a sneak peek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for an upcoming session.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MEMBER WINS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Have a few members write on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a whiteboard and share their wins. Whether it’s pounds lost, muscle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built, better sleep, or a new PR,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no win is too small!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SATURDAY WORKOUTS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What group training offerings do you have? Do you offer any other sessions? Highlight a workout or share a challenge!  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3005291295"/>
                  </a:ext>
                </a:extLst>
              </a:tr>
              <a:tr h="1323734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22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ACTIVE RECOVERY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 is active recovery? Why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should we do active recovery?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tips or routines members can use for active recovery options. 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#TRENDING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It’s peak holiday season, and many things are trending: get in on the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action! Need inspiration? Open your Instagram app &gt; go to your account's professional dashboard and scroll to "Tips and Resources" where you can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see trending audios and what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people are using the songs for!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HOLIDAY HOURS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Are your staffed hours different for the holidays? Let people know by posting to your feed and pinning the post!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TRAVEL TIPS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Heading to a different town?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Maybe you’re hosting your entire extended family, so you're a little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busy. Share ways members can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still make working out happen!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HAPPY HOLIDAYS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Feel free to post on your Story or feed with a holiday greeting! It can be fun to make up a "Holiday Card" with staff and share that out.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STAFF SHOWCASE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Do you have a new staff member? Or is someone having a birthday or </a:t>
                      </a:r>
                      <a:r>
                        <a:rPr lang="en-US" sz="700" b="0" i="0" u="none" strike="noStrike" spc="0" noProof="0">
                          <a:solidFill>
                            <a:schemeClr val="bg1"/>
                          </a:solidFill>
                          <a:effectLst/>
                        </a:rPr>
                        <a:t>hitting a milestone 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in their career? Share out this good news!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REST IMPORTANCE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tips on how to improve sleep hygiene and how it can impact your gains. </a:t>
                      </a: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2870796117"/>
                  </a:ext>
                </a:extLst>
              </a:tr>
              <a:tr h="1447835"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28</a:t>
                      </a:r>
                      <a:endParaRPr lang="en-US" sz="1200" b="0" i="0" u="none" strike="noStrike" noProof="0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NUTRITION NOTE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some facts or healthy swaps regarding nutrition. Whether its how to get more fiber or managing your cravings. 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29</a:t>
                      </a:r>
                      <a:endParaRPr lang="en-US" dirty="0"/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UNWIND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How can you unwind, relax or regulate your nervous system? SHARE SOME IDEAS!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WORKOUT SPLIT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For those planning their workouts, what is a way to maximize their gains in the gym? Share a workout split suitable for beginners and more advanced gym-goers.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31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NEW YEAR #GOALS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On the eve of 2025, poll your members to see what they will be including in their 2025 goals. 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/>
                </a:tc>
                <a:extLst>
                  <a:ext uri="{0D108BD9-81ED-4DB2-BD59-A6C34878D82A}">
                    <a16:rowId xmlns:a16="http://schemas.microsoft.com/office/drawing/2014/main" val="369740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966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r-Method_PPT-Template_V2 edit code final.potx" id="{EF5957C3-A1C1-4345-85B9-8F272847F476}" vid="{D92DD28F-51C3-4CBB-8DEE-BB33764BC1D9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_x0026__x0020_Time xmlns="9464be75-fc0f-4c74-b7a9-67e6b6b30f78">2023-02-02T21:00:00+00:00</Date_x0020__x0026__x0020_Time>
    <_Flow_SignoffStatus xmlns="9464be75-fc0f-4c74-b7a9-67e6b6b30f78" xsi:nil="true"/>
    <TaxCatchAll xmlns="47019a7e-a60c-4a1f-b4fd-44452cf97621" xsi:nil="true"/>
    <lcf76f155ced4ddcb4097134ff3c332f xmlns="9464be75-fc0f-4c74-b7a9-67e6b6b30f78">
      <Terms xmlns="http://schemas.microsoft.com/office/infopath/2007/PartnerControls"/>
    </lcf76f155ced4ddcb4097134ff3c332f>
    <Dateandtime xmlns="9464be75-fc0f-4c74-b7a9-67e6b6b30f78">2023-02-02T21:00:00+00:00</Dateandtime>
    <Person xmlns="9464be75-fc0f-4c74-b7a9-67e6b6b30f78">
      <UserInfo>
        <DisplayName/>
        <AccountId xsi:nil="true"/>
        <AccountType/>
      </UserInfo>
    </Person>
    <SharedWithUsers xmlns="47019a7e-a60c-4a1f-b4fd-44452cf97621">
      <UserInfo>
        <DisplayName>Marcie DeLuca</DisplayName>
        <AccountId>9585</AccountId>
        <AccountType/>
      </UserInfo>
      <UserInfo>
        <DisplayName>Garrett Ebling</DisplayName>
        <AccountId>1938</AccountId>
        <AccountType/>
      </UserInfo>
      <UserInfo>
        <DisplayName>Deb Pias</DisplayName>
        <AccountId>51</AccountId>
        <AccountType/>
      </UserInfo>
      <UserInfo>
        <DisplayName>Morgan Edwards</DisplayName>
        <AccountId>25969</AccountId>
        <AccountType/>
      </UserInfo>
      <UserInfo>
        <DisplayName>Kenzi Boivin</DisplayName>
        <AccountId>10537</AccountId>
        <AccountType/>
      </UserInfo>
      <UserInfo>
        <DisplayName>Sarah Mastrian</DisplayName>
        <AccountId>14028</AccountId>
        <AccountType/>
      </UserInfo>
      <UserInfo>
        <DisplayName>Tammy Nienaber</DisplayName>
        <AccountId>52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F4D4AED8BDC44AAAD872D46454869" ma:contentTypeVersion="25" ma:contentTypeDescription="Create a new document." ma:contentTypeScope="" ma:versionID="4cd7bbde4b7569de7419761a2ff09ce0">
  <xsd:schema xmlns:xsd="http://www.w3.org/2001/XMLSchema" xmlns:xs="http://www.w3.org/2001/XMLSchema" xmlns:p="http://schemas.microsoft.com/office/2006/metadata/properties" xmlns:ns2="47019a7e-a60c-4a1f-b4fd-44452cf97621" xmlns:ns3="9464be75-fc0f-4c74-b7a9-67e6b6b30f78" targetNamespace="http://schemas.microsoft.com/office/2006/metadata/properties" ma:root="true" ma:fieldsID="d4ddd257af2755d60d19e4481dbb76be" ns2:_="" ns3:_="">
    <xsd:import namespace="47019a7e-a60c-4a1f-b4fd-44452cf97621"/>
    <xsd:import namespace="9464be75-fc0f-4c74-b7a9-67e6b6b30f7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Dateandtime" minOccurs="0"/>
                <xsd:element ref="ns3:MediaLengthInSeconds" minOccurs="0"/>
                <xsd:element ref="ns3:Person" minOccurs="0"/>
                <xsd:element ref="ns3:Date_x0020__x0026__x0020_Time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19a7e-a60c-4a1f-b4fd-44452cf976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c40076c-e6fb-4d57-baf1-f991dbe98c27}" ma:internalName="TaxCatchAll" ma:showField="CatchAllData" ma:web="47019a7e-a60c-4a1f-b4fd-44452cf97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4be75-fc0f-4c74-b7a9-67e6b6b30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Dateandtime" ma:index="21" nillable="true" ma:displayName="Date and time" ma:format="DateTime" ma:internalName="Dateandtime">
      <xsd:simpleType>
        <xsd:restriction base="dms:DateTime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Person" ma:index="23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e_x0020__x0026__x0020_Time" ma:index="24" nillable="true" ma:displayName="Date &amp; Time" ma:format="DateTime" ma:internalName="Date_x0020__x0026__x0020_Time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8a19ee54-46e1-4f28-9254-181b3d6e14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A2B1DA-A2C5-489C-A46E-FC3EAF2F3ADB}">
  <ds:schemaRefs>
    <ds:schemaRef ds:uri="47019a7e-a60c-4a1f-b4fd-44452cf97621"/>
    <ds:schemaRef ds:uri="http://www.w3.org/XML/1998/namespace"/>
    <ds:schemaRef ds:uri="http://purl.org/dc/dcmitype/"/>
    <ds:schemaRef ds:uri="http://schemas.microsoft.com/office/2006/documentManagement/types"/>
    <ds:schemaRef ds:uri="9464be75-fc0f-4c74-b7a9-67e6b6b30f78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CDE1E74-F75B-4E8D-8D2A-88E7FBBF1F8E}">
  <ds:schemaRefs>
    <ds:schemaRef ds:uri="47019a7e-a60c-4a1f-b4fd-44452cf97621"/>
    <ds:schemaRef ds:uri="9464be75-fc0f-4c74-b7a9-67e6b6b30f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Bar Method Template</Template>
  <TotalTime>30</TotalTime>
  <Words>923</Words>
  <Application>Microsoft Macintosh PowerPoint</Application>
  <PresentationFormat>Widescreen</PresentationFormat>
  <Paragraphs>104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Anytime Fitness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METHOD PRESENTATION TEMPLATE</dc:title>
  <dc:creator>Meredith Berg</dc:creator>
  <cp:lastModifiedBy>Deb Pias</cp:lastModifiedBy>
  <cp:revision>271</cp:revision>
  <dcterms:created xsi:type="dcterms:W3CDTF">2021-11-18T14:52:15Z</dcterms:created>
  <dcterms:modified xsi:type="dcterms:W3CDTF">2024-11-15T20:41:40Z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0x010100BC9F4D4AED8BDC44AAAD872D46454869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2024-07-08T15:51:19Z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9f1e5e16-4042-4ce1-ae53-a4d0d9646ca7</vt:lpwstr>
  </property>
  <property fmtid="{D5CDD505-2E9C-101B-9397-08002B2CF9AE}" pid="10" name="MSIP_Label_c19e54f6-8de3-4dc1-8de2-3571ff8ef8ed_ContentBits">
    <vt:lpwstr>0</vt:lpwstr>
  </property>
</Properties>
</file>