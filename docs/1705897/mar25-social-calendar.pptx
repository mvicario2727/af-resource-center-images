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C97052-CCA6-49B0-AA09-A65277281CBA}">
          <p14:sldIdLst/>
        </p14:section>
        <p14:section name="Content" id="{10C81FA4-AB20-4F8C-AA98-C00990760090}">
          <p14:sldIdLst>
            <p14:sldId id="339"/>
          </p14:sldIdLst>
        </p14:section>
        <p14:section name="Closing" id="{B254CC29-6644-48FB-B435-9D56547BC196}">
          <p14:sldIdLst/>
        </p14:section>
      </p14:sectionLst>
    </p:ext>
    <p:ext uri="{EFAFB233-063F-42B5-8137-9DF3F51BA10A}">
      <p15:sldGuideLst xmlns:p15="http://schemas.microsoft.com/office/powerpoint/2012/main">
        <p15:guide id="1" pos="381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8086-3F0E-FF1D-E9D1-078C4F90C6D8}" name="Kenzi Boivin" initials="KB" userId="S::mackenzie.boivin@sebrands.com::8534dba6-d4b5-4e68-ba01-c4976388d9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DED1"/>
    <a:srgbClr val="FFFFFF"/>
    <a:srgbClr val="6E38D5"/>
    <a:srgbClr val="440099"/>
    <a:srgbClr val="FF7500"/>
    <a:srgbClr val="DAF4F0"/>
    <a:srgbClr val="B5E9E1"/>
    <a:srgbClr val="46C8B3"/>
    <a:srgbClr val="00C7B1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C34F2-6C53-35D4-B964-6FCFE2463180}" v="25" dt="2025-02-10T16:37:27.021"/>
    <p1510:client id="{F0BF5268-BA8F-5C16-6790-247E171A0489}" v="11" dt="2025-02-11T19:29:42.085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/>
    <p:restoredTop sz="94682"/>
  </p:normalViewPr>
  <p:slideViewPr>
    <p:cSldViewPr snapToGrid="0">
      <p:cViewPr>
        <p:scale>
          <a:sx n="240" d="100"/>
          <a:sy n="240" d="100"/>
        </p:scale>
        <p:origin x="-1696" y="-3904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A8E49-8B1D-4DF8-A071-B5FA55314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8329-2CA0-4127-8422-E0F8FDBB5A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CA5B-16E1-4D70-8291-219716099B83}" type="datetimeFigureOut">
              <a:rPr lang="en-US" sz="900" smtClean="0"/>
              <a:t>2/17/25</a:t>
            </a:fld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A4AF-E0C8-4B4B-8EEC-9B18D20AA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5F37B-567F-4B68-9E7A-44718C7C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FDF21-CECB-4149-9559-85C1CAE991E1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0238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AAF6F7E2-0BCC-415C-898E-B17019296F88}" type="datetimeFigureOut">
              <a:rPr lang="en-US" smtClean="0"/>
              <a:pPr/>
              <a:t>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2590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83455"/>
            <a:ext cx="5486400" cy="44346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5470BA31-47BF-48E8-B9A3-29FECAA7F1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5888" indent="-115888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1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284163" indent="-11430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01638" indent="-5715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12763" indent="-6032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630238" indent="-555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72548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0BA31-47BF-48E8-B9A3-29FECAA7F11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790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it.ly/BM-PPT" TargetMode="Externa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M-PPT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ECE2-5163-9D04-E983-0F2B0EE4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2" r="-270"/>
          <a:stretch/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29B9-DD17-CA63-4289-7F63494F64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3">
    <p:bg bwMode="black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1D67-94EA-C52D-5C55-E91F520335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902215-CAB0-FE3E-6DF6-4E886AE6C650}"/>
              </a:ext>
            </a:extLst>
          </p:cNvPr>
          <p:cNvSpPr/>
          <p:nvPr userDrawn="1"/>
        </p:nvSpPr>
        <p:spPr>
          <a:xfrm>
            <a:off x="0" y="626806"/>
            <a:ext cx="12192000" cy="5604387"/>
          </a:xfrm>
          <a:prstGeom prst="rect">
            <a:avLst/>
          </a:prstGeom>
          <a:solidFill>
            <a:srgbClr val="6E3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C7D952-3A0A-3DB9-9D96-7BBCA01A9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2309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221A62-5C6A-EA86-8CF3-17DDB982C4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02894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835D876-733F-5EE7-319F-98FB81776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8720662" y="5536856"/>
            <a:ext cx="3020706" cy="459760"/>
          </a:xfrm>
          <a:prstGeom prst="rect">
            <a:avLst/>
          </a:prstGeom>
        </p:spPr>
      </p:pic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77FAC52-4B8C-8F34-652E-B166AB050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927600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0AC-D8FF-462D-9825-7286BEBF1923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7568E-CB3A-DCFC-9AB9-F9930F41285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85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4">
    <p:bg bwMode="black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BE3CDF-161F-4F63-B869-C988AD61EC40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45000">
                <a:schemeClr val="bg2">
                  <a:alpha val="0"/>
                </a:schemeClr>
              </a:gs>
              <a:gs pos="99000">
                <a:schemeClr val="bg2">
                  <a:alpha val="71792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992604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SLIDE OPTION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033189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4BF94-F536-426E-A3E5-B1F662975588}"/>
              </a:ext>
            </a:extLst>
          </p:cNvPr>
          <p:cNvSpPr txBox="1"/>
          <p:nvPr userDrawn="1"/>
        </p:nvSpPr>
        <p:spPr>
          <a:xfrm>
            <a:off x="-1377387" y="5251"/>
            <a:ext cx="1319384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D01388-6E36-28FA-E617-B1D917928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7848253" y="6143438"/>
            <a:ext cx="3020706" cy="459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BDC9C-971B-5308-1AB6-187EEC2E2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t="19203" b="66164"/>
          <a:stretch/>
        </p:blipFill>
        <p:spPr>
          <a:xfrm rot="5400000">
            <a:off x="8281594" y="2947593"/>
            <a:ext cx="6857999" cy="9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5">
    <p:bg bwMode="blackGray">
      <p:bgPr>
        <a:gradFill flip="none" rotWithShape="1">
          <a:gsLst>
            <a:gs pos="0">
              <a:schemeClr val="tx2"/>
            </a:gs>
            <a:gs pos="100000">
              <a:schemeClr val="accent2">
                <a:alpha val="77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975AB-C39D-F113-67A8-53AE25E55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1D818B-3B83-4D74-85EC-C99BA16330A0}"/>
              </a:ext>
            </a:extLst>
          </p:cNvPr>
          <p:cNvSpPr/>
          <p:nvPr userDrawn="1"/>
        </p:nvSpPr>
        <p:spPr>
          <a:xfrm>
            <a:off x="663146" y="626806"/>
            <a:ext cx="11528854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7F0163-9D9F-91BB-815C-830A872A0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35564" y="1465723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218589-BB24-711A-CE8D-82F347A484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58564" y="3960824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F55F-1F8C-DB81-4A38-95C5D49121AF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66920F6-5D0A-F6A0-448F-7166C446B2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129" y="0"/>
            <a:ext cx="5239872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B284493-5F25-232F-9826-3A294FE382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1035564" y="5536856"/>
            <a:ext cx="3020706" cy="4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D5E3D1-2FD4-80BD-8140-7FEAB9D9E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1243" r="14852" b="17954"/>
          <a:stretch/>
        </p:blipFill>
        <p:spPr>
          <a:xfrm rot="5400000">
            <a:off x="-1099664" y="1099665"/>
            <a:ext cx="6857999" cy="46586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498370" y="507036"/>
            <a:ext cx="4160301" cy="5503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2F8598-1E03-415E-9D61-D613757CD1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8672" y="0"/>
            <a:ext cx="7532687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42411" y="1095644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411" y="1644493"/>
            <a:ext cx="3447902" cy="2386012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0B7F6-A3B2-BFC1-5597-CD31D2E1A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5384269" y="848230"/>
            <a:ext cx="5492997" cy="5300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762429" y="1423190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2429" y="1972039"/>
            <a:ext cx="3447902" cy="2386012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126B-DFC7-4E06-5BA7-E445C1224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81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C4EB-97F9-0482-B983-CF6FB9EEF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913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0E842-C6B2-89C1-1A18-36088AF18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3FF0D-E586-41E0-E375-9DBDDDC7A5F6}"/>
              </a:ext>
            </a:extLst>
          </p:cNvPr>
          <p:cNvSpPr/>
          <p:nvPr userDrawn="1"/>
        </p:nvSpPr>
        <p:spPr>
          <a:xfrm>
            <a:off x="624348" y="626806"/>
            <a:ext cx="10943303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B80EA-6840-CFF5-DE5A-ABBDE7B6B6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Option 2">
    <p:bg bwMode="black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15EE9-DD8F-12B4-9CC7-49E23DBB8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2C2123-91CB-B558-A5C5-641B7F35C583}"/>
              </a:ext>
            </a:extLst>
          </p:cNvPr>
          <p:cNvSpPr/>
          <p:nvPr userDrawn="1"/>
        </p:nvSpPr>
        <p:spPr>
          <a:xfrm>
            <a:off x="624348" y="1"/>
            <a:ext cx="10943303" cy="5844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A2695C-16E9-5A21-16A9-AC75BC26DB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9" y="841244"/>
            <a:ext cx="12460717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276424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8" y="841244"/>
            <a:ext cx="12460714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359920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Background Option 1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B009-1BDC-47A6-9FDB-7E9186DA10D7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39000">
                <a:schemeClr val="bg2">
                  <a:alpha val="0"/>
                </a:schemeClr>
              </a:gs>
              <a:gs pos="100000">
                <a:schemeClr val="bg2">
                  <a:alpha val="67666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6C1A3C-9EBB-4EB3-96B1-9496B212E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21" y="4974760"/>
            <a:ext cx="4444785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75158B-7A67-426D-ACEC-E545021D6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508" y="2566472"/>
            <a:ext cx="4444786" cy="229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or Impact Slide Option1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6FE3C-5752-48B8-9DA4-7968A6B1B334}"/>
              </a:ext>
            </a:extLst>
          </p:cNvPr>
          <p:cNvSpPr txBox="1"/>
          <p:nvPr userDrawn="1"/>
        </p:nvSpPr>
        <p:spPr>
          <a:xfrm>
            <a:off x="-1377387" y="5251"/>
            <a:ext cx="1319384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You may move the text boxes depending on the image you use.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E4D0D-76A0-97AF-129B-81454A90A1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5D1954-B6FD-5BA5-7306-5D2F90DA81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BFD7D5-14DE-CC2F-5ED0-1A0F545D6B18}"/>
              </a:ext>
            </a:extLst>
          </p:cNvPr>
          <p:cNvSpPr/>
          <p:nvPr userDrawn="1"/>
        </p:nvSpPr>
        <p:spPr>
          <a:xfrm>
            <a:off x="2693772" y="0"/>
            <a:ext cx="9498227" cy="52021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6537" y="1039058"/>
            <a:ext cx="5823863" cy="2615662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 </a:t>
            </a:r>
            <a:br>
              <a:rPr lang="en-US"/>
            </a:br>
            <a:r>
              <a:rPr lang="en-US"/>
              <a:t>or quotes.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257-1BCB-4EE5-A7A7-89254DCC1A7D}" type="datetime1">
              <a:rPr lang="en-US" smtClean="0"/>
              <a:t>2/17/25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6537" y="3710886"/>
            <a:ext cx="4738925" cy="58594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F2893E-8E09-0041-F569-01FD765F9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-1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498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834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3378094-0398-414F-B98D-F20A339EF0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39498-EAFC-AFC5-76E3-74C0285BD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912" r="4478" b="289"/>
          <a:stretch/>
        </p:blipFill>
        <p:spPr>
          <a:xfrm>
            <a:off x="10700" y="4810"/>
            <a:ext cx="12185897" cy="6853190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1246468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5967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9303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D6D999-E340-093D-5C46-0A4C04855D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74225" y="5477347"/>
            <a:ext cx="305503" cy="306298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aphic 11">
            <a:extLst>
              <a:ext uri="{FF2B5EF4-FFF2-40B4-BE49-F238E27FC236}">
                <a16:creationId xmlns:a16="http://schemas.microsoft.com/office/drawing/2014/main" id="{3AFDA6EC-F399-73DA-5027-21768A87A387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rgbClr val="2D2926"/>
          </a:solidFill>
        </p:grpSpPr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B0F1A0E7-BC14-6BEB-4D44-142936A7F3F9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2CE81242-5C8E-924A-9828-0CB634771F83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7015C2C1-45EC-5F91-E37E-5F3025A2B68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66D63CC-9FB0-18CD-27BF-7968C3F1352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911285A1-54CB-C6B4-E58D-E9C2EEFA1BE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EB8AF23-D146-AF5D-FF34-4E574E78360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D4981D79-CE1C-53B6-FB4F-5C6A988B259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7">
              <a:extLst>
                <a:ext uri="{FF2B5EF4-FFF2-40B4-BE49-F238E27FC236}">
                  <a16:creationId xmlns:a16="http://schemas.microsoft.com/office/drawing/2014/main" id="{8E6C08C5-8CF0-5A81-6FE5-463A27F018FF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8E3929A0-BD91-8861-D4A1-861A98497A84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2B591DD1-A37D-502F-6266-721E037CC846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B750035-2449-0DD6-62D0-542701723180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2CC0C1BC-95E9-A6CB-9604-0007B89D65C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3A10A75D-3A37-AE9B-411B-23EBC3CF469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3">
              <a:extLst>
                <a:ext uri="{FF2B5EF4-FFF2-40B4-BE49-F238E27FC236}">
                  <a16:creationId xmlns:a16="http://schemas.microsoft.com/office/drawing/2014/main" id="{59156A5E-038E-D347-1BA1-374169C58F1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3102E551-0352-7D17-63DD-1B30AFFA59F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80C8959A-6147-1A5C-2C9C-EC29F22B5429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: Shape 26">
              <a:extLst>
                <a:ext uri="{FF2B5EF4-FFF2-40B4-BE49-F238E27FC236}">
                  <a16:creationId xmlns:a16="http://schemas.microsoft.com/office/drawing/2014/main" id="{F273E2A4-1D37-9AB2-241C-6DA9523063F6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: Shape 27">
              <a:extLst>
                <a:ext uri="{FF2B5EF4-FFF2-40B4-BE49-F238E27FC236}">
                  <a16:creationId xmlns:a16="http://schemas.microsoft.com/office/drawing/2014/main" id="{5BD551A1-2506-8B46-D680-2BECC08CD431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8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008CB-0769-6E3F-3298-9EB9BECB5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1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Strip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378659EB-C540-3CC9-9102-6F981BCB6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5C013-E1B7-1FCC-FB3D-C2E9C6B0EF51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4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8059FA69-BA72-6A26-8F76-555D3953C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 r="95882"/>
          <a:stretch/>
        </p:blipFill>
        <p:spPr>
          <a:xfrm>
            <a:off x="0" y="0"/>
            <a:ext cx="502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buClr>
                <a:schemeClr val="tx1"/>
              </a:buClr>
              <a:defRPr sz="1400">
                <a:solidFill>
                  <a:schemeClr val="tx1"/>
                </a:solidFill>
              </a:defRPr>
            </a:lvl2pPr>
            <a:lvl3pPr>
              <a:spcBef>
                <a:spcPts val="500"/>
              </a:spcBef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500"/>
              </a:spcBef>
              <a:buClr>
                <a:schemeClr val="tx1"/>
              </a:buClr>
              <a:defRPr sz="1050">
                <a:solidFill>
                  <a:schemeClr val="tx1"/>
                </a:solidFill>
              </a:defRPr>
            </a:lvl4pPr>
            <a:lvl5pPr>
              <a:spcBef>
                <a:spcPts val="500"/>
              </a:spcBef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EA2D-691C-4F73-B97E-B731DE7C6E1A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782" y="6394105"/>
            <a:ext cx="97219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FCD7872-5F89-9EC8-BDCF-42C979D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8DA8CF5D-D3E2-44E8-BCE7-0232A0D9B8C0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28" name="Freeform: Shape 10">
              <a:extLst>
                <a:ext uri="{FF2B5EF4-FFF2-40B4-BE49-F238E27FC236}">
                  <a16:creationId xmlns:a16="http://schemas.microsoft.com/office/drawing/2014/main" id="{EE4F8DC9-A37A-9BEA-5301-33067CD42A82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1">
              <a:extLst>
                <a:ext uri="{FF2B5EF4-FFF2-40B4-BE49-F238E27FC236}">
                  <a16:creationId xmlns:a16="http://schemas.microsoft.com/office/drawing/2014/main" id="{38909B39-88F8-D172-4F78-F77AF15DEC6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C840FD6D-AD97-5A42-536D-64587B3082C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">
              <a:extLst>
                <a:ext uri="{FF2B5EF4-FFF2-40B4-BE49-F238E27FC236}">
                  <a16:creationId xmlns:a16="http://schemas.microsoft.com/office/drawing/2014/main" id="{956C1CA8-CDE2-4013-F5C2-D09F149C446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7618EBC2-9437-B75D-6148-FEA0871F8CB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289D85EA-87B5-B7FC-97E3-654D1C4B4EF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6">
              <a:extLst>
                <a:ext uri="{FF2B5EF4-FFF2-40B4-BE49-F238E27FC236}">
                  <a16:creationId xmlns:a16="http://schemas.microsoft.com/office/drawing/2014/main" id="{38CC7974-2FDA-DC27-3A7B-31194B3BE2D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5554AE7E-B50F-ADDE-1A3F-2EAF8E37BFA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EF1CC554-9132-5DCE-E6DB-F4201F9B41A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19">
              <a:extLst>
                <a:ext uri="{FF2B5EF4-FFF2-40B4-BE49-F238E27FC236}">
                  <a16:creationId xmlns:a16="http://schemas.microsoft.com/office/drawing/2014/main" id="{9ED09513-F09E-0794-314C-E914F381C2C0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CC794AE6-B3B6-DBDB-D945-CE0E5E1D8DFB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1">
              <a:extLst>
                <a:ext uri="{FF2B5EF4-FFF2-40B4-BE49-F238E27FC236}">
                  <a16:creationId xmlns:a16="http://schemas.microsoft.com/office/drawing/2014/main" id="{E588AD3A-8750-95B2-32FC-CC193B42FE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3B74E4CF-87C3-6A96-D26C-98DD68B2FB1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3">
              <a:extLst>
                <a:ext uri="{FF2B5EF4-FFF2-40B4-BE49-F238E27FC236}">
                  <a16:creationId xmlns:a16="http://schemas.microsoft.com/office/drawing/2014/main" id="{4119569E-ADCC-845B-7911-E6C1FACD98D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B19243CA-0F61-CABF-2E2D-EDC8660025C8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7C71C91B-3AAD-44C5-E5CC-D2F7D9B97F9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6">
              <a:extLst>
                <a:ext uri="{FF2B5EF4-FFF2-40B4-BE49-F238E27FC236}">
                  <a16:creationId xmlns:a16="http://schemas.microsoft.com/office/drawing/2014/main" id="{4DD03CA3-0B99-9A6C-5B4E-E26E10068154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7">
              <a:extLst>
                <a:ext uri="{FF2B5EF4-FFF2-40B4-BE49-F238E27FC236}">
                  <a16:creationId xmlns:a16="http://schemas.microsoft.com/office/drawing/2014/main" id="{185CBD20-1EF0-0F48-BE3F-131DF4D6656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91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AFAE97-B568-36DB-E5FF-3291FB6602B8}"/>
              </a:ext>
            </a:extLst>
          </p:cNvPr>
          <p:cNvSpPr/>
          <p:nvPr userDrawn="1"/>
        </p:nvSpPr>
        <p:spPr>
          <a:xfrm>
            <a:off x="624349" y="371061"/>
            <a:ext cx="10943303" cy="649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300" y="6394105"/>
            <a:ext cx="97264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8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5EDD6EAF-3491-4DED-95E5-C9B675F650B1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7A6F7-A6C5-4CF9-817C-5D2ABE1DB4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71506-1CB1-4BE4-9EA6-5738AC676227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DF189-3AC7-47B8-A29F-B3549135E4E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73A624-953A-4B2A-BAFB-04ADE5DF381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D2E889-DDCB-4E86-B36C-B3691C6715A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F0B94D-C445-4D16-B566-CDE84049B9E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2167FF-8206-49C8-8F24-685B9FA0D757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1FA3F1-EAB7-4F9D-A3A4-76CED4D027EB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4FFAC8-B4CE-4EA4-8349-DA7B23C4233F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EE9CB3-08F3-4009-B4B9-4E288E5DA4E3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79500D-A1F7-46BC-84F0-A21767BF481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A0F95A-C9BF-4BD2-A532-2CBD2CF5F863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AC8414-F433-41AD-82E8-19A70E74FE0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00FF2B-7E0F-4FD0-8C07-208662F7757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20E36-448C-4542-AB9B-6CC90A36A0C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ABF7E2-8688-4D07-99AF-149EB1D9024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6A4200-BEC9-46AD-90A8-7ED62CF17469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2EDDC8-C738-495A-A3D5-AFCA4BFF1DE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62977-DD1C-6BFF-8532-1FD64BA32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5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ADA5333-09F7-95E8-2244-541A189B88D2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CD4A9C-F46B-3030-6E82-425BEBFF4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1044536-CF7F-CE5A-2370-FFA3855AAA0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8555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95AFFA7-E436-9E56-03E3-FD736679D5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2564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36431-59F4-E271-40CD-D2438F2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D716-406C-36DD-49E4-F9328F94C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6134057-B7F3-3D57-4F73-ABCC3F543067}"/>
              </a:ext>
            </a:extLst>
          </p:cNvPr>
          <p:cNvSpPr/>
          <p:nvPr userDrawn="1"/>
        </p:nvSpPr>
        <p:spPr>
          <a:xfrm>
            <a:off x="624348" y="7883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CF4998F-7F3F-50BB-409C-DF72C463953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FAEB5A6-612B-0615-E4AC-714FE3FABDB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909CDFD2-51AB-8C70-72C4-5677DA5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BB0B9A30-913A-AF66-AEF6-E48F574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0262FED-DEA5-713F-9E79-38779BD0ED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8">
            <a:extLst>
              <a:ext uri="{FF2B5EF4-FFF2-40B4-BE49-F238E27FC236}">
                <a16:creationId xmlns:a16="http://schemas.microsoft.com/office/drawing/2014/main" id="{24F8CBD6-8AC1-7279-EECE-BB3D7827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40276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aphic 11">
            <a:extLst>
              <a:ext uri="{FF2B5EF4-FFF2-40B4-BE49-F238E27FC236}">
                <a16:creationId xmlns:a16="http://schemas.microsoft.com/office/drawing/2014/main" id="{491DE3A3-6C12-D07C-F62B-73188E535214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43" name="Freeform: Shape 4">
              <a:extLst>
                <a:ext uri="{FF2B5EF4-FFF2-40B4-BE49-F238E27FC236}">
                  <a16:creationId xmlns:a16="http://schemas.microsoft.com/office/drawing/2014/main" id="{B04BA0E4-5605-35B8-4613-3F5DAE0FDA0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5">
              <a:extLst>
                <a:ext uri="{FF2B5EF4-FFF2-40B4-BE49-F238E27FC236}">
                  <a16:creationId xmlns:a16="http://schemas.microsoft.com/office/drawing/2014/main" id="{99B86F9D-C9E6-6EA1-B72F-4C14E21F4A80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0">
              <a:extLst>
                <a:ext uri="{FF2B5EF4-FFF2-40B4-BE49-F238E27FC236}">
                  <a16:creationId xmlns:a16="http://schemas.microsoft.com/office/drawing/2014/main" id="{8909B5CE-87D7-A464-AB31-A6A3E0509BB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2">
              <a:extLst>
                <a:ext uri="{FF2B5EF4-FFF2-40B4-BE49-F238E27FC236}">
                  <a16:creationId xmlns:a16="http://schemas.microsoft.com/office/drawing/2014/main" id="{315F964F-5EB1-E817-1608-544A403FCB1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13">
              <a:extLst>
                <a:ext uri="{FF2B5EF4-FFF2-40B4-BE49-F238E27FC236}">
                  <a16:creationId xmlns:a16="http://schemas.microsoft.com/office/drawing/2014/main" id="{3C412AAE-330A-D886-0E8D-F823B023378C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9839C854-E30A-4831-EBCE-480E2F22B3B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B144DA6E-DFC5-686B-FADC-2DA8E65128B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4E41BFFC-EE41-FBE7-69E9-26423ACD423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70F4C0BF-16CA-5D17-F93B-BFFE57168AE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4C3A4C8C-6493-BE7B-60F4-D91133FF6C9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5A616AA1-B574-34B2-9493-5FC82813B7A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C29E207B-313D-3A5A-25B2-B0E70E71017A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B7114406-F44C-54A5-6396-E7DA9A90648A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EB752763-F6D5-22A7-D2CC-BDDBA823078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C07C6E36-25DD-DBE4-586A-F99BD94C8D76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E5F37716-72D3-01BA-9A62-2A8964D4B475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0BE6737D-AAA8-1C2C-248C-4C4BAC813277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B6F0FE35-E9E6-F572-0ECB-B924FB56608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84A47278-038A-E352-94CA-258CEF3D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7618CE-AA05-B4E6-872D-0BC550134213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216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1C5765-43BC-4387-261E-F79CD2129EF6}"/>
              </a:ext>
            </a:extLst>
          </p:cNvPr>
          <p:cNvSpPr/>
          <p:nvPr userDrawn="1"/>
        </p:nvSpPr>
        <p:spPr>
          <a:xfrm>
            <a:off x="624348" y="350698"/>
            <a:ext cx="10943303" cy="5952519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F2E2-C158-42C8-966A-12FC2DC18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94105"/>
            <a:ext cx="976297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0A7F6100-F583-4F7E-BAEE-005425A8513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9910-49D9-4DB3-98D2-1917CE78DDC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1B71FE-5B58-4449-9C51-ED464C6DE53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729E27-7293-48B3-A2DC-0B8D98B8E0D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B24689-FE85-47BB-804A-58C7F8F6EE7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36FDF5-5725-46EC-8F94-12C18079D8F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21A98E-DBBB-4598-936C-63B4732F8C8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CDE724-36AA-4EE8-BBA8-D9C279EBD9C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87B1FD-6F89-493A-8126-8D208FCAF59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D70DF5-56D8-4111-9CD7-7243612FA7F2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50B6B0-A6C8-496F-BB2F-B491FC0E90B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D58504-A63B-454E-8C5C-0E1E4CA769C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B74CBF-BCCF-45AC-881F-5E1BA9AF5EB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25A49A-5567-41AE-A0DE-717D6AC2FB70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8B2DF0-F588-4E63-B3C3-04D17E6D3C33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DE7CAC-68B6-4773-90E1-C301B68B361C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B81F84-A5AB-42F3-9EE3-B4A95FD907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612E94-0C2C-425B-8FD7-B3FA6B1B600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14BCE4-E20F-4BCB-8AF8-0B768A37BB4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54F572-40B2-4DF4-DCEF-BD0FBBA6CB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7465710-8A94-E492-CA82-FC8726BFC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7E92C58-C16A-48B5-4649-1F879374E8B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14898-020C-D28D-70B3-726EE9DB9E3D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2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992BE47C-90C2-46CE-90AE-CEFE0732F1BC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2677E4-BD7F-4053-89FC-3C6E4C05692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A4F6A-7B4C-42B6-937B-62EA8200162F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DA4297-BDC6-48EA-909D-1908E17A624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EDADE1-DDA0-4011-9FA5-4B9E24FA90D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641A17-5BE6-4EC0-91EE-2EA283B0A27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98556E-AB9C-4176-81F5-3279D8A7A708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272D2-885B-4C4C-BD01-F486F00D730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FEA1AF-56EB-415B-BFB7-0E033209AAE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FA9EEF-FCC0-466B-BAD9-E9F943715CA6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E07C2-6761-40DB-A2DD-9EFAC1FADA0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1909B-04CA-49D9-9291-319F1820E0A3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388B3-3736-4BF2-B20F-40EE94022DD1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7425CE4-0046-4A66-A0CD-6EEEAB2B75B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8D9CA7-8BD3-43CD-AE33-89F3FA2277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0D16D8-9CAD-4182-99F6-07CF6DE182E1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FA30EF-A221-46D7-A158-C151592E944C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90DF44-9E14-4CBC-B661-843360D66995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1335D3-D5E5-40BD-A027-169B7D0FB49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46EA5B-1D77-F90D-48B2-573255F27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A77FD70-D677-909E-82E5-DD8B131154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D1FAD5B-7F52-B925-BD41-F2326F12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C03FB4-920B-8A6E-3B6D-9510A3EC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35F4C2E9-F1B0-1474-4F6B-91A53F854FFB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9CE62C7A-C92B-0102-D4E5-4E0638E6103C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678BE2-75EF-1F1C-8F1C-A3E0126B2D4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B390B0-37FD-1C66-A829-A0D06E1438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EEACA0D-7DC5-01F3-8464-D4BA9640AE2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0CA3-9633-8290-5CA4-4B77E193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F7CAE34-33F8-0A69-52D3-B435DFAF0F8C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02794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707D49-09D3-7E2A-4112-92EB98F04713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2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1FE095-1FC2-2EBA-56C9-99D255475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7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27E39E-887E-F7BD-05D9-E63C92A5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04206-384F-3335-8E56-80FA86D76127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aphic 11">
            <a:extLst>
              <a:ext uri="{FF2B5EF4-FFF2-40B4-BE49-F238E27FC236}">
                <a16:creationId xmlns:a16="http://schemas.microsoft.com/office/drawing/2014/main" id="{DFCEA103-2BA6-4E0B-B138-7F7C90C2533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6A2A6F-EEFF-463D-BFA4-1D0418152A2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D8DEE0-57EA-4A59-9DF9-F924AC7DCB98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014A642-9127-4D21-9EE4-17051BAEDCF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F0C59-EE67-4F87-83FB-13A93F87F41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1786CC-8040-4477-A871-ADE22F9B29C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E449A1-7C20-41CA-BE11-D636F62A9839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FD0E3-F2A6-4243-BDAE-ACE818FCEFBD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D691E-23AB-4618-9323-3DC7D40A1E02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ABC8CF-098E-442B-879A-BC7FE3375EF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D1F85B-9929-423F-B414-C43E2E112629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CDF06E-4F69-48FE-9843-E12AF6997D2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901CB-658C-4F36-811F-4FCFBBCE78D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2D3737-E1F2-407C-9DB8-26AC64423CD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64C6A77-AE22-4385-8AB0-DE3FBF08ACAD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FE03CF2-CF56-4FA0-8969-F2FDE22967E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1E1D51F-A63E-4CCB-982A-50BE091F5FAA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E4B643-7132-47F4-950F-7B6F450B576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DAC575-6ADD-4DE9-9550-514D0E4EF14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3110BE-105D-CC26-DDEB-7331AE1964B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4654FB0-09A1-6719-CA4D-E46CD3C33B9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BC0ACF3E-B411-3A6B-87AB-035727C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DF209C-A28E-4A04-8EE4-E2684080C509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B7ABC10F-1230-6D1F-8FB1-A5953EEC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8513861D-1909-CDF7-1F11-AD2069C5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B3D3630-FE0D-8337-ABFF-0DB657F096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0B90BB25-0474-4262-7C7A-53E4D28AC45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E7A0A2-0E31-8725-90B3-D20101CAE12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435E167-979E-BCAD-653E-C1532BCA0880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B250E5-1624-59FD-A02C-AB9B82EAC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4ECEDFA-1992-0888-813F-86DAFA2DDDF5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3A343C29-3E88-04BA-B5B7-0882AB09F56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4" name="Freeform: Shape 32">
              <a:extLst>
                <a:ext uri="{FF2B5EF4-FFF2-40B4-BE49-F238E27FC236}">
                  <a16:creationId xmlns:a16="http://schemas.microsoft.com/office/drawing/2014/main" id="{1737232B-B2FE-CB1C-0389-B0995BEA3F6E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3">
              <a:extLst>
                <a:ext uri="{FF2B5EF4-FFF2-40B4-BE49-F238E27FC236}">
                  <a16:creationId xmlns:a16="http://schemas.microsoft.com/office/drawing/2014/main" id="{8882189B-2B72-8F33-FE01-09472D8CD09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">
              <a:extLst>
                <a:ext uri="{FF2B5EF4-FFF2-40B4-BE49-F238E27FC236}">
                  <a16:creationId xmlns:a16="http://schemas.microsoft.com/office/drawing/2014/main" id="{5489615C-1F22-A4A6-139A-3E4023915B5E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5">
              <a:extLst>
                <a:ext uri="{FF2B5EF4-FFF2-40B4-BE49-F238E27FC236}">
                  <a16:creationId xmlns:a16="http://schemas.microsoft.com/office/drawing/2014/main" id="{7A732541-25B0-1D61-5D50-3272F0A7220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6">
              <a:extLst>
                <a:ext uri="{FF2B5EF4-FFF2-40B4-BE49-F238E27FC236}">
                  <a16:creationId xmlns:a16="http://schemas.microsoft.com/office/drawing/2014/main" id="{2C0F794D-6F9A-1FEB-496F-A2FC90CCA615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7">
              <a:extLst>
                <a:ext uri="{FF2B5EF4-FFF2-40B4-BE49-F238E27FC236}">
                  <a16:creationId xmlns:a16="http://schemas.microsoft.com/office/drawing/2014/main" id="{E61613AA-DDDC-C1A5-25F2-8B55922DE7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8">
              <a:extLst>
                <a:ext uri="{FF2B5EF4-FFF2-40B4-BE49-F238E27FC236}">
                  <a16:creationId xmlns:a16="http://schemas.microsoft.com/office/drawing/2014/main" id="{B287282E-7C9A-744E-57FE-002319CF971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9">
              <a:extLst>
                <a:ext uri="{FF2B5EF4-FFF2-40B4-BE49-F238E27FC236}">
                  <a16:creationId xmlns:a16="http://schemas.microsoft.com/office/drawing/2014/main" id="{F81F1CC9-CF1C-78CD-F48F-6270A1A1B8C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0">
              <a:extLst>
                <a:ext uri="{FF2B5EF4-FFF2-40B4-BE49-F238E27FC236}">
                  <a16:creationId xmlns:a16="http://schemas.microsoft.com/office/drawing/2014/main" id="{3B41525D-FE2E-C52B-D794-E58928C1E1F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1">
              <a:extLst>
                <a:ext uri="{FF2B5EF4-FFF2-40B4-BE49-F238E27FC236}">
                  <a16:creationId xmlns:a16="http://schemas.microsoft.com/office/drawing/2014/main" id="{843EA020-907D-9236-3CF1-A8BFB7EAF94A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4F0C2B75-1631-CE6C-6325-4C159AFA5F7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22FAEA00-5F8E-912D-1D98-BD8D5835E0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BD50FAFF-975A-B4C4-BD48-E45E419619A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603C50A9-F859-291D-FB38-868B43A4B7C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ED84C083-107A-D235-AB9B-07BD6143A45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D11429C5-45D2-6832-C3A8-B6075B7DF0A7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F5DE87FD-D27D-3335-5F42-19AA9CE94CF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22B657E2-59E6-936A-4DAA-3AB48E1E94D3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394BBA9-9E02-6E45-406C-8A87DBF49EB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Date Placeholder 6">
            <a:extLst>
              <a:ext uri="{FF2B5EF4-FFF2-40B4-BE49-F238E27FC236}">
                <a16:creationId xmlns:a16="http://schemas.microsoft.com/office/drawing/2014/main" id="{AFDA17CB-EE3D-327A-119B-6B02582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65DF209C-A28E-4A04-8EE4-E2684080C509}" type="datetime1">
              <a:rPr lang="en-US" smtClean="0"/>
              <a:t>2/17/25</a:t>
            </a:fld>
            <a:endParaRPr lang="en-US"/>
          </a:p>
        </p:txBody>
      </p:sp>
      <p:sp>
        <p:nvSpPr>
          <p:cNvPr id="56" name="Footer Placeholder 7">
            <a:extLst>
              <a:ext uri="{FF2B5EF4-FFF2-40B4-BE49-F238E27FC236}">
                <a16:creationId xmlns:a16="http://schemas.microsoft.com/office/drawing/2014/main" id="{E27D7A34-902E-7AB9-EC17-2EE3643E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Slide Number Placeholder 8">
            <a:extLst>
              <a:ext uri="{FF2B5EF4-FFF2-40B4-BE49-F238E27FC236}">
                <a16:creationId xmlns:a16="http://schemas.microsoft.com/office/drawing/2014/main" id="{3F40C638-2B10-D4C5-D97D-7F47A8E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11EF4D5-9EDE-B027-CC6F-0356FBF5C7A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1D7EA73-48FB-3B84-6A9B-CB23A88B0D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F0FC42-22F5-977D-7CAE-2B9E0D2375C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391619A-E02C-762F-EC42-2B9BC4F92334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9A5A8-7F77-8233-C0A5-FBDDF05FB48A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A8E62E-89F2-EC42-6BAD-F147C007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27315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aphic 11">
            <a:extLst>
              <a:ext uri="{FF2B5EF4-FFF2-40B4-BE49-F238E27FC236}">
                <a16:creationId xmlns:a16="http://schemas.microsoft.com/office/drawing/2014/main" id="{E734450A-E639-4566-9F53-B91CF6F0FA16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EB29C-B09F-40AE-AC36-5E7F5F8CBFA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DA7F9F-C18E-48E8-B2F6-2D6CACE8804B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977B1F-105E-46F3-928E-37A18C8280B9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4801DE-C7FB-4918-B741-43F0F50A9D3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D65476E-58E1-496E-8BA5-E06618D806B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0B6E-3BEE-4889-A93D-063D45C7235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0DDE0-8B3D-425B-99F2-82714E1B59E0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2E6409-1210-477C-A6FD-A82437EB49C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94FA0-51C4-4F29-9643-7E5DD192D3CB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FC84B2-F789-4F5C-8CEA-7F4E53AF3F3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73A645-1D1A-477E-B19E-629853E8DF1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5E9AEA-3C62-4FB2-A648-B9189168BEA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6A4CF7-0639-4F0D-9A0D-1E9E8566FEB3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D68DCA-9592-4BCA-BC05-37E99EC7C86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FA4983-DB27-4130-A5AA-CC0E13DA0F17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E125BB-CF6D-4B8A-810C-6798718C09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9F9BD7-0EB0-4AC2-8113-F7CB907A947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C85652-692F-4060-AD1C-65CD00C15F0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AE3F3B-ED01-81B9-987D-DF2D8D9877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DC0BF52-4389-128A-B9AD-17207C4ACA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61770FA-79AA-C403-6AB6-76D1EA0225F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196E-6896-D896-E421-1DB5E65A1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80BF7BC-FF91-7EC7-06B5-9C0313F347E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146B6C-13E9-ED4A-07F2-7BCAFBECE6D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3305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FD95544-D4E5-3345-5344-FCDE956285B9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3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E3043-53D9-6E34-E7A0-B6D791429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4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85AF-BB1C-42AE-980E-A6A8666DF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549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405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2A1D7-A338-4172-9754-D548D9A1ED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8674" y="196445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F805C-3964-4B8F-834B-EF5EA597DB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80481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E0E453B-744C-4022-A182-92AE52648EE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9577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3D0B4-0E1D-48EE-D741-DDDFC20B4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A658AE-C95C-3012-AB00-586E1A342E96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10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26C1A4-880B-1DB7-6135-7954DE51CC53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761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5374405-BCA9-D702-AA85-CD7FDD74888B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066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6B1-0ED7-F837-5180-BB080B5FF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3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D11B-5274-3A11-B0F8-D02810EE0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70F0625-8C68-9B76-E720-A3996B2DDD75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DD5ADC45-6806-49F5-B98E-3CBBD1C786F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927C8D-1B0B-4CD4-9984-EB5107753A2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16082-3FEE-4250-8254-696D27CE860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4383A2-4EB0-4756-B12A-516C7E98B32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6E8D16-CCCE-4C1F-85C7-87D5195F6A1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00DCE-69B5-419C-8B4E-03D1E1C1DC18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B92BAF-E366-40DB-90CE-72D16DA6038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2735A5-8CC5-4AC3-B398-D64441A0717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3C4780-3EB1-458D-87CB-964F829B055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8128B0-8885-4890-9C12-DA02DB77110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F190C0-4B64-4444-831B-1A6D8A62541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EBB92-718F-49C4-8A32-FD8EA548538F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A1C400-8BB1-41B3-9FD9-609543D071A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8B0D6C7-C1FB-4BE6-A256-CEB6522D175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E3A840-0842-4E25-8503-E3A9F9809F74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BFB110-0A31-4424-8B0A-0AC550391B5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8E68D-28C9-433C-A8F4-8BA4CCEAC014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A2035A-6238-453F-A9E8-C1B5499049B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1E965A-BCE3-48A7-A84F-027E93D31199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C2E1E6E-B563-426F-43F1-A3B5C95147B2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F2313CC-14FB-EA49-2747-DBE09ED4285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14D66B-BD92-03C2-BEA0-DC008E11E096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258FAAF-2F58-D9E4-5B1B-4507E878612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41957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D551DD9-7CB4-11F1-2555-E09E861C4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F1A1CF1-EA88-910C-4ED4-5D5FAF542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377D9A5-C3BC-A098-96E4-BEFE386A7B4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1987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54D723-BCFF-76A0-0878-DBBEDC8C48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D88BD33-277D-175E-E06B-86B2CE0DDE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44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07D3-C667-4B5A-A148-434335EC339A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8D6A3F1E-61F3-A1D9-4E38-6F152354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36" name="Footer Placeholder 7">
            <a:extLst>
              <a:ext uri="{FF2B5EF4-FFF2-40B4-BE49-F238E27FC236}">
                <a16:creationId xmlns:a16="http://schemas.microsoft.com/office/drawing/2014/main" id="{CAA81B5B-5BB9-1C73-53F6-2D28A3FE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Slide Number Placeholder 8">
            <a:extLst>
              <a:ext uri="{FF2B5EF4-FFF2-40B4-BE49-F238E27FC236}">
                <a16:creationId xmlns:a16="http://schemas.microsoft.com/office/drawing/2014/main" id="{30F8A254-5092-2B71-05BE-0987099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8" name="Graphic 11">
            <a:extLst>
              <a:ext uri="{FF2B5EF4-FFF2-40B4-BE49-F238E27FC236}">
                <a16:creationId xmlns:a16="http://schemas.microsoft.com/office/drawing/2014/main" id="{3DEAD91C-2395-4BB1-C742-C4A265A92D1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95CF6FC4-D8FE-4868-845E-B5F4CDD5FA58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797CB68D-E372-6C83-67D0-6DD48A1BC09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D3823A22-696F-B9F2-F426-D3C1FB29CF84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68BA6F90-E9FC-9B32-2E19-B38AEE3BE72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78B34F85-B878-1A4C-9523-76BA664E1BDF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22">
              <a:extLst>
                <a:ext uri="{FF2B5EF4-FFF2-40B4-BE49-F238E27FC236}">
                  <a16:creationId xmlns:a16="http://schemas.microsoft.com/office/drawing/2014/main" id="{B00CB6DB-0A99-F07A-6819-C2DBB785F62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23">
              <a:extLst>
                <a:ext uri="{FF2B5EF4-FFF2-40B4-BE49-F238E27FC236}">
                  <a16:creationId xmlns:a16="http://schemas.microsoft.com/office/drawing/2014/main" id="{7027803D-351F-B807-5157-8D0361C120E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8CB0D5B7-3A18-F9A5-01F7-829CB570D26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: Shape 25">
              <a:extLst>
                <a:ext uri="{FF2B5EF4-FFF2-40B4-BE49-F238E27FC236}">
                  <a16:creationId xmlns:a16="http://schemas.microsoft.com/office/drawing/2014/main" id="{57B2775D-8207-A2DD-1026-ABB4C60CBE8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26">
              <a:extLst>
                <a:ext uri="{FF2B5EF4-FFF2-40B4-BE49-F238E27FC236}">
                  <a16:creationId xmlns:a16="http://schemas.microsoft.com/office/drawing/2014/main" id="{7E1AF397-C495-6A61-C2F6-4FF44BD5A36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27">
              <a:extLst>
                <a:ext uri="{FF2B5EF4-FFF2-40B4-BE49-F238E27FC236}">
                  <a16:creationId xmlns:a16="http://schemas.microsoft.com/office/drawing/2014/main" id="{CE616E64-C73E-A10E-AE23-7F658BBBCC5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28">
              <a:extLst>
                <a:ext uri="{FF2B5EF4-FFF2-40B4-BE49-F238E27FC236}">
                  <a16:creationId xmlns:a16="http://schemas.microsoft.com/office/drawing/2014/main" id="{6EEB5DCB-6DD8-2E57-A67B-66D5097C9C00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29">
              <a:extLst>
                <a:ext uri="{FF2B5EF4-FFF2-40B4-BE49-F238E27FC236}">
                  <a16:creationId xmlns:a16="http://schemas.microsoft.com/office/drawing/2014/main" id="{328BDE21-BEF6-8580-CC18-2E775A8CA41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DF427782-8208-27CC-388F-874E43A7DF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: Shape 31">
              <a:extLst>
                <a:ext uri="{FF2B5EF4-FFF2-40B4-BE49-F238E27FC236}">
                  <a16:creationId xmlns:a16="http://schemas.microsoft.com/office/drawing/2014/main" id="{B1617B1A-FB5C-AB3B-FE18-E3AA2A3A8D9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: Shape 32">
              <a:extLst>
                <a:ext uri="{FF2B5EF4-FFF2-40B4-BE49-F238E27FC236}">
                  <a16:creationId xmlns:a16="http://schemas.microsoft.com/office/drawing/2014/main" id="{1D5F96CF-88DC-CD18-F1A5-84F0693D93F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: Shape 33">
              <a:extLst>
                <a:ext uri="{FF2B5EF4-FFF2-40B4-BE49-F238E27FC236}">
                  <a16:creationId xmlns:a16="http://schemas.microsoft.com/office/drawing/2014/main" id="{D9FC7DB6-4436-253C-BFBF-F1BB09A10A83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: Shape 34">
              <a:extLst>
                <a:ext uri="{FF2B5EF4-FFF2-40B4-BE49-F238E27FC236}">
                  <a16:creationId xmlns:a16="http://schemas.microsoft.com/office/drawing/2014/main" id="{D7EFC75D-CD35-A980-9804-CE48C1F2D126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572EE5-321A-0599-645B-2CDD929B9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E7077771-AA59-A3EE-CC33-47A3B6A556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8744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BA507E4-C794-1669-6682-47321D4ACFB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C4800C5-3C5B-B29D-12DA-EABE1658D2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E25E174-3A70-E717-3CD6-8315381DD9C5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C19A2E6-9BFF-446F-B673-F4B3EF561A48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2157-E43D-502D-E701-A177D68105EA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1B721E-2BCE-8D8F-0F13-83BC8C05D21C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7914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7AED2-80AB-C4AA-77B2-C47135C5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</p:spTree>
    <p:extLst>
      <p:ext uri="{BB962C8B-B14F-4D97-AF65-F5344CB8AC3E}">
        <p14:creationId xmlns:p14="http://schemas.microsoft.com/office/powerpoint/2010/main" val="1932886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2/17/25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aphic 11">
            <a:extLst>
              <a:ext uri="{FF2B5EF4-FFF2-40B4-BE49-F238E27FC236}">
                <a16:creationId xmlns:a16="http://schemas.microsoft.com/office/drawing/2014/main" id="{07DCC60D-FF24-409E-9CB5-C8CE812843BB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7E15E-8964-4E45-89EF-CE3DE598AE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A7658C-5976-42A9-B911-736701ACCE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D3E160-58EE-4263-A727-FFEDEE28ABA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6F2AF9-4E78-482A-926F-4CBCFC424A56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371756-486B-4480-9EE9-5932C39975C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2B2C27-1F4D-48D9-97CA-061613C0654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42F43C-C573-4EA9-8167-5281374DE94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154FCF-8CBE-4A80-A8D7-F3C58F4EB1F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872A8B-7F34-4271-8C5F-3E53DFAC6D01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FDD9DD-526D-43BC-A23D-91B3E709405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F0B155-F55F-4873-93E1-E9363340FBD7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35E2409-8B2B-4E5D-83F2-6F07D0D9BF1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EF99AA-7D27-4A0D-AC04-52A017705C5D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585969-42C4-451A-9E21-51D29F45892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97A450-1BB2-4E90-9E4A-BF20754143C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A319AD-C377-422D-BB1E-92A76369B36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19C6D38-E8ED-49FB-99CC-B1BF91BE18D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8B8D09-FA52-47B0-8720-CFAD3704095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BBEF88-AE76-7752-9AD5-4DDCBD1C5F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D894E33-3335-06AB-158F-281AECC4AA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6359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8EA85AE-7650-3C60-5D33-C19D9CCD19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67DAE70-4CE8-5E10-B78F-0BFB39A9C51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4EFAD-5484-C5D2-5A75-241BD4AB4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D5FFE3-9CBC-4BBA-5288-8ECA651CC37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06BB-AA01-DF0E-B9F8-4EDEB210CB0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02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82B850-A158-6816-983D-93BDB993DECB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80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7CED1C-B7EB-E8A9-ACA9-B99DA610147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85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09486-0B60-C8AF-BCD0-FF89FC422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wo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1AA0E5-4B05-FA7F-735E-D87790596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1D450-C962-468C-5275-E0003F6DA693}"/>
              </a:ext>
            </a:extLst>
          </p:cNvPr>
          <p:cNvSpPr/>
          <p:nvPr userDrawn="1"/>
        </p:nvSpPr>
        <p:spPr>
          <a:xfrm>
            <a:off x="5962353" y="467833"/>
            <a:ext cx="5525737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CF77E-FCFE-EAA7-6356-DE6C65C6992B}"/>
              </a:ext>
            </a:extLst>
          </p:cNvPr>
          <p:cNvSpPr/>
          <p:nvPr userDrawn="1"/>
        </p:nvSpPr>
        <p:spPr>
          <a:xfrm>
            <a:off x="342900" y="467833"/>
            <a:ext cx="5276553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F112A-5553-CA35-0CD4-91F914AA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215" y="1190948"/>
            <a:ext cx="2790466" cy="246666"/>
          </a:xfrm>
        </p:spPr>
        <p:txBody>
          <a:bodyPr anchor="t"/>
          <a:lstStyle>
            <a:lvl1pPr>
              <a:defRPr sz="14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DC19BB-6F27-3383-7EA1-8EE8F8907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666" y="1192654"/>
            <a:ext cx="2818831" cy="24666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C094D9C-5006-379F-B951-A81085FE432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5733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9094459-F510-F769-6D75-3371D2F1F90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12432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2pPr>
            <a:lvl3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A0B4D60E-4B1F-F850-AF4A-DC43DF0AA2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B7EB65F7-02F7-4C03-9B5E-0F72A9F540CE}" type="datetime1">
              <a:rPr lang="en-US" smtClean="0"/>
              <a:t>2/17/25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A25224F-1FEC-88A8-76AB-6EF4639721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CCCA85-A2C7-AB4C-5AD9-90152F4860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674225" y="5477347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C224602-6CA3-5194-15F9-A9502DF28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8FC5F8-8D51-4901-7B45-922F014AAE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582" y="972913"/>
            <a:ext cx="593744" cy="996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4433B89-B29C-1E07-8C25-ED2219B662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733" y="967767"/>
            <a:ext cx="593744" cy="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10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hree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4B073-82F6-9846-2580-3A768D455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0BCE0-2053-0E84-0396-859BC85ED2EE}"/>
              </a:ext>
            </a:extLst>
          </p:cNvPr>
          <p:cNvSpPr/>
          <p:nvPr userDrawn="1"/>
        </p:nvSpPr>
        <p:spPr>
          <a:xfrm>
            <a:off x="4084092" y="766483"/>
            <a:ext cx="4091313" cy="4904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C5297-5A3F-6048-C397-E6A2C4972944}"/>
              </a:ext>
            </a:extLst>
          </p:cNvPr>
          <p:cNvSpPr/>
          <p:nvPr userDrawn="1"/>
        </p:nvSpPr>
        <p:spPr>
          <a:xfrm>
            <a:off x="8556686" y="766482"/>
            <a:ext cx="3635313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415D0-161D-2FA9-814E-1717D8B3054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invGray">
          <a:xfrm>
            <a:off x="1" y="731520"/>
            <a:ext cx="3805518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4D3933-A2DC-65E5-07DE-FFECE6A2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86780" y="2368730"/>
            <a:ext cx="2790466" cy="148530"/>
          </a:xfrm>
        </p:spPr>
        <p:txBody>
          <a:bodyPr anchor="t"/>
          <a:lstStyle>
            <a:lvl1pPr>
              <a:defRPr sz="1050" i="0" cap="none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7E4FB2E3-95AB-A1B0-B523-643CEC7B4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white">
          <a:xfrm>
            <a:off x="482297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1999C88-0FD2-2DA7-98FC-75C8C22A806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86389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B141689-E4C4-091F-EEF6-97A9BB7D9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90823" y="2368730"/>
            <a:ext cx="2818831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C1897D9F-251D-9A0C-D34A-2A31EE356A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white">
          <a:xfrm>
            <a:off x="482297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567144DA-2001-7BA5-928A-781A7F44769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86389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E099429-CA9C-9564-951D-A825814604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4361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D3813D0-CBB6-2C2A-EF51-4FF24709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4361" y="2368730"/>
            <a:ext cx="1989493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4B8A1698-5E5D-E16C-4E96-C57892E0C83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34361" y="1622308"/>
            <a:ext cx="1989493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59AEC0-8228-7DF9-5E61-BD725271F3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361" y="1522673"/>
            <a:ext cx="593744" cy="996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80CFBF-73AD-8255-D1AC-52766D8A6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296" y="1522673"/>
            <a:ext cx="593744" cy="996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9C8103-F420-2DA7-A7FD-50BDB4D34A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4764" y="1522673"/>
            <a:ext cx="593744" cy="996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A282987-FC0C-CA4B-839D-C69001DF55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FC531-4073-82FA-8B1C-5731114F1D4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3FE9CC2-650C-9517-5E65-904F5FF49E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A39336A-5BD8-FB3A-1320-FA37A87BC0F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5946-6C9B-4EA4-AE93-A7B01A157C5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7174" y="970772"/>
            <a:ext cx="4453150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0041-77FC-4BF9-8586-A5C2EFFCCE9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7174" y="2836406"/>
            <a:ext cx="4627160" cy="2726857"/>
          </a:xfrm>
        </p:spPr>
        <p:txBody>
          <a:bodyPr/>
          <a:lstStyle>
            <a:lvl1pPr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DB54C-1858-4207-918E-D18252F0AFB1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6221508" y="1503127"/>
            <a:ext cx="4941708" cy="32155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cap="none" spc="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A punchy callout</a:t>
            </a:r>
            <a:br>
              <a:rPr lang="en-US"/>
            </a:br>
            <a:r>
              <a:rPr lang="en-US"/>
              <a:t>here to add visual impact.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38970-FAD6-429C-AC16-C5086F6EFA3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41626D5-1C9F-41BC-98D1-440026FFA664}" type="datetime1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7E6D-BA60-432D-8761-85066714E07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96D2-2224-4806-B254-DD2EDFC381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344645-9AF0-407C-B7FD-D98F3648AF6E}"/>
              </a:ext>
            </a:extLst>
          </p:cNvPr>
          <p:cNvSpPr/>
          <p:nvPr userDrawn="1"/>
        </p:nvSpPr>
        <p:spPr>
          <a:xfrm>
            <a:off x="15200015" y="1011086"/>
            <a:ext cx="25276" cy="1481"/>
          </a:xfrm>
          <a:custGeom>
            <a:avLst/>
            <a:gdLst>
              <a:gd name="connsiteX0" fmla="*/ 16254 w 25276"/>
              <a:gd name="connsiteY0" fmla="*/ -572 h 1481"/>
              <a:gd name="connsiteX1" fmla="*/ 14378 w 25276"/>
              <a:gd name="connsiteY1" fmla="*/ 909 h 1481"/>
              <a:gd name="connsiteX2" fmla="*/ 39655 w 25276"/>
              <a:gd name="connsiteY2" fmla="*/ -572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76" h="1481">
                <a:moveTo>
                  <a:pt x="16254" y="-572"/>
                </a:moveTo>
                <a:cubicBezTo>
                  <a:pt x="15625" y="-82"/>
                  <a:pt x="15007" y="419"/>
                  <a:pt x="14378" y="909"/>
                </a:cubicBezTo>
                <a:cubicBezTo>
                  <a:pt x="22818" y="494"/>
                  <a:pt x="31244" y="0"/>
                  <a:pt x="39655" y="-572"/>
                </a:cubicBezTo>
                <a:close/>
              </a:path>
            </a:pathLst>
          </a:custGeom>
          <a:solidFill>
            <a:srgbClr val="1A1D54"/>
          </a:solidFill>
          <a:ln w="5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A5593-A016-57E4-EB26-180E3F5F2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8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9C61D-9E7D-3E0C-5D3B-DEC3A560C365}"/>
              </a:ext>
            </a:extLst>
          </p:cNvPr>
          <p:cNvSpPr/>
          <p:nvPr userDrawn="1"/>
        </p:nvSpPr>
        <p:spPr>
          <a:xfrm>
            <a:off x="722489" y="752798"/>
            <a:ext cx="11469511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26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835" y="6394105"/>
            <a:ext cx="96939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3856" y="999455"/>
            <a:ext cx="6259364" cy="4859089"/>
          </a:xfrm>
        </p:spPr>
        <p:txBody>
          <a:bodyPr anchor="ctr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E555F-0D85-4723-A517-43C422829B5D}"/>
              </a:ext>
            </a:extLst>
          </p:cNvPr>
          <p:cNvGrpSpPr/>
          <p:nvPr userDrawn="1"/>
        </p:nvGrpSpPr>
        <p:grpSpPr>
          <a:xfrm>
            <a:off x="11719136" y="5836046"/>
            <a:ext cx="242400" cy="912229"/>
            <a:chOff x="11719136" y="5836046"/>
            <a:chExt cx="242400" cy="912229"/>
          </a:xfrm>
          <a:solidFill>
            <a:schemeClr val="tx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3CDFC5-BA44-4467-B5AE-AFC3588EE604}"/>
                </a:ext>
              </a:extLst>
            </p:cNvPr>
            <p:cNvGrpSpPr/>
            <p:nvPr userDrawn="1"/>
          </p:nvGrpSpPr>
          <p:grpSpPr>
            <a:xfrm>
              <a:off x="11742577" y="5836046"/>
              <a:ext cx="183640" cy="668800"/>
              <a:chOff x="11742577" y="5836046"/>
              <a:chExt cx="183640" cy="668800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F852FCB-CE46-4141-8584-7A33EC8EE2DF}"/>
                  </a:ext>
                </a:extLst>
              </p:cNvPr>
              <p:cNvSpPr/>
              <p:nvPr/>
            </p:nvSpPr>
            <p:spPr>
              <a:xfrm rot="16200000">
                <a:off x="11842762" y="6422473"/>
                <a:ext cx="86464" cy="78281"/>
              </a:xfrm>
              <a:custGeom>
                <a:avLst/>
                <a:gdLst>
                  <a:gd name="connsiteX0" fmla="*/ 0 w 86464"/>
                  <a:gd name="connsiteY0" fmla="*/ 16616 h 78281"/>
                  <a:gd name="connsiteX1" fmla="*/ 0 w 86464"/>
                  <a:gd name="connsiteY1" fmla="*/ 78282 h 78281"/>
                  <a:gd name="connsiteX2" fmla="*/ 19400 w 86464"/>
                  <a:gd name="connsiteY2" fmla="*/ 78282 h 78281"/>
                  <a:gd name="connsiteX3" fmla="*/ 19400 w 86464"/>
                  <a:gd name="connsiteY3" fmla="*/ 48949 h 78281"/>
                  <a:gd name="connsiteX4" fmla="*/ 86465 w 86464"/>
                  <a:gd name="connsiteY4" fmla="*/ 48949 h 78281"/>
                  <a:gd name="connsiteX5" fmla="*/ 86465 w 86464"/>
                  <a:gd name="connsiteY5" fmla="*/ 29549 h 78281"/>
                  <a:gd name="connsiteX6" fmla="*/ 19400 w 86464"/>
                  <a:gd name="connsiteY6" fmla="*/ 29549 h 78281"/>
                  <a:gd name="connsiteX7" fmla="*/ 19400 w 86464"/>
                  <a:gd name="connsiteY7" fmla="*/ 22516 h 78281"/>
                  <a:gd name="connsiteX8" fmla="*/ 22516 w 86464"/>
                  <a:gd name="connsiteY8" fmla="*/ 19383 h 78281"/>
                  <a:gd name="connsiteX9" fmla="*/ 86465 w 86464"/>
                  <a:gd name="connsiteY9" fmla="*/ 19383 h 78281"/>
                  <a:gd name="connsiteX10" fmla="*/ 86465 w 86464"/>
                  <a:gd name="connsiteY10" fmla="*/ 0 h 78281"/>
                  <a:gd name="connsiteX11" fmla="*/ 16566 w 86464"/>
                  <a:gd name="connsiteY11" fmla="*/ 0 h 78281"/>
                  <a:gd name="connsiteX12" fmla="*/ 0 w 86464"/>
                  <a:gd name="connsiteY12" fmla="*/ 16616 h 78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464" h="78281">
                    <a:moveTo>
                      <a:pt x="0" y="16616"/>
                    </a:moveTo>
                    <a:lnTo>
                      <a:pt x="0" y="78282"/>
                    </a:lnTo>
                    <a:lnTo>
                      <a:pt x="19400" y="78282"/>
                    </a:lnTo>
                    <a:lnTo>
                      <a:pt x="19400" y="48949"/>
                    </a:lnTo>
                    <a:lnTo>
                      <a:pt x="86465" y="48949"/>
                    </a:lnTo>
                    <a:lnTo>
                      <a:pt x="86465" y="29549"/>
                    </a:lnTo>
                    <a:lnTo>
                      <a:pt x="19400" y="29549"/>
                    </a:lnTo>
                    <a:lnTo>
                      <a:pt x="19400" y="22516"/>
                    </a:lnTo>
                    <a:cubicBezTo>
                      <a:pt x="19400" y="20792"/>
                      <a:pt x="20793" y="19392"/>
                      <a:pt x="22516" y="19383"/>
                    </a:cubicBezTo>
                    <a:lnTo>
                      <a:pt x="86465" y="19383"/>
                    </a:lnTo>
                    <a:lnTo>
                      <a:pt x="86465" y="0"/>
                    </a:lnTo>
                    <a:lnTo>
                      <a:pt x="16566" y="0"/>
                    </a:lnTo>
                    <a:cubicBezTo>
                      <a:pt x="7420" y="55"/>
                      <a:pt x="27" y="7470"/>
                      <a:pt x="0" y="1661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3822D02-28B3-4B18-A15A-906975B5FCC9}"/>
                  </a:ext>
                </a:extLst>
              </p:cNvPr>
              <p:cNvSpPr/>
              <p:nvPr/>
            </p:nvSpPr>
            <p:spPr>
              <a:xfrm rot="16200000">
                <a:off x="11876278" y="6351541"/>
                <a:ext cx="19399" cy="78248"/>
              </a:xfrm>
              <a:custGeom>
                <a:avLst/>
                <a:gdLst>
                  <a:gd name="connsiteX0" fmla="*/ 0 w 19399"/>
                  <a:gd name="connsiteY0" fmla="*/ 0 h 78248"/>
                  <a:gd name="connsiteX1" fmla="*/ 19400 w 19399"/>
                  <a:gd name="connsiteY1" fmla="*/ 0 h 78248"/>
                  <a:gd name="connsiteX2" fmla="*/ 19400 w 19399"/>
                  <a:gd name="connsiteY2" fmla="*/ 78248 h 78248"/>
                  <a:gd name="connsiteX3" fmla="*/ 0 w 19399"/>
                  <a:gd name="connsiteY3" fmla="*/ 78248 h 78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248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248"/>
                    </a:lnTo>
                    <a:lnTo>
                      <a:pt x="0" y="78248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6F58A7-A506-424F-8369-192906B366D3}"/>
                  </a:ext>
                </a:extLst>
              </p:cNvPr>
              <p:cNvSpPr/>
              <p:nvPr/>
            </p:nvSpPr>
            <p:spPr>
              <a:xfrm rot="16200000">
                <a:off x="11844470" y="6285084"/>
                <a:ext cx="82998" cy="78231"/>
              </a:xfrm>
              <a:custGeom>
                <a:avLst/>
                <a:gdLst>
                  <a:gd name="connsiteX0" fmla="*/ 0 w 82998"/>
                  <a:gd name="connsiteY0" fmla="*/ 19383 h 78231"/>
                  <a:gd name="connsiteX1" fmla="*/ 32266 w 82998"/>
                  <a:gd name="connsiteY1" fmla="*/ 19383 h 78231"/>
                  <a:gd name="connsiteX2" fmla="*/ 32266 w 82998"/>
                  <a:gd name="connsiteY2" fmla="*/ 78232 h 78231"/>
                  <a:gd name="connsiteX3" fmla="*/ 32416 w 82998"/>
                  <a:gd name="connsiteY3" fmla="*/ 78232 h 78231"/>
                  <a:gd name="connsiteX4" fmla="*/ 51665 w 82998"/>
                  <a:gd name="connsiteY4" fmla="*/ 78232 h 78231"/>
                  <a:gd name="connsiteX5" fmla="*/ 51815 w 82998"/>
                  <a:gd name="connsiteY5" fmla="*/ 78232 h 78231"/>
                  <a:gd name="connsiteX6" fmla="*/ 51815 w 82998"/>
                  <a:gd name="connsiteY6" fmla="*/ 19383 h 78231"/>
                  <a:gd name="connsiteX7" fmla="*/ 82998 w 82998"/>
                  <a:gd name="connsiteY7" fmla="*/ 19383 h 78231"/>
                  <a:gd name="connsiteX8" fmla="*/ 82998 w 82998"/>
                  <a:gd name="connsiteY8" fmla="*/ 0 h 78231"/>
                  <a:gd name="connsiteX9" fmla="*/ 0 w 82998"/>
                  <a:gd name="connsiteY9" fmla="*/ 0 h 78231"/>
                  <a:gd name="connsiteX10" fmla="*/ 0 w 82998"/>
                  <a:gd name="connsiteY10" fmla="*/ 19383 h 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998" h="78231">
                    <a:moveTo>
                      <a:pt x="0" y="19383"/>
                    </a:moveTo>
                    <a:lnTo>
                      <a:pt x="32266" y="19383"/>
                    </a:lnTo>
                    <a:lnTo>
                      <a:pt x="32266" y="78232"/>
                    </a:lnTo>
                    <a:lnTo>
                      <a:pt x="32416" y="78232"/>
                    </a:lnTo>
                    <a:lnTo>
                      <a:pt x="51665" y="78232"/>
                    </a:lnTo>
                    <a:lnTo>
                      <a:pt x="51815" y="78232"/>
                    </a:lnTo>
                    <a:lnTo>
                      <a:pt x="51815" y="19383"/>
                    </a:ln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F039984-AA97-4D54-A531-C3FE90D75554}"/>
                  </a:ext>
                </a:extLst>
              </p:cNvPr>
              <p:cNvSpPr/>
              <p:nvPr/>
            </p:nvSpPr>
            <p:spPr>
              <a:xfrm rot="16200000">
                <a:off x="11740880" y="6121297"/>
                <a:ext cx="82998" cy="78314"/>
              </a:xfrm>
              <a:custGeom>
                <a:avLst/>
                <a:gdLst>
                  <a:gd name="connsiteX0" fmla="*/ 51799 w 82998"/>
                  <a:gd name="connsiteY0" fmla="*/ 19383 h 78314"/>
                  <a:gd name="connsiteX1" fmla="*/ 82998 w 82998"/>
                  <a:gd name="connsiteY1" fmla="*/ 19383 h 78314"/>
                  <a:gd name="connsiteX2" fmla="*/ 82998 w 82998"/>
                  <a:gd name="connsiteY2" fmla="*/ 0 h 78314"/>
                  <a:gd name="connsiteX3" fmla="*/ 0 w 82998"/>
                  <a:gd name="connsiteY3" fmla="*/ 0 h 78314"/>
                  <a:gd name="connsiteX4" fmla="*/ 0 w 82998"/>
                  <a:gd name="connsiteY4" fmla="*/ 19383 h 78314"/>
                  <a:gd name="connsiteX5" fmla="*/ 32266 w 82998"/>
                  <a:gd name="connsiteY5" fmla="*/ 19383 h 78314"/>
                  <a:gd name="connsiteX6" fmla="*/ 32266 w 82998"/>
                  <a:gd name="connsiteY6" fmla="*/ 78315 h 78314"/>
                  <a:gd name="connsiteX7" fmla="*/ 32399 w 82998"/>
                  <a:gd name="connsiteY7" fmla="*/ 78315 h 78314"/>
                  <a:gd name="connsiteX8" fmla="*/ 51799 w 82998"/>
                  <a:gd name="connsiteY8" fmla="*/ 78315 h 78314"/>
                  <a:gd name="connsiteX9" fmla="*/ 51799 w 82998"/>
                  <a:gd name="connsiteY9" fmla="*/ 19383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998" h="78314">
                    <a:moveTo>
                      <a:pt x="51799" y="19383"/>
                    </a:move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lnTo>
                      <a:pt x="32266" y="19383"/>
                    </a:lnTo>
                    <a:lnTo>
                      <a:pt x="32266" y="78315"/>
                    </a:lnTo>
                    <a:lnTo>
                      <a:pt x="32399" y="78315"/>
                    </a:lnTo>
                    <a:lnTo>
                      <a:pt x="51799" y="78315"/>
                    </a:lnTo>
                    <a:lnTo>
                      <a:pt x="51799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62E2389-961E-4B08-B1DE-BC15695B04E7}"/>
                  </a:ext>
                </a:extLst>
              </p:cNvPr>
              <p:cNvSpPr/>
              <p:nvPr/>
            </p:nvSpPr>
            <p:spPr>
              <a:xfrm rot="16200000">
                <a:off x="11736724" y="6314672"/>
                <a:ext cx="91639" cy="79854"/>
              </a:xfrm>
              <a:custGeom>
                <a:avLst/>
                <a:gdLst>
                  <a:gd name="connsiteX0" fmla="*/ 75469 w 91639"/>
                  <a:gd name="connsiteY0" fmla="*/ 79855 h 79854"/>
                  <a:gd name="connsiteX1" fmla="*/ 83219 w 91639"/>
                  <a:gd name="connsiteY1" fmla="*/ 77871 h 79854"/>
                  <a:gd name="connsiteX2" fmla="*/ 91635 w 91639"/>
                  <a:gd name="connsiteY2" fmla="*/ 63038 h 79854"/>
                  <a:gd name="connsiteX3" fmla="*/ 91635 w 91639"/>
                  <a:gd name="connsiteY3" fmla="*/ 607 h 79854"/>
                  <a:gd name="connsiteX4" fmla="*/ 72136 w 91639"/>
                  <a:gd name="connsiteY4" fmla="*/ 607 h 79854"/>
                  <a:gd name="connsiteX5" fmla="*/ 72136 w 91639"/>
                  <a:gd name="connsiteY5" fmla="*/ 55022 h 79854"/>
                  <a:gd name="connsiteX6" fmla="*/ 27970 w 91639"/>
                  <a:gd name="connsiteY6" fmla="*/ 5173 h 79854"/>
                  <a:gd name="connsiteX7" fmla="*/ 27570 w 91639"/>
                  <a:gd name="connsiteY7" fmla="*/ 4740 h 79854"/>
                  <a:gd name="connsiteX8" fmla="*/ 5721 w 91639"/>
                  <a:gd name="connsiteY8" fmla="*/ 3790 h 79854"/>
                  <a:gd name="connsiteX9" fmla="*/ 4 w 91639"/>
                  <a:gd name="connsiteY9" fmla="*/ 16656 h 79854"/>
                  <a:gd name="connsiteX10" fmla="*/ 4 w 91639"/>
                  <a:gd name="connsiteY10" fmla="*/ 78921 h 79854"/>
                  <a:gd name="connsiteX11" fmla="*/ 19404 w 91639"/>
                  <a:gd name="connsiteY11" fmla="*/ 78921 h 79854"/>
                  <a:gd name="connsiteX12" fmla="*/ 19404 w 91639"/>
                  <a:gd name="connsiteY12" fmla="*/ 24756 h 79854"/>
                  <a:gd name="connsiteX13" fmla="*/ 63969 w 91639"/>
                  <a:gd name="connsiteY13" fmla="*/ 75038 h 79854"/>
                  <a:gd name="connsiteX14" fmla="*/ 75469 w 91639"/>
                  <a:gd name="connsiteY14" fmla="*/ 79855 h 7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639" h="79854">
                    <a:moveTo>
                      <a:pt x="75469" y="79855"/>
                    </a:moveTo>
                    <a:cubicBezTo>
                      <a:pt x="78177" y="79852"/>
                      <a:pt x="80842" y="79170"/>
                      <a:pt x="83219" y="77871"/>
                    </a:cubicBezTo>
                    <a:cubicBezTo>
                      <a:pt x="88534" y="74846"/>
                      <a:pt x="91764" y="69152"/>
                      <a:pt x="91635" y="63038"/>
                    </a:cubicBezTo>
                    <a:lnTo>
                      <a:pt x="91635" y="607"/>
                    </a:lnTo>
                    <a:lnTo>
                      <a:pt x="72136" y="607"/>
                    </a:lnTo>
                    <a:lnTo>
                      <a:pt x="72136" y="55022"/>
                    </a:lnTo>
                    <a:lnTo>
                      <a:pt x="27970" y="5173"/>
                    </a:lnTo>
                    <a:lnTo>
                      <a:pt x="27570" y="4740"/>
                    </a:lnTo>
                    <a:cubicBezTo>
                      <a:pt x="21635" y="-1195"/>
                      <a:pt x="12149" y="-1607"/>
                      <a:pt x="5721" y="3790"/>
                    </a:cubicBezTo>
                    <a:cubicBezTo>
                      <a:pt x="1989" y="7010"/>
                      <a:pt x="-107" y="11729"/>
                      <a:pt x="4" y="16656"/>
                    </a:cubicBezTo>
                    <a:lnTo>
                      <a:pt x="4" y="78921"/>
                    </a:lnTo>
                    <a:lnTo>
                      <a:pt x="19404" y="78921"/>
                    </a:lnTo>
                    <a:lnTo>
                      <a:pt x="19404" y="24756"/>
                    </a:lnTo>
                    <a:lnTo>
                      <a:pt x="63969" y="75038"/>
                    </a:lnTo>
                    <a:cubicBezTo>
                      <a:pt x="67004" y="78117"/>
                      <a:pt x="71146" y="79851"/>
                      <a:pt x="75469" y="7985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D406465-38D1-4E50-B13D-8F4966CFDA16}"/>
                  </a:ext>
                </a:extLst>
              </p:cNvPr>
              <p:cNvSpPr/>
              <p:nvPr/>
            </p:nvSpPr>
            <p:spPr>
              <a:xfrm rot="16200000">
                <a:off x="11840565" y="6181884"/>
                <a:ext cx="91533" cy="79771"/>
              </a:xfrm>
              <a:custGeom>
                <a:avLst/>
                <a:gdLst>
                  <a:gd name="connsiteX0" fmla="*/ 72133 w 91533"/>
                  <a:gd name="connsiteY0" fmla="*/ 55022 h 79771"/>
                  <a:gd name="connsiteX1" fmla="*/ 27967 w 91533"/>
                  <a:gd name="connsiteY1" fmla="*/ 5173 h 79771"/>
                  <a:gd name="connsiteX2" fmla="*/ 27550 w 91533"/>
                  <a:gd name="connsiteY2" fmla="*/ 4740 h 79771"/>
                  <a:gd name="connsiteX3" fmla="*/ 8884 w 91533"/>
                  <a:gd name="connsiteY3" fmla="*/ 1740 h 79771"/>
                  <a:gd name="connsiteX4" fmla="*/ 1 w 91533"/>
                  <a:gd name="connsiteY4" fmla="*/ 16573 h 79771"/>
                  <a:gd name="connsiteX5" fmla="*/ 1 w 91533"/>
                  <a:gd name="connsiteY5" fmla="*/ 78638 h 79771"/>
                  <a:gd name="connsiteX6" fmla="*/ 19401 w 91533"/>
                  <a:gd name="connsiteY6" fmla="*/ 78638 h 79771"/>
                  <a:gd name="connsiteX7" fmla="*/ 19401 w 91533"/>
                  <a:gd name="connsiteY7" fmla="*/ 24756 h 79771"/>
                  <a:gd name="connsiteX8" fmla="*/ 63966 w 91533"/>
                  <a:gd name="connsiteY8" fmla="*/ 75039 h 79771"/>
                  <a:gd name="connsiteX9" fmla="*/ 83599 w 91533"/>
                  <a:gd name="connsiteY9" fmla="*/ 77522 h 79771"/>
                  <a:gd name="connsiteX10" fmla="*/ 91532 w 91533"/>
                  <a:gd name="connsiteY10" fmla="*/ 63222 h 79771"/>
                  <a:gd name="connsiteX11" fmla="*/ 91532 w 91533"/>
                  <a:gd name="connsiteY11" fmla="*/ 590 h 79771"/>
                  <a:gd name="connsiteX12" fmla="*/ 72133 w 91533"/>
                  <a:gd name="connsiteY12" fmla="*/ 590 h 79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33" h="79771">
                    <a:moveTo>
                      <a:pt x="72133" y="55022"/>
                    </a:moveTo>
                    <a:lnTo>
                      <a:pt x="27967" y="5173"/>
                    </a:lnTo>
                    <a:lnTo>
                      <a:pt x="27550" y="4740"/>
                    </a:lnTo>
                    <a:cubicBezTo>
                      <a:pt x="22637" y="-202"/>
                      <a:pt x="15099" y="-1414"/>
                      <a:pt x="8884" y="1740"/>
                    </a:cubicBezTo>
                    <a:cubicBezTo>
                      <a:pt x="3364" y="4616"/>
                      <a:pt x="-69" y="10350"/>
                      <a:pt x="1" y="16573"/>
                    </a:cubicBezTo>
                    <a:lnTo>
                      <a:pt x="1" y="78638"/>
                    </a:lnTo>
                    <a:lnTo>
                      <a:pt x="19401" y="78638"/>
                    </a:lnTo>
                    <a:lnTo>
                      <a:pt x="19401" y="24756"/>
                    </a:lnTo>
                    <a:lnTo>
                      <a:pt x="63966" y="75039"/>
                    </a:lnTo>
                    <a:cubicBezTo>
                      <a:pt x="69174" y="80253"/>
                      <a:pt x="77256" y="81277"/>
                      <a:pt x="83599" y="77522"/>
                    </a:cubicBezTo>
                    <a:cubicBezTo>
                      <a:pt x="88589" y="74495"/>
                      <a:pt x="91606" y="69057"/>
                      <a:pt x="91532" y="63222"/>
                    </a:cubicBezTo>
                    <a:lnTo>
                      <a:pt x="91532" y="590"/>
                    </a:lnTo>
                    <a:lnTo>
                      <a:pt x="72133" y="590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4F231A-F7C7-4721-B2EB-1572666A9505}"/>
                  </a:ext>
                </a:extLst>
              </p:cNvPr>
              <p:cNvSpPr/>
              <p:nvPr/>
            </p:nvSpPr>
            <p:spPr>
              <a:xfrm rot="16200000">
                <a:off x="11838871" y="5968459"/>
                <a:ext cx="94297" cy="78364"/>
              </a:xfrm>
              <a:custGeom>
                <a:avLst/>
                <a:gdLst>
                  <a:gd name="connsiteX0" fmla="*/ 69832 w 94297"/>
                  <a:gd name="connsiteY0" fmla="*/ 29466 h 78364"/>
                  <a:gd name="connsiteX1" fmla="*/ 24233 w 94297"/>
                  <a:gd name="connsiteY1" fmla="*/ 29466 h 78364"/>
                  <a:gd name="connsiteX2" fmla="*/ 19233 w 94297"/>
                  <a:gd name="connsiteY2" fmla="*/ 24466 h 78364"/>
                  <a:gd name="connsiteX3" fmla="*/ 24233 w 94297"/>
                  <a:gd name="connsiteY3" fmla="*/ 19466 h 78364"/>
                  <a:gd name="connsiteX4" fmla="*/ 90248 w 94297"/>
                  <a:gd name="connsiteY4" fmla="*/ 19466 h 78364"/>
                  <a:gd name="connsiteX5" fmla="*/ 90248 w 94297"/>
                  <a:gd name="connsiteY5" fmla="*/ 0 h 78364"/>
                  <a:gd name="connsiteX6" fmla="*/ 24466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49 w 94297"/>
                  <a:gd name="connsiteY9" fmla="*/ 48966 h 78364"/>
                  <a:gd name="connsiteX10" fmla="*/ 24299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32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32" y="29466"/>
                    </a:moveTo>
                    <a:lnTo>
                      <a:pt x="24233" y="29466"/>
                    </a:lnTo>
                    <a:cubicBezTo>
                      <a:pt x="21471" y="29466"/>
                      <a:pt x="19233" y="27228"/>
                      <a:pt x="19233" y="24466"/>
                    </a:cubicBezTo>
                    <a:cubicBezTo>
                      <a:pt x="19233" y="21705"/>
                      <a:pt x="21471" y="19466"/>
                      <a:pt x="24233" y="19466"/>
                    </a:cubicBezTo>
                    <a:lnTo>
                      <a:pt x="90248" y="19466"/>
                    </a:lnTo>
                    <a:lnTo>
                      <a:pt x="90248" y="0"/>
                    </a:lnTo>
                    <a:lnTo>
                      <a:pt x="24466" y="0"/>
                    </a:lnTo>
                    <a:cubicBezTo>
                      <a:pt x="10970" y="37"/>
                      <a:pt x="37" y="10969"/>
                      <a:pt x="0" y="24466"/>
                    </a:cubicBezTo>
                    <a:lnTo>
                      <a:pt x="0" y="24583"/>
                    </a:lnTo>
                    <a:cubicBezTo>
                      <a:pt x="-37" y="38012"/>
                      <a:pt x="10820" y="48929"/>
                      <a:pt x="24249" y="48966"/>
                    </a:cubicBezTo>
                    <a:cubicBezTo>
                      <a:pt x="24266" y="48966"/>
                      <a:pt x="24283" y="48966"/>
                      <a:pt x="24299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6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8" y="40451"/>
                      <a:pt x="83345" y="29493"/>
                      <a:pt x="69832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D050063-EE48-4966-9A74-A2586B586A30}"/>
                  </a:ext>
                </a:extLst>
              </p:cNvPr>
              <p:cNvSpPr/>
              <p:nvPr/>
            </p:nvSpPr>
            <p:spPr>
              <a:xfrm rot="16200000">
                <a:off x="11738914" y="5861336"/>
                <a:ext cx="86931" cy="78314"/>
              </a:xfrm>
              <a:custGeom>
                <a:avLst/>
                <a:gdLst>
                  <a:gd name="connsiteX0" fmla="*/ 16666 w 86931"/>
                  <a:gd name="connsiteY0" fmla="*/ 78315 h 78314"/>
                  <a:gd name="connsiteX1" fmla="*/ 86931 w 86931"/>
                  <a:gd name="connsiteY1" fmla="*/ 78315 h 78314"/>
                  <a:gd name="connsiteX2" fmla="*/ 86931 w 86931"/>
                  <a:gd name="connsiteY2" fmla="*/ 58915 h 78314"/>
                  <a:gd name="connsiteX3" fmla="*/ 22566 w 86931"/>
                  <a:gd name="connsiteY3" fmla="*/ 58915 h 78314"/>
                  <a:gd name="connsiteX4" fmla="*/ 19433 w 86931"/>
                  <a:gd name="connsiteY4" fmla="*/ 55799 h 78314"/>
                  <a:gd name="connsiteX5" fmla="*/ 19433 w 86931"/>
                  <a:gd name="connsiteY5" fmla="*/ 48849 h 78314"/>
                  <a:gd name="connsiteX6" fmla="*/ 86931 w 86931"/>
                  <a:gd name="connsiteY6" fmla="*/ 48849 h 78314"/>
                  <a:gd name="connsiteX7" fmla="*/ 86931 w 86931"/>
                  <a:gd name="connsiteY7" fmla="*/ 29449 h 78314"/>
                  <a:gd name="connsiteX8" fmla="*/ 19433 w 86931"/>
                  <a:gd name="connsiteY8" fmla="*/ 29449 h 78314"/>
                  <a:gd name="connsiteX9" fmla="*/ 19433 w 86931"/>
                  <a:gd name="connsiteY9" fmla="*/ 22583 h 78314"/>
                  <a:gd name="connsiteX10" fmla="*/ 22566 w 86931"/>
                  <a:gd name="connsiteY10" fmla="*/ 19450 h 78314"/>
                  <a:gd name="connsiteX11" fmla="*/ 86931 w 86931"/>
                  <a:gd name="connsiteY11" fmla="*/ 19450 h 78314"/>
                  <a:gd name="connsiteX12" fmla="*/ 86931 w 86931"/>
                  <a:gd name="connsiteY12" fmla="*/ 0 h 78314"/>
                  <a:gd name="connsiteX13" fmla="*/ 16666 w 86931"/>
                  <a:gd name="connsiteY13" fmla="*/ 0 h 78314"/>
                  <a:gd name="connsiteX14" fmla="*/ 0 w 86931"/>
                  <a:gd name="connsiteY14" fmla="*/ 16666 h 78314"/>
                  <a:gd name="connsiteX15" fmla="*/ 0 w 86931"/>
                  <a:gd name="connsiteY15" fmla="*/ 61665 h 78314"/>
                  <a:gd name="connsiteX16" fmla="*/ 16666 w 86931"/>
                  <a:gd name="connsiteY16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931" h="78314">
                    <a:moveTo>
                      <a:pt x="16666" y="78315"/>
                    </a:moveTo>
                    <a:lnTo>
                      <a:pt x="86931" y="78315"/>
                    </a:lnTo>
                    <a:lnTo>
                      <a:pt x="86931" y="58915"/>
                    </a:lnTo>
                    <a:lnTo>
                      <a:pt x="22566" y="58915"/>
                    </a:lnTo>
                    <a:cubicBezTo>
                      <a:pt x="20843" y="58915"/>
                      <a:pt x="19443" y="57523"/>
                      <a:pt x="19433" y="55799"/>
                    </a:cubicBezTo>
                    <a:lnTo>
                      <a:pt x="19433" y="48849"/>
                    </a:lnTo>
                    <a:lnTo>
                      <a:pt x="86931" y="48849"/>
                    </a:lnTo>
                    <a:lnTo>
                      <a:pt x="86931" y="29449"/>
                    </a:lnTo>
                    <a:lnTo>
                      <a:pt x="19433" y="29449"/>
                    </a:lnTo>
                    <a:lnTo>
                      <a:pt x="19433" y="22583"/>
                    </a:lnTo>
                    <a:cubicBezTo>
                      <a:pt x="19433" y="20852"/>
                      <a:pt x="20836" y="19450"/>
                      <a:pt x="22566" y="19450"/>
                    </a:cubicBezTo>
                    <a:lnTo>
                      <a:pt x="86931" y="1945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1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10" y="70863"/>
                      <a:pt x="7468" y="78315"/>
                      <a:pt x="16666" y="7831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9F9D9D3-267B-4E02-93F0-495C0FE17721}"/>
                  </a:ext>
                </a:extLst>
              </p:cNvPr>
              <p:cNvSpPr/>
              <p:nvPr/>
            </p:nvSpPr>
            <p:spPr>
              <a:xfrm rot="16200000">
                <a:off x="11915094" y="5839103"/>
                <a:ext cx="6466" cy="7483"/>
              </a:xfrm>
              <a:custGeom>
                <a:avLst/>
                <a:gdLst>
                  <a:gd name="connsiteX0" fmla="*/ 6216 w 6466"/>
                  <a:gd name="connsiteY0" fmla="*/ 2383 h 7483"/>
                  <a:gd name="connsiteX1" fmla="*/ 3333 w 6466"/>
                  <a:gd name="connsiteY1" fmla="*/ 0 h 7483"/>
                  <a:gd name="connsiteX2" fmla="*/ 0 w 6466"/>
                  <a:gd name="connsiteY2" fmla="*/ 0 h 7483"/>
                  <a:gd name="connsiteX3" fmla="*/ 0 w 6466"/>
                  <a:gd name="connsiteY3" fmla="*/ 7483 h 7483"/>
                  <a:gd name="connsiteX4" fmla="*/ 1417 w 6466"/>
                  <a:gd name="connsiteY4" fmla="*/ 7483 h 7483"/>
                  <a:gd name="connsiteX5" fmla="*/ 1417 w 6466"/>
                  <a:gd name="connsiteY5" fmla="*/ 4900 h 7483"/>
                  <a:gd name="connsiteX6" fmla="*/ 2983 w 6466"/>
                  <a:gd name="connsiteY6" fmla="*/ 4900 h 7483"/>
                  <a:gd name="connsiteX7" fmla="*/ 4800 w 6466"/>
                  <a:gd name="connsiteY7" fmla="*/ 7483 h 7483"/>
                  <a:gd name="connsiteX8" fmla="*/ 6467 w 6466"/>
                  <a:gd name="connsiteY8" fmla="*/ 7483 h 7483"/>
                  <a:gd name="connsiteX9" fmla="*/ 4450 w 6466"/>
                  <a:gd name="connsiteY9" fmla="*/ 4667 h 7483"/>
                  <a:gd name="connsiteX10" fmla="*/ 6216 w 6466"/>
                  <a:gd name="connsiteY10" fmla="*/ 2383 h 7483"/>
                  <a:gd name="connsiteX11" fmla="*/ 3283 w 6466"/>
                  <a:gd name="connsiteY11" fmla="*/ 3650 h 7483"/>
                  <a:gd name="connsiteX12" fmla="*/ 1417 w 6466"/>
                  <a:gd name="connsiteY12" fmla="*/ 3650 h 7483"/>
                  <a:gd name="connsiteX13" fmla="*/ 1417 w 6466"/>
                  <a:gd name="connsiteY13" fmla="*/ 1217 h 7483"/>
                  <a:gd name="connsiteX14" fmla="*/ 3283 w 6466"/>
                  <a:gd name="connsiteY14" fmla="*/ 1217 h 7483"/>
                  <a:gd name="connsiteX15" fmla="*/ 4767 w 6466"/>
                  <a:gd name="connsiteY15" fmla="*/ 2400 h 7483"/>
                  <a:gd name="connsiteX16" fmla="*/ 3283 w 6466"/>
                  <a:gd name="connsiteY16" fmla="*/ 3650 h 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6" h="7483">
                    <a:moveTo>
                      <a:pt x="6216" y="2383"/>
                    </a:moveTo>
                    <a:cubicBezTo>
                      <a:pt x="6216" y="883"/>
                      <a:pt x="5083" y="0"/>
                      <a:pt x="3333" y="0"/>
                    </a:cubicBezTo>
                    <a:lnTo>
                      <a:pt x="0" y="0"/>
                    </a:lnTo>
                    <a:lnTo>
                      <a:pt x="0" y="7483"/>
                    </a:lnTo>
                    <a:lnTo>
                      <a:pt x="1417" y="7483"/>
                    </a:lnTo>
                    <a:lnTo>
                      <a:pt x="1417" y="4900"/>
                    </a:lnTo>
                    <a:lnTo>
                      <a:pt x="2983" y="4900"/>
                    </a:lnTo>
                    <a:lnTo>
                      <a:pt x="4800" y="7483"/>
                    </a:lnTo>
                    <a:lnTo>
                      <a:pt x="6467" y="7483"/>
                    </a:lnTo>
                    <a:lnTo>
                      <a:pt x="4450" y="4667"/>
                    </a:lnTo>
                    <a:cubicBezTo>
                      <a:pt x="5518" y="4440"/>
                      <a:pt x="6265" y="3473"/>
                      <a:pt x="6216" y="2383"/>
                    </a:cubicBezTo>
                    <a:close/>
                    <a:moveTo>
                      <a:pt x="3283" y="3650"/>
                    </a:moveTo>
                    <a:lnTo>
                      <a:pt x="1417" y="3650"/>
                    </a:lnTo>
                    <a:lnTo>
                      <a:pt x="1417" y="1217"/>
                    </a:lnTo>
                    <a:lnTo>
                      <a:pt x="3283" y="1217"/>
                    </a:lnTo>
                    <a:cubicBezTo>
                      <a:pt x="4200" y="1217"/>
                      <a:pt x="4767" y="1633"/>
                      <a:pt x="4767" y="2400"/>
                    </a:cubicBezTo>
                    <a:cubicBezTo>
                      <a:pt x="4767" y="3167"/>
                      <a:pt x="4200" y="3650"/>
                      <a:pt x="3283" y="365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8E4094-9A8A-487C-A7E9-7B4D50D7E2A8}"/>
                  </a:ext>
                </a:extLst>
              </p:cNvPr>
              <p:cNvSpPr/>
              <p:nvPr/>
            </p:nvSpPr>
            <p:spPr>
              <a:xfrm rot="16200000">
                <a:off x="11911385" y="5836046"/>
                <a:ext cx="14299" cy="14299"/>
              </a:xfrm>
              <a:custGeom>
                <a:avLst/>
                <a:gdLst>
                  <a:gd name="connsiteX0" fmla="*/ 7166 w 14299"/>
                  <a:gd name="connsiteY0" fmla="*/ 0 h 14299"/>
                  <a:gd name="connsiteX1" fmla="*/ 0 w 14299"/>
                  <a:gd name="connsiteY1" fmla="*/ 7167 h 14299"/>
                  <a:gd name="connsiteX2" fmla="*/ 7166 w 14299"/>
                  <a:gd name="connsiteY2" fmla="*/ 14300 h 14299"/>
                  <a:gd name="connsiteX3" fmla="*/ 14300 w 14299"/>
                  <a:gd name="connsiteY3" fmla="*/ 7133 h 14299"/>
                  <a:gd name="connsiteX4" fmla="*/ 7166 w 14299"/>
                  <a:gd name="connsiteY4" fmla="*/ 0 h 14299"/>
                  <a:gd name="connsiteX5" fmla="*/ 7166 w 14299"/>
                  <a:gd name="connsiteY5" fmla="*/ 12866 h 14299"/>
                  <a:gd name="connsiteX6" fmla="*/ 1433 w 14299"/>
                  <a:gd name="connsiteY6" fmla="*/ 7167 h 14299"/>
                  <a:gd name="connsiteX7" fmla="*/ 7133 w 14299"/>
                  <a:gd name="connsiteY7" fmla="*/ 1433 h 14299"/>
                  <a:gd name="connsiteX8" fmla="*/ 12866 w 14299"/>
                  <a:gd name="connsiteY8" fmla="*/ 7133 h 14299"/>
                  <a:gd name="connsiteX9" fmla="*/ 7403 w 14299"/>
                  <a:gd name="connsiteY9" fmla="*/ 12866 h 14299"/>
                  <a:gd name="connsiteX10" fmla="*/ 7133 w 14299"/>
                  <a:gd name="connsiteY10" fmla="*/ 12866 h 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9" h="14299">
                    <a:moveTo>
                      <a:pt x="7166" y="0"/>
                    </a:moveTo>
                    <a:cubicBezTo>
                      <a:pt x="3212" y="8"/>
                      <a:pt x="10" y="3212"/>
                      <a:pt x="0" y="7167"/>
                    </a:cubicBezTo>
                    <a:cubicBezTo>
                      <a:pt x="10" y="11115"/>
                      <a:pt x="3218" y="14310"/>
                      <a:pt x="7166" y="14300"/>
                    </a:cubicBezTo>
                    <a:cubicBezTo>
                      <a:pt x="11115" y="14290"/>
                      <a:pt x="14310" y="11081"/>
                      <a:pt x="14300" y="7133"/>
                    </a:cubicBezTo>
                    <a:cubicBezTo>
                      <a:pt x="14290" y="3197"/>
                      <a:pt x="11101" y="10"/>
                      <a:pt x="7166" y="0"/>
                    </a:cubicBezTo>
                    <a:close/>
                    <a:moveTo>
                      <a:pt x="7166" y="12866"/>
                    </a:moveTo>
                    <a:cubicBezTo>
                      <a:pt x="4010" y="12876"/>
                      <a:pt x="1443" y="10323"/>
                      <a:pt x="1433" y="7167"/>
                    </a:cubicBezTo>
                    <a:cubicBezTo>
                      <a:pt x="1425" y="4010"/>
                      <a:pt x="3977" y="1443"/>
                      <a:pt x="7133" y="1433"/>
                    </a:cubicBezTo>
                    <a:cubicBezTo>
                      <a:pt x="10290" y="1425"/>
                      <a:pt x="12856" y="3977"/>
                      <a:pt x="12866" y="7133"/>
                    </a:cubicBezTo>
                    <a:cubicBezTo>
                      <a:pt x="12941" y="10225"/>
                      <a:pt x="10495" y="12791"/>
                      <a:pt x="7403" y="12866"/>
                    </a:cubicBezTo>
                    <a:cubicBezTo>
                      <a:pt x="7313" y="12868"/>
                      <a:pt x="7223" y="12868"/>
                      <a:pt x="7133" y="128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EED2F4-7356-451B-AFAB-C5255759D232}"/>
                  </a:ext>
                </a:extLst>
              </p:cNvPr>
              <p:cNvSpPr/>
              <p:nvPr/>
            </p:nvSpPr>
            <p:spPr>
              <a:xfrm rot="16200000">
                <a:off x="11842096" y="6075915"/>
                <a:ext cx="87814" cy="78331"/>
              </a:xfrm>
              <a:custGeom>
                <a:avLst/>
                <a:gdLst>
                  <a:gd name="connsiteX0" fmla="*/ 19433 w 87814"/>
                  <a:gd name="connsiteY0" fmla="*/ 55799 h 78331"/>
                  <a:gd name="connsiteX1" fmla="*/ 19433 w 87814"/>
                  <a:gd name="connsiteY1" fmla="*/ 48866 h 78331"/>
                  <a:gd name="connsiteX2" fmla="*/ 86931 w 87814"/>
                  <a:gd name="connsiteY2" fmla="*/ 48866 h 78331"/>
                  <a:gd name="connsiteX3" fmla="*/ 86931 w 87814"/>
                  <a:gd name="connsiteY3" fmla="*/ 29466 h 78331"/>
                  <a:gd name="connsiteX4" fmla="*/ 19433 w 87814"/>
                  <a:gd name="connsiteY4" fmla="*/ 29466 h 78331"/>
                  <a:gd name="connsiteX5" fmla="*/ 19433 w 87814"/>
                  <a:gd name="connsiteY5" fmla="*/ 22533 h 78331"/>
                  <a:gd name="connsiteX6" fmla="*/ 22549 w 87814"/>
                  <a:gd name="connsiteY6" fmla="*/ 19400 h 78331"/>
                  <a:gd name="connsiteX7" fmla="*/ 86931 w 87814"/>
                  <a:gd name="connsiteY7" fmla="*/ 19400 h 78331"/>
                  <a:gd name="connsiteX8" fmla="*/ 86931 w 87814"/>
                  <a:gd name="connsiteY8" fmla="*/ 0 h 78331"/>
                  <a:gd name="connsiteX9" fmla="*/ 16666 w 87814"/>
                  <a:gd name="connsiteY9" fmla="*/ 0 h 78331"/>
                  <a:gd name="connsiteX10" fmla="*/ 0 w 87814"/>
                  <a:gd name="connsiteY10" fmla="*/ 16666 h 78331"/>
                  <a:gd name="connsiteX11" fmla="*/ 0 w 87814"/>
                  <a:gd name="connsiteY11" fmla="*/ 61665 h 78331"/>
                  <a:gd name="connsiteX12" fmla="*/ 16666 w 87814"/>
                  <a:gd name="connsiteY12" fmla="*/ 78332 h 78331"/>
                  <a:gd name="connsiteX13" fmla="*/ 87815 w 87814"/>
                  <a:gd name="connsiteY13" fmla="*/ 78332 h 78331"/>
                  <a:gd name="connsiteX14" fmla="*/ 87815 w 87814"/>
                  <a:gd name="connsiteY14" fmla="*/ 58965 h 78331"/>
                  <a:gd name="connsiteX15" fmla="*/ 22549 w 87814"/>
                  <a:gd name="connsiteY15" fmla="*/ 58965 h 78331"/>
                  <a:gd name="connsiteX16" fmla="*/ 19433 w 87814"/>
                  <a:gd name="connsiteY16" fmla="*/ 55815 h 78331"/>
                  <a:gd name="connsiteX17" fmla="*/ 19433 w 87814"/>
                  <a:gd name="connsiteY17" fmla="*/ 55799 h 7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814" h="78331">
                    <a:moveTo>
                      <a:pt x="19433" y="55799"/>
                    </a:moveTo>
                    <a:lnTo>
                      <a:pt x="19433" y="48866"/>
                    </a:lnTo>
                    <a:lnTo>
                      <a:pt x="86931" y="48866"/>
                    </a:lnTo>
                    <a:lnTo>
                      <a:pt x="86931" y="29466"/>
                    </a:lnTo>
                    <a:lnTo>
                      <a:pt x="19433" y="29466"/>
                    </a:lnTo>
                    <a:lnTo>
                      <a:pt x="19433" y="22533"/>
                    </a:lnTo>
                    <a:cubicBezTo>
                      <a:pt x="19433" y="20809"/>
                      <a:pt x="20826" y="19409"/>
                      <a:pt x="22549" y="19400"/>
                    </a:cubicBezTo>
                    <a:lnTo>
                      <a:pt x="86931" y="1940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2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0" y="70870"/>
                      <a:pt x="7462" y="78332"/>
                      <a:pt x="16666" y="78332"/>
                    </a:cubicBezTo>
                    <a:lnTo>
                      <a:pt x="87815" y="78332"/>
                    </a:lnTo>
                    <a:lnTo>
                      <a:pt x="87815" y="58965"/>
                    </a:lnTo>
                    <a:lnTo>
                      <a:pt x="22549" y="58965"/>
                    </a:lnTo>
                    <a:cubicBezTo>
                      <a:pt x="20820" y="58957"/>
                      <a:pt x="19423" y="57545"/>
                      <a:pt x="19433" y="55815"/>
                    </a:cubicBezTo>
                    <a:cubicBezTo>
                      <a:pt x="19433" y="55810"/>
                      <a:pt x="19433" y="55804"/>
                      <a:pt x="19433" y="5579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B72A06-8A8C-4C7F-80B7-D900056650C4}"/>
                  </a:ext>
                </a:extLst>
              </p:cNvPr>
              <p:cNvSpPr/>
              <p:nvPr/>
            </p:nvSpPr>
            <p:spPr>
              <a:xfrm rot="16200000">
                <a:off x="11772680" y="6057282"/>
                <a:ext cx="19399" cy="78314"/>
              </a:xfrm>
              <a:custGeom>
                <a:avLst/>
                <a:gdLst>
                  <a:gd name="connsiteX0" fmla="*/ 0 w 19399"/>
                  <a:gd name="connsiteY0" fmla="*/ 0 h 78314"/>
                  <a:gd name="connsiteX1" fmla="*/ 19400 w 19399"/>
                  <a:gd name="connsiteY1" fmla="*/ 0 h 78314"/>
                  <a:gd name="connsiteX2" fmla="*/ 19400 w 19399"/>
                  <a:gd name="connsiteY2" fmla="*/ 78315 h 78314"/>
                  <a:gd name="connsiteX3" fmla="*/ 0 w 19399"/>
                  <a:gd name="connsiteY3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314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315"/>
                    </a:lnTo>
                    <a:lnTo>
                      <a:pt x="0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4781A27-A8C8-4EB1-B9C0-C584F71FAE07}"/>
                  </a:ext>
                </a:extLst>
              </p:cNvPr>
              <p:cNvSpPr/>
              <p:nvPr/>
            </p:nvSpPr>
            <p:spPr>
              <a:xfrm rot="16200000">
                <a:off x="11723697" y="5975905"/>
                <a:ext cx="117297" cy="79538"/>
              </a:xfrm>
              <a:custGeom>
                <a:avLst/>
                <a:gdLst>
                  <a:gd name="connsiteX0" fmla="*/ 106031 w 117297"/>
                  <a:gd name="connsiteY0" fmla="*/ 630 h 79538"/>
                  <a:gd name="connsiteX1" fmla="*/ 93848 w 117297"/>
                  <a:gd name="connsiteY1" fmla="*/ 2296 h 79538"/>
                  <a:gd name="connsiteX2" fmla="*/ 84015 w 117297"/>
                  <a:gd name="connsiteY2" fmla="*/ 14413 h 79538"/>
                  <a:gd name="connsiteX3" fmla="*/ 59015 w 117297"/>
                  <a:gd name="connsiteY3" fmla="*/ 59262 h 79538"/>
                  <a:gd name="connsiteX4" fmla="*/ 32699 w 117297"/>
                  <a:gd name="connsiteY4" fmla="*/ 12863 h 79538"/>
                  <a:gd name="connsiteX5" fmla="*/ 25583 w 117297"/>
                  <a:gd name="connsiteY5" fmla="*/ 3346 h 79538"/>
                  <a:gd name="connsiteX6" fmla="*/ 4125 w 117297"/>
                  <a:gd name="connsiteY6" fmla="*/ 5729 h 79538"/>
                  <a:gd name="connsiteX7" fmla="*/ 3333 w 117297"/>
                  <a:gd name="connsiteY7" fmla="*/ 6813 h 79538"/>
                  <a:gd name="connsiteX8" fmla="*/ 0 w 117297"/>
                  <a:gd name="connsiteY8" fmla="*/ 24046 h 79538"/>
                  <a:gd name="connsiteX9" fmla="*/ 217 w 117297"/>
                  <a:gd name="connsiteY9" fmla="*/ 79045 h 79538"/>
                  <a:gd name="connsiteX10" fmla="*/ 19516 w 117297"/>
                  <a:gd name="connsiteY10" fmla="*/ 79045 h 79538"/>
                  <a:gd name="connsiteX11" fmla="*/ 19516 w 117297"/>
                  <a:gd name="connsiteY11" fmla="*/ 29046 h 79538"/>
                  <a:gd name="connsiteX12" fmla="*/ 39349 w 117297"/>
                  <a:gd name="connsiteY12" fmla="*/ 64545 h 79538"/>
                  <a:gd name="connsiteX13" fmla="*/ 48299 w 117297"/>
                  <a:gd name="connsiteY13" fmla="*/ 76211 h 79538"/>
                  <a:gd name="connsiteX14" fmla="*/ 69182 w 117297"/>
                  <a:gd name="connsiteY14" fmla="*/ 76211 h 79538"/>
                  <a:gd name="connsiteX15" fmla="*/ 74548 w 117297"/>
                  <a:gd name="connsiteY15" fmla="*/ 70428 h 79538"/>
                  <a:gd name="connsiteX16" fmla="*/ 78131 w 117297"/>
                  <a:gd name="connsiteY16" fmla="*/ 64445 h 79538"/>
                  <a:gd name="connsiteX17" fmla="*/ 97964 w 117297"/>
                  <a:gd name="connsiteY17" fmla="*/ 28946 h 79538"/>
                  <a:gd name="connsiteX18" fmla="*/ 97964 w 117297"/>
                  <a:gd name="connsiteY18" fmla="*/ 78945 h 79538"/>
                  <a:gd name="connsiteX19" fmla="*/ 117297 w 117297"/>
                  <a:gd name="connsiteY19" fmla="*/ 78945 h 79538"/>
                  <a:gd name="connsiteX20" fmla="*/ 117297 w 117297"/>
                  <a:gd name="connsiteY20" fmla="*/ 22279 h 79538"/>
                  <a:gd name="connsiteX21" fmla="*/ 115164 w 117297"/>
                  <a:gd name="connsiteY21" fmla="*/ 8430 h 79538"/>
                  <a:gd name="connsiteX22" fmla="*/ 106031 w 117297"/>
                  <a:gd name="connsiteY22" fmla="*/ 630 h 7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297" h="79538">
                    <a:moveTo>
                      <a:pt x="106031" y="630"/>
                    </a:moveTo>
                    <a:cubicBezTo>
                      <a:pt x="101914" y="-520"/>
                      <a:pt x="97504" y="83"/>
                      <a:pt x="93848" y="2296"/>
                    </a:cubicBezTo>
                    <a:cubicBezTo>
                      <a:pt x="89348" y="5013"/>
                      <a:pt x="86598" y="9813"/>
                      <a:pt x="84015" y="14413"/>
                    </a:cubicBezTo>
                    <a:lnTo>
                      <a:pt x="59015" y="59262"/>
                    </a:lnTo>
                    <a:lnTo>
                      <a:pt x="32699" y="12863"/>
                    </a:lnTo>
                    <a:cubicBezTo>
                      <a:pt x="30969" y="9258"/>
                      <a:pt x="28551" y="6025"/>
                      <a:pt x="25583" y="3346"/>
                    </a:cubicBezTo>
                    <a:cubicBezTo>
                      <a:pt x="19000" y="-1921"/>
                      <a:pt x="9393" y="-854"/>
                      <a:pt x="4125" y="5729"/>
                    </a:cubicBezTo>
                    <a:cubicBezTo>
                      <a:pt x="3845" y="6079"/>
                      <a:pt x="3582" y="6440"/>
                      <a:pt x="3333" y="6813"/>
                    </a:cubicBezTo>
                    <a:cubicBezTo>
                      <a:pt x="0" y="11813"/>
                      <a:pt x="0" y="18096"/>
                      <a:pt x="0" y="24046"/>
                    </a:cubicBezTo>
                    <a:cubicBezTo>
                      <a:pt x="83" y="41296"/>
                      <a:pt x="150" y="61712"/>
                      <a:pt x="217" y="79045"/>
                    </a:cubicBezTo>
                    <a:lnTo>
                      <a:pt x="19516" y="79045"/>
                    </a:lnTo>
                    <a:cubicBezTo>
                      <a:pt x="19516" y="62378"/>
                      <a:pt x="19516" y="45712"/>
                      <a:pt x="19516" y="29046"/>
                    </a:cubicBezTo>
                    <a:cubicBezTo>
                      <a:pt x="26183" y="40879"/>
                      <a:pt x="32794" y="52712"/>
                      <a:pt x="39349" y="64545"/>
                    </a:cubicBezTo>
                    <a:cubicBezTo>
                      <a:pt x="41766" y="68878"/>
                      <a:pt x="44349" y="73345"/>
                      <a:pt x="48299" y="76211"/>
                    </a:cubicBezTo>
                    <a:cubicBezTo>
                      <a:pt x="54554" y="80647"/>
                      <a:pt x="62927" y="80647"/>
                      <a:pt x="69182" y="76211"/>
                    </a:cubicBezTo>
                    <a:cubicBezTo>
                      <a:pt x="71273" y="74589"/>
                      <a:pt x="73087" y="72636"/>
                      <a:pt x="74548" y="70428"/>
                    </a:cubicBezTo>
                    <a:cubicBezTo>
                      <a:pt x="75848" y="68512"/>
                      <a:pt x="76998" y="66462"/>
                      <a:pt x="78131" y="64445"/>
                    </a:cubicBezTo>
                    <a:cubicBezTo>
                      <a:pt x="84731" y="52612"/>
                      <a:pt x="91343" y="40779"/>
                      <a:pt x="97964" y="28946"/>
                    </a:cubicBezTo>
                    <a:cubicBezTo>
                      <a:pt x="97964" y="45612"/>
                      <a:pt x="97964" y="62278"/>
                      <a:pt x="97964" y="78945"/>
                    </a:cubicBezTo>
                    <a:lnTo>
                      <a:pt x="117297" y="78945"/>
                    </a:lnTo>
                    <a:cubicBezTo>
                      <a:pt x="117297" y="60056"/>
                      <a:pt x="117297" y="41168"/>
                      <a:pt x="117297" y="22279"/>
                    </a:cubicBezTo>
                    <a:cubicBezTo>
                      <a:pt x="117297" y="17563"/>
                      <a:pt x="117297" y="12646"/>
                      <a:pt x="115164" y="8430"/>
                    </a:cubicBezTo>
                    <a:cubicBezTo>
                      <a:pt x="113294" y="4706"/>
                      <a:pt x="110002" y="1893"/>
                      <a:pt x="106031" y="63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E3E83D-DBC3-42FD-939D-CB8154F9D736}"/>
                  </a:ext>
                </a:extLst>
              </p:cNvPr>
              <p:cNvSpPr/>
              <p:nvPr/>
            </p:nvSpPr>
            <p:spPr>
              <a:xfrm rot="16200000">
                <a:off x="11734572" y="6216253"/>
                <a:ext cx="95614" cy="78314"/>
              </a:xfrm>
              <a:custGeom>
                <a:avLst/>
                <a:gdLst>
                  <a:gd name="connsiteX0" fmla="*/ 38116 w 95614"/>
                  <a:gd name="connsiteY0" fmla="*/ 78315 h 78314"/>
                  <a:gd name="connsiteX1" fmla="*/ 57499 w 95614"/>
                  <a:gd name="connsiteY1" fmla="*/ 78315 h 78314"/>
                  <a:gd name="connsiteX2" fmla="*/ 57499 w 95614"/>
                  <a:gd name="connsiteY2" fmla="*/ 43032 h 78314"/>
                  <a:gd name="connsiteX3" fmla="*/ 95614 w 95614"/>
                  <a:gd name="connsiteY3" fmla="*/ 0 h 78314"/>
                  <a:gd name="connsiteX4" fmla="*/ 69715 w 95614"/>
                  <a:gd name="connsiteY4" fmla="*/ 0 h 78314"/>
                  <a:gd name="connsiteX5" fmla="*/ 47799 w 95614"/>
                  <a:gd name="connsiteY5" fmla="*/ 24716 h 78314"/>
                  <a:gd name="connsiteX6" fmla="*/ 25899 w 95614"/>
                  <a:gd name="connsiteY6" fmla="*/ 0 h 78314"/>
                  <a:gd name="connsiteX7" fmla="*/ 0 w 95614"/>
                  <a:gd name="connsiteY7" fmla="*/ 0 h 78314"/>
                  <a:gd name="connsiteX8" fmla="*/ 38116 w 95614"/>
                  <a:gd name="connsiteY8" fmla="*/ 42999 h 78314"/>
                  <a:gd name="connsiteX9" fmla="*/ 38116 w 95614"/>
                  <a:gd name="connsiteY9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14" h="78314">
                    <a:moveTo>
                      <a:pt x="38116" y="78315"/>
                    </a:moveTo>
                    <a:lnTo>
                      <a:pt x="57499" y="78315"/>
                    </a:lnTo>
                    <a:lnTo>
                      <a:pt x="57499" y="43032"/>
                    </a:lnTo>
                    <a:lnTo>
                      <a:pt x="95614" y="0"/>
                    </a:lnTo>
                    <a:lnTo>
                      <a:pt x="69715" y="0"/>
                    </a:lnTo>
                    <a:lnTo>
                      <a:pt x="47799" y="24716"/>
                    </a:lnTo>
                    <a:lnTo>
                      <a:pt x="25899" y="0"/>
                    </a:lnTo>
                    <a:lnTo>
                      <a:pt x="0" y="0"/>
                    </a:lnTo>
                    <a:lnTo>
                      <a:pt x="38116" y="42999"/>
                    </a:lnTo>
                    <a:lnTo>
                      <a:pt x="38116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E53000-73F6-4983-9130-2590CBB7BC1B}"/>
                  </a:ext>
                </a:extLst>
              </p:cNvPr>
              <p:cNvSpPr/>
              <p:nvPr/>
            </p:nvSpPr>
            <p:spPr>
              <a:xfrm rot="16200000">
                <a:off x="11838871" y="5861062"/>
                <a:ext cx="94297" cy="78364"/>
              </a:xfrm>
              <a:custGeom>
                <a:avLst/>
                <a:gdLst>
                  <a:gd name="connsiteX0" fmla="*/ 69849 w 94297"/>
                  <a:gd name="connsiteY0" fmla="*/ 29466 h 78364"/>
                  <a:gd name="connsiteX1" fmla="*/ 24216 w 94297"/>
                  <a:gd name="connsiteY1" fmla="*/ 29466 h 78364"/>
                  <a:gd name="connsiteX2" fmla="*/ 19216 w 94297"/>
                  <a:gd name="connsiteY2" fmla="*/ 24466 h 78364"/>
                  <a:gd name="connsiteX3" fmla="*/ 24216 w 94297"/>
                  <a:gd name="connsiteY3" fmla="*/ 19466 h 78364"/>
                  <a:gd name="connsiteX4" fmla="*/ 90231 w 94297"/>
                  <a:gd name="connsiteY4" fmla="*/ 19466 h 78364"/>
                  <a:gd name="connsiteX5" fmla="*/ 90231 w 94297"/>
                  <a:gd name="connsiteY5" fmla="*/ 0 h 78364"/>
                  <a:gd name="connsiteX6" fmla="*/ 24450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16 w 94297"/>
                  <a:gd name="connsiteY9" fmla="*/ 48966 h 78364"/>
                  <a:gd name="connsiteX10" fmla="*/ 24300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49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49" y="29466"/>
                    </a:moveTo>
                    <a:lnTo>
                      <a:pt x="24216" y="29466"/>
                    </a:lnTo>
                    <a:cubicBezTo>
                      <a:pt x="21455" y="29466"/>
                      <a:pt x="19216" y="27228"/>
                      <a:pt x="19216" y="24466"/>
                    </a:cubicBezTo>
                    <a:cubicBezTo>
                      <a:pt x="19216" y="21705"/>
                      <a:pt x="21455" y="19466"/>
                      <a:pt x="24216" y="19466"/>
                    </a:cubicBezTo>
                    <a:lnTo>
                      <a:pt x="90231" y="19466"/>
                    </a:lnTo>
                    <a:lnTo>
                      <a:pt x="90231" y="0"/>
                    </a:lnTo>
                    <a:lnTo>
                      <a:pt x="24450" y="0"/>
                    </a:lnTo>
                    <a:cubicBezTo>
                      <a:pt x="10958" y="46"/>
                      <a:pt x="37" y="10976"/>
                      <a:pt x="0" y="24466"/>
                    </a:cubicBezTo>
                    <a:lnTo>
                      <a:pt x="0" y="24583"/>
                    </a:lnTo>
                    <a:cubicBezTo>
                      <a:pt x="-47" y="38003"/>
                      <a:pt x="10797" y="48919"/>
                      <a:pt x="24216" y="48966"/>
                    </a:cubicBezTo>
                    <a:cubicBezTo>
                      <a:pt x="24245" y="48966"/>
                      <a:pt x="24271" y="48966"/>
                      <a:pt x="24300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7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0" y="40462"/>
                      <a:pt x="83351" y="29512"/>
                      <a:pt x="69849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236FA0D-A61D-4D22-8102-1CB053CA4C0E}"/>
                  </a:ext>
                </a:extLst>
              </p:cNvPr>
              <p:cNvSpPr/>
              <p:nvPr/>
            </p:nvSpPr>
            <p:spPr>
              <a:xfrm rot="16200000">
                <a:off x="11732614" y="6415924"/>
                <a:ext cx="98930" cy="78914"/>
              </a:xfrm>
              <a:custGeom>
                <a:avLst/>
                <a:gdLst>
                  <a:gd name="connsiteX0" fmla="*/ 77265 w 98930"/>
                  <a:gd name="connsiteY0" fmla="*/ 78915 h 78914"/>
                  <a:gd name="connsiteX1" fmla="*/ 98931 w 98930"/>
                  <a:gd name="connsiteY1" fmla="*/ 78915 h 78914"/>
                  <a:gd name="connsiteX2" fmla="*/ 65065 w 98930"/>
                  <a:gd name="connsiteY2" fmla="*/ 9666 h 78914"/>
                  <a:gd name="connsiteX3" fmla="*/ 49532 w 98930"/>
                  <a:gd name="connsiteY3" fmla="*/ 0 h 78914"/>
                  <a:gd name="connsiteX4" fmla="*/ 49215 w 98930"/>
                  <a:gd name="connsiteY4" fmla="*/ 0 h 78914"/>
                  <a:gd name="connsiteX5" fmla="*/ 33683 w 98930"/>
                  <a:gd name="connsiteY5" fmla="*/ 9683 h 78914"/>
                  <a:gd name="connsiteX6" fmla="*/ 0 w 98930"/>
                  <a:gd name="connsiteY6" fmla="*/ 78915 h 78914"/>
                  <a:gd name="connsiteX7" fmla="*/ 21566 w 98930"/>
                  <a:gd name="connsiteY7" fmla="*/ 78915 h 78914"/>
                  <a:gd name="connsiteX8" fmla="*/ 29483 w 98930"/>
                  <a:gd name="connsiteY8" fmla="*/ 62249 h 78914"/>
                  <a:gd name="connsiteX9" fmla="*/ 57949 w 98930"/>
                  <a:gd name="connsiteY9" fmla="*/ 62249 h 78914"/>
                  <a:gd name="connsiteX10" fmla="*/ 48366 w 98930"/>
                  <a:gd name="connsiteY10" fmla="*/ 42866 h 78914"/>
                  <a:gd name="connsiteX11" fmla="*/ 38982 w 98930"/>
                  <a:gd name="connsiteY11" fmla="*/ 42866 h 78914"/>
                  <a:gd name="connsiteX12" fmla="*/ 49382 w 98930"/>
                  <a:gd name="connsiteY12" fmla="*/ 21699 h 7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930" h="78914">
                    <a:moveTo>
                      <a:pt x="77265" y="78915"/>
                    </a:moveTo>
                    <a:lnTo>
                      <a:pt x="98931" y="78915"/>
                    </a:lnTo>
                    <a:lnTo>
                      <a:pt x="65065" y="9666"/>
                    </a:lnTo>
                    <a:cubicBezTo>
                      <a:pt x="62152" y="3749"/>
                      <a:pt x="56129" y="1"/>
                      <a:pt x="49532" y="0"/>
                    </a:cubicBezTo>
                    <a:lnTo>
                      <a:pt x="49215" y="0"/>
                    </a:lnTo>
                    <a:cubicBezTo>
                      <a:pt x="42614" y="-4"/>
                      <a:pt x="36586" y="3754"/>
                      <a:pt x="33683" y="9683"/>
                    </a:cubicBezTo>
                    <a:lnTo>
                      <a:pt x="0" y="78915"/>
                    </a:lnTo>
                    <a:lnTo>
                      <a:pt x="21566" y="78915"/>
                    </a:lnTo>
                    <a:lnTo>
                      <a:pt x="29483" y="62249"/>
                    </a:lnTo>
                    <a:lnTo>
                      <a:pt x="57949" y="62249"/>
                    </a:lnTo>
                    <a:lnTo>
                      <a:pt x="48366" y="42866"/>
                    </a:lnTo>
                    <a:lnTo>
                      <a:pt x="38982" y="42866"/>
                    </a:lnTo>
                    <a:lnTo>
                      <a:pt x="49382" y="21699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BC3142-72CC-4A6C-9F56-470F51A4EE95}"/>
                </a:ext>
              </a:extLst>
            </p:cNvPr>
            <p:cNvGrpSpPr/>
            <p:nvPr userDrawn="1"/>
          </p:nvGrpSpPr>
          <p:grpSpPr>
            <a:xfrm>
              <a:off x="11719136" y="6522150"/>
              <a:ext cx="242400" cy="226125"/>
              <a:chOff x="11719136" y="6522150"/>
              <a:chExt cx="242400" cy="226125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0E63281-2494-4AAB-9C91-8A3D0C70317B}"/>
                  </a:ext>
                </a:extLst>
              </p:cNvPr>
              <p:cNvSpPr/>
              <p:nvPr/>
            </p:nvSpPr>
            <p:spPr>
              <a:xfrm rot="16200000">
                <a:off x="11727273" y="6514013"/>
                <a:ext cx="226125" cy="242400"/>
              </a:xfrm>
              <a:custGeom>
                <a:avLst/>
                <a:gdLst>
                  <a:gd name="connsiteX0" fmla="*/ 183798 w 226125"/>
                  <a:gd name="connsiteY0" fmla="*/ 5487 h 242400"/>
                  <a:gd name="connsiteX1" fmla="*/ 159515 w 226125"/>
                  <a:gd name="connsiteY1" fmla="*/ 4621 h 242400"/>
                  <a:gd name="connsiteX2" fmla="*/ 108500 w 226125"/>
                  <a:gd name="connsiteY2" fmla="*/ 67753 h 242400"/>
                  <a:gd name="connsiteX3" fmla="*/ 59667 w 226125"/>
                  <a:gd name="connsiteY3" fmla="*/ 104735 h 242400"/>
                  <a:gd name="connsiteX4" fmla="*/ 53718 w 226125"/>
                  <a:gd name="connsiteY4" fmla="*/ 104268 h 242400"/>
                  <a:gd name="connsiteX5" fmla="*/ 29385 w 226125"/>
                  <a:gd name="connsiteY5" fmla="*/ 80086 h 242400"/>
                  <a:gd name="connsiteX6" fmla="*/ 3602 w 226125"/>
                  <a:gd name="connsiteY6" fmla="*/ 76919 h 242400"/>
                  <a:gd name="connsiteX7" fmla="*/ 6769 w 226125"/>
                  <a:gd name="connsiteY7" fmla="*/ 99502 h 242400"/>
                  <a:gd name="connsiteX8" fmla="*/ 42268 w 226125"/>
                  <a:gd name="connsiteY8" fmla="*/ 134784 h 242400"/>
                  <a:gd name="connsiteX9" fmla="*/ 64617 w 226125"/>
                  <a:gd name="connsiteY9" fmla="*/ 137118 h 242400"/>
                  <a:gd name="connsiteX10" fmla="*/ 65484 w 226125"/>
                  <a:gd name="connsiteY10" fmla="*/ 136534 h 242400"/>
                  <a:gd name="connsiteX11" fmla="*/ 104533 w 226125"/>
                  <a:gd name="connsiteY11" fmla="*/ 94502 h 242400"/>
                  <a:gd name="connsiteX12" fmla="*/ 112583 w 226125"/>
                  <a:gd name="connsiteY12" fmla="*/ 93219 h 242400"/>
                  <a:gd name="connsiteX13" fmla="*/ 163332 w 226125"/>
                  <a:gd name="connsiteY13" fmla="*/ 130001 h 242400"/>
                  <a:gd name="connsiteX14" fmla="*/ 169765 w 226125"/>
                  <a:gd name="connsiteY14" fmla="*/ 138051 h 242400"/>
                  <a:gd name="connsiteX15" fmla="*/ 152832 w 226125"/>
                  <a:gd name="connsiteY15" fmla="*/ 154584 h 242400"/>
                  <a:gd name="connsiteX16" fmla="*/ 130382 w 226125"/>
                  <a:gd name="connsiteY16" fmla="*/ 172067 h 242400"/>
                  <a:gd name="connsiteX17" fmla="*/ 119666 w 226125"/>
                  <a:gd name="connsiteY17" fmla="*/ 186733 h 242400"/>
                  <a:gd name="connsiteX18" fmla="*/ 119849 w 226125"/>
                  <a:gd name="connsiteY18" fmla="*/ 196250 h 242400"/>
                  <a:gd name="connsiteX19" fmla="*/ 130699 w 226125"/>
                  <a:gd name="connsiteY19" fmla="*/ 208483 h 242400"/>
                  <a:gd name="connsiteX20" fmla="*/ 181665 w 226125"/>
                  <a:gd name="connsiteY20" fmla="*/ 238115 h 242400"/>
                  <a:gd name="connsiteX21" fmla="*/ 208764 w 226125"/>
                  <a:gd name="connsiteY21" fmla="*/ 234782 h 242400"/>
                  <a:gd name="connsiteX22" fmla="*/ 200681 w 226125"/>
                  <a:gd name="connsiteY22" fmla="*/ 208683 h 242400"/>
                  <a:gd name="connsiteX23" fmla="*/ 164015 w 226125"/>
                  <a:gd name="connsiteY23" fmla="*/ 185633 h 242400"/>
                  <a:gd name="connsiteX24" fmla="*/ 162348 w 226125"/>
                  <a:gd name="connsiteY24" fmla="*/ 179650 h 242400"/>
                  <a:gd name="connsiteX25" fmla="*/ 174015 w 226125"/>
                  <a:gd name="connsiteY25" fmla="*/ 168417 h 242400"/>
                  <a:gd name="connsiteX26" fmla="*/ 192214 w 226125"/>
                  <a:gd name="connsiteY26" fmla="*/ 135801 h 242400"/>
                  <a:gd name="connsiteX27" fmla="*/ 179898 w 226125"/>
                  <a:gd name="connsiteY27" fmla="*/ 112668 h 242400"/>
                  <a:gd name="connsiteX28" fmla="*/ 161698 w 226125"/>
                  <a:gd name="connsiteY28" fmla="*/ 94919 h 242400"/>
                  <a:gd name="connsiteX29" fmla="*/ 137066 w 226125"/>
                  <a:gd name="connsiteY29" fmla="*/ 70803 h 242400"/>
                  <a:gd name="connsiteX30" fmla="*/ 134966 w 226125"/>
                  <a:gd name="connsiteY30" fmla="*/ 65803 h 242400"/>
                  <a:gd name="connsiteX31" fmla="*/ 137082 w 226125"/>
                  <a:gd name="connsiteY31" fmla="*/ 61603 h 242400"/>
                  <a:gd name="connsiteX32" fmla="*/ 152082 w 226125"/>
                  <a:gd name="connsiteY32" fmla="*/ 48570 h 242400"/>
                  <a:gd name="connsiteX33" fmla="*/ 166182 w 226125"/>
                  <a:gd name="connsiteY33" fmla="*/ 36337 h 242400"/>
                  <a:gd name="connsiteX34" fmla="*/ 172281 w 226125"/>
                  <a:gd name="connsiteY34" fmla="*/ 36620 h 242400"/>
                  <a:gd name="connsiteX35" fmla="*/ 196664 w 226125"/>
                  <a:gd name="connsiteY35" fmla="*/ 60186 h 242400"/>
                  <a:gd name="connsiteX36" fmla="*/ 216297 w 226125"/>
                  <a:gd name="connsiteY36" fmla="*/ 66853 h 242400"/>
                  <a:gd name="connsiteX37" fmla="*/ 221664 w 226125"/>
                  <a:gd name="connsiteY37" fmla="*/ 64153 h 242400"/>
                  <a:gd name="connsiteX38" fmla="*/ 225697 w 226125"/>
                  <a:gd name="connsiteY38" fmla="*/ 57886 h 242400"/>
                  <a:gd name="connsiteX39" fmla="*/ 219380 w 226125"/>
                  <a:gd name="connsiteY39" fmla="*/ 40787 h 24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6125" h="242400">
                    <a:moveTo>
                      <a:pt x="183798" y="5487"/>
                    </a:moveTo>
                    <a:cubicBezTo>
                      <a:pt x="177131" y="-1179"/>
                      <a:pt x="165632" y="-2129"/>
                      <a:pt x="159515" y="4621"/>
                    </a:cubicBezTo>
                    <a:cubicBezTo>
                      <a:pt x="159515" y="4621"/>
                      <a:pt x="119083" y="57270"/>
                      <a:pt x="108500" y="67753"/>
                    </a:cubicBezTo>
                    <a:cubicBezTo>
                      <a:pt x="94018" y="82287"/>
                      <a:pt x="77583" y="94734"/>
                      <a:pt x="59667" y="104735"/>
                    </a:cubicBezTo>
                    <a:cubicBezTo>
                      <a:pt x="57807" y="105945"/>
                      <a:pt x="55366" y="105753"/>
                      <a:pt x="53718" y="104268"/>
                    </a:cubicBezTo>
                    <a:lnTo>
                      <a:pt x="29385" y="80086"/>
                    </a:lnTo>
                    <a:cubicBezTo>
                      <a:pt x="20002" y="70686"/>
                      <a:pt x="9085" y="71436"/>
                      <a:pt x="3602" y="76919"/>
                    </a:cubicBezTo>
                    <a:cubicBezTo>
                      <a:pt x="-1231" y="81752"/>
                      <a:pt x="-2131" y="90602"/>
                      <a:pt x="6769" y="99502"/>
                    </a:cubicBezTo>
                    <a:lnTo>
                      <a:pt x="42268" y="134784"/>
                    </a:lnTo>
                    <a:cubicBezTo>
                      <a:pt x="48246" y="140712"/>
                      <a:pt x="57543" y="141683"/>
                      <a:pt x="64617" y="137118"/>
                    </a:cubicBezTo>
                    <a:lnTo>
                      <a:pt x="65484" y="136534"/>
                    </a:lnTo>
                    <a:cubicBezTo>
                      <a:pt x="76067" y="128868"/>
                      <a:pt x="93133" y="109102"/>
                      <a:pt x="104533" y="94502"/>
                    </a:cubicBezTo>
                    <a:cubicBezTo>
                      <a:pt x="106451" y="92007"/>
                      <a:pt x="109984" y="91444"/>
                      <a:pt x="112583" y="93219"/>
                    </a:cubicBezTo>
                    <a:cubicBezTo>
                      <a:pt x="145949" y="116668"/>
                      <a:pt x="158598" y="126168"/>
                      <a:pt x="163332" y="130001"/>
                    </a:cubicBezTo>
                    <a:cubicBezTo>
                      <a:pt x="168065" y="133834"/>
                      <a:pt x="169831" y="136084"/>
                      <a:pt x="169765" y="138051"/>
                    </a:cubicBezTo>
                    <a:cubicBezTo>
                      <a:pt x="169648" y="141984"/>
                      <a:pt x="161548" y="148317"/>
                      <a:pt x="152832" y="154584"/>
                    </a:cubicBezTo>
                    <a:cubicBezTo>
                      <a:pt x="145034" y="159996"/>
                      <a:pt x="137539" y="165832"/>
                      <a:pt x="130382" y="172067"/>
                    </a:cubicBezTo>
                    <a:cubicBezTo>
                      <a:pt x="123716" y="178400"/>
                      <a:pt x="121183" y="181617"/>
                      <a:pt x="119666" y="186733"/>
                    </a:cubicBezTo>
                    <a:cubicBezTo>
                      <a:pt x="118850" y="189861"/>
                      <a:pt x="118914" y="193155"/>
                      <a:pt x="119849" y="196250"/>
                    </a:cubicBezTo>
                    <a:cubicBezTo>
                      <a:pt x="121516" y="200966"/>
                      <a:pt x="125199" y="205066"/>
                      <a:pt x="130699" y="208483"/>
                    </a:cubicBezTo>
                    <a:lnTo>
                      <a:pt x="181665" y="238115"/>
                    </a:lnTo>
                    <a:cubicBezTo>
                      <a:pt x="196797" y="246315"/>
                      <a:pt x="204397" y="241365"/>
                      <a:pt x="208764" y="234782"/>
                    </a:cubicBezTo>
                    <a:cubicBezTo>
                      <a:pt x="212847" y="228649"/>
                      <a:pt x="214697" y="217182"/>
                      <a:pt x="200681" y="208683"/>
                    </a:cubicBezTo>
                    <a:lnTo>
                      <a:pt x="164015" y="185633"/>
                    </a:lnTo>
                    <a:cubicBezTo>
                      <a:pt x="160015" y="183250"/>
                      <a:pt x="161565" y="180550"/>
                      <a:pt x="162348" y="179650"/>
                    </a:cubicBezTo>
                    <a:cubicBezTo>
                      <a:pt x="164198" y="177650"/>
                      <a:pt x="172048" y="170317"/>
                      <a:pt x="174015" y="168417"/>
                    </a:cubicBezTo>
                    <a:cubicBezTo>
                      <a:pt x="186331" y="156351"/>
                      <a:pt x="192348" y="145684"/>
                      <a:pt x="192214" y="135801"/>
                    </a:cubicBezTo>
                    <a:cubicBezTo>
                      <a:pt x="192214" y="125635"/>
                      <a:pt x="185548" y="118085"/>
                      <a:pt x="179898" y="112668"/>
                    </a:cubicBezTo>
                    <a:cubicBezTo>
                      <a:pt x="174498" y="107502"/>
                      <a:pt x="169398" y="102502"/>
                      <a:pt x="161698" y="94919"/>
                    </a:cubicBezTo>
                    <a:cubicBezTo>
                      <a:pt x="155565" y="88902"/>
                      <a:pt x="147832" y="81302"/>
                      <a:pt x="137066" y="70803"/>
                    </a:cubicBezTo>
                    <a:cubicBezTo>
                      <a:pt x="135689" y="69509"/>
                      <a:pt x="134925" y="67692"/>
                      <a:pt x="134966" y="65803"/>
                    </a:cubicBezTo>
                    <a:cubicBezTo>
                      <a:pt x="135040" y="64165"/>
                      <a:pt x="135810" y="62637"/>
                      <a:pt x="137082" y="61603"/>
                    </a:cubicBezTo>
                    <a:cubicBezTo>
                      <a:pt x="141332" y="58120"/>
                      <a:pt x="146799" y="53270"/>
                      <a:pt x="152082" y="48570"/>
                    </a:cubicBezTo>
                    <a:cubicBezTo>
                      <a:pt x="157365" y="43870"/>
                      <a:pt x="162598" y="39237"/>
                      <a:pt x="166182" y="36337"/>
                    </a:cubicBezTo>
                    <a:cubicBezTo>
                      <a:pt x="167997" y="34881"/>
                      <a:pt x="170610" y="35002"/>
                      <a:pt x="172281" y="36620"/>
                    </a:cubicBezTo>
                    <a:lnTo>
                      <a:pt x="196664" y="60186"/>
                    </a:lnTo>
                    <a:cubicBezTo>
                      <a:pt x="202547" y="66069"/>
                      <a:pt x="209881" y="68519"/>
                      <a:pt x="216297" y="66853"/>
                    </a:cubicBezTo>
                    <a:cubicBezTo>
                      <a:pt x="218260" y="66354"/>
                      <a:pt x="220092" y="65433"/>
                      <a:pt x="221664" y="64153"/>
                    </a:cubicBezTo>
                    <a:cubicBezTo>
                      <a:pt x="223624" y="62530"/>
                      <a:pt x="225032" y="60341"/>
                      <a:pt x="225697" y="57886"/>
                    </a:cubicBezTo>
                    <a:cubicBezTo>
                      <a:pt x="226547" y="54703"/>
                      <a:pt x="226863" y="48253"/>
                      <a:pt x="219380" y="40787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40BF95-9B53-4193-96F9-F88955D92134}"/>
                  </a:ext>
                </a:extLst>
              </p:cNvPr>
              <p:cNvSpPr/>
              <p:nvPr/>
            </p:nvSpPr>
            <p:spPr>
              <a:xfrm rot="16200000">
                <a:off x="11731706" y="6640610"/>
                <a:ext cx="52698" cy="52698"/>
              </a:xfrm>
              <a:custGeom>
                <a:avLst/>
                <a:gdLst>
                  <a:gd name="connsiteX0" fmla="*/ 52699 w 52698"/>
                  <a:gd name="connsiteY0" fmla="*/ 26349 h 52698"/>
                  <a:gd name="connsiteX1" fmla="*/ 26349 w 52698"/>
                  <a:gd name="connsiteY1" fmla="*/ 52699 h 52698"/>
                  <a:gd name="connsiteX2" fmla="*/ 0 w 52698"/>
                  <a:gd name="connsiteY2" fmla="*/ 26349 h 52698"/>
                  <a:gd name="connsiteX3" fmla="*/ 26349 w 52698"/>
                  <a:gd name="connsiteY3" fmla="*/ 0 h 52698"/>
                  <a:gd name="connsiteX4" fmla="*/ 52699 w 52698"/>
                  <a:gd name="connsiteY4" fmla="*/ 26349 h 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98" h="52698">
                    <a:moveTo>
                      <a:pt x="52699" y="26349"/>
                    </a:moveTo>
                    <a:cubicBezTo>
                      <a:pt x="52699" y="40902"/>
                      <a:pt x="40902" y="52699"/>
                      <a:pt x="26349" y="52699"/>
                    </a:cubicBezTo>
                    <a:cubicBezTo>
                      <a:pt x="11797" y="52699"/>
                      <a:pt x="0" y="40902"/>
                      <a:pt x="0" y="26349"/>
                    </a:cubicBezTo>
                    <a:cubicBezTo>
                      <a:pt x="0" y="11797"/>
                      <a:pt x="11797" y="0"/>
                      <a:pt x="26349" y="0"/>
                    </a:cubicBezTo>
                    <a:cubicBezTo>
                      <a:pt x="40902" y="0"/>
                      <a:pt x="52699" y="11797"/>
                      <a:pt x="52699" y="2634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250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687B6-8933-6A48-5705-8FF4F705B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 flipV="1">
            <a:off x="9014" y="0"/>
            <a:ext cx="12182985" cy="6881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1CF6F-448F-2E2B-E0E0-371F7FCDCD74}"/>
              </a:ext>
            </a:extLst>
          </p:cNvPr>
          <p:cNvSpPr/>
          <p:nvPr userDrawn="1"/>
        </p:nvSpPr>
        <p:spPr>
          <a:xfrm>
            <a:off x="0" y="-913"/>
            <a:ext cx="11295529" cy="6115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4963-5C48-4A20-B6E4-936A3248B6D6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aphic 11">
            <a:extLst>
              <a:ext uri="{FF2B5EF4-FFF2-40B4-BE49-F238E27FC236}">
                <a16:creationId xmlns:a16="http://schemas.microsoft.com/office/drawing/2014/main" id="{1D223314-6776-43FA-8398-50710337EF4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1129A-3BCF-4E47-9343-38651B5C2734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3A2FF2-1C7F-4903-8120-73B1BD1AE704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828876-584A-465E-BF7C-7D30C52EE24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02F55C-CC01-4AF8-91DE-699E87F3EDA5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94E456-D628-4E5A-8394-56CAB4C4F22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1B895A-8949-4D10-9209-38C95C5A5A1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5F80D1-5F76-4BC0-B24A-556C6B6776D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DD91E2-175E-460A-8394-8F84F02F28F5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4C6CA2-76BC-4C66-81D8-2442FA5B0D5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DAC1B-E4F0-4BC2-85B0-DFAAE737DFC8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606B14-9D50-4BF5-B04B-78AC9CBD06E2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60096A-0E4C-4CB6-9B15-E89731DF3E7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C6376-F9E1-46BE-9AD0-4B3E82F4EB68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53BD17-1909-444C-9889-2804F28A8F6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F61F40-69D4-4967-9506-824EDC89416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06F201-CB4E-42E6-869E-2FE328AB6D6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3C817A-5338-4FC4-8ECB-03A73E66FA7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640385-811A-4C22-AC7F-0D53BBE765D8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349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Text - Aqu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04B8B-6E7C-5FE5-7013-3202719F08E0}"/>
              </a:ext>
            </a:extLst>
          </p:cNvPr>
          <p:cNvSpPr/>
          <p:nvPr userDrawn="1"/>
        </p:nvSpPr>
        <p:spPr>
          <a:xfrm>
            <a:off x="0" y="742123"/>
            <a:ext cx="11295529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D0BBB1-5726-4311-8FFA-AFCDCA1C1A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Flexib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7CC78F-21FA-486E-B822-E2C5293A1C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E8FA97-1F4F-4EFF-B11C-4FBCE90C0918}" type="datetime1">
              <a:rPr lang="en-US" smtClean="0"/>
              <a:t>2/17/25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4395F-6F35-4185-97B2-F5247D759F3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3B2C-A88E-7D5F-0EED-6AF30D4D6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4530"/>
          <a:stretch/>
        </p:blipFill>
        <p:spPr>
          <a:xfrm>
            <a:off x="0" y="0"/>
            <a:ext cx="12191999" cy="4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Flexible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aphic 11">
            <a:extLst>
              <a:ext uri="{FF2B5EF4-FFF2-40B4-BE49-F238E27FC236}">
                <a16:creationId xmlns:a16="http://schemas.microsoft.com/office/drawing/2014/main" id="{0614E999-6E73-4ECA-9E67-7901DCC5145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CD8790-3A42-4B46-B04C-D4E13A0C08D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317303-C4D6-4F1D-9002-47E75AEA17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83DCD6-D5B2-4193-A473-0403A7FF066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C7274B-6A1C-4E1C-BD11-ECFCB7A33CCE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021035-AA55-4F4E-9ECA-EABC3B1AC98B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57A36-45D9-4AB7-9720-BBB2F21AC46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4C6B2F-7E28-48A7-A431-A093F4533941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23518-EEE2-4875-A8CB-997A3B03B8EE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809E2B-E67E-4EA0-A8C0-C2A3F1B3EE6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B282AF-55DC-4C18-AC8C-DD80CBDCB14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73AFD6-52A2-4C73-9DD7-E453E31FE6F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0B4BB-5424-41E7-9548-41C2D58BCDD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4F8916-1A4E-4014-BAA0-2D3482A9179B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5CBA63-AFDE-4EEE-8700-D84942E661A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819261-C599-4EEB-A2F1-6BE39CBCE98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E7752D-CBE5-44E7-980F-92B2BF03D30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F77EB5-0EE5-4607-8505-026979C8D38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8692A-AC37-4BC6-93AA-93B8BF5D6D55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9113ACF-D9C6-47B9-4949-F1391B063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C8CFE503-1AE2-8CF6-0D63-95F912803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53A014-260D-65A9-9437-9A4E34AA1B28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B38E0F8B-67C2-E60C-C24E-A3A5E623D09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90E8FA97-1F4F-4EFF-B11C-4FBCE90C0918}" type="datetime1">
              <a:rPr lang="en-US" smtClean="0"/>
              <a:t>2/17/25</a:t>
            </a:fld>
            <a:endParaRPr lang="en-US"/>
          </a:p>
        </p:txBody>
      </p:sp>
      <p:sp>
        <p:nvSpPr>
          <p:cNvPr id="41" name="Footer Placeholder 12">
            <a:extLst>
              <a:ext uri="{FF2B5EF4-FFF2-40B4-BE49-F238E27FC236}">
                <a16:creationId xmlns:a16="http://schemas.microsoft.com/office/drawing/2014/main" id="{083B19C0-CB28-C248-5F81-AC76CC1361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6300" y="6394105"/>
            <a:ext cx="9726461" cy="365126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0AB04C7-565C-8E0A-DABE-2927DA9B63C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3426B-EC6F-7CDA-61BB-59BEEEA5E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5EB503-6A5E-D169-DF43-D8719A5ED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9238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8B03BA0-DA03-EE8D-1C43-2E92061C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4755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D04E-4E1E-8A21-2C9A-970EBA32062E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bg1"/>
                </a:solidFill>
              </a:rPr>
              <a:t> </a:t>
            </a:r>
            <a:endParaRPr lang="en-US" sz="900" i="1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3347F7F6-DA51-58D6-2C85-ED48992E12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24755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2A22A248-A561-4ED4-306F-9F755219A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3892-7A0A-E9DB-3755-E4F0DF4C83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2/17/25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3D776-94AE-A0F5-9184-5BB99549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8496" y="0"/>
            <a:ext cx="603504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047E895-FF32-9B0B-AE13-FF55BFBAC4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B0BE-1B53-4B16-3B7B-70B335BC0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Righ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31F38-3EB2-0873-8F25-62C85BC3A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908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AB837-B477-4381-9E50-1014984E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DEDA-3E46-4272-B7C0-873B8E9D9D5B}" type="datetime1">
              <a:rPr lang="en-US" smtClean="0"/>
              <a:t>2/17/25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2FDB-A372-405D-BD4F-27DAC42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</a:t>
            </a:r>
            <a:r>
              <a:rPr lang="en-US" sz="900"/>
              <a:t>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22F7817-9E4B-4D38-1067-0802726ABB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8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D42ABC2-A677-1D12-4596-F119ECDF8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0761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ight Large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5168DB-E914-DADD-489F-01257F94B183}"/>
              </a:ext>
            </a:extLst>
          </p:cNvPr>
          <p:cNvSpPr/>
          <p:nvPr userDrawn="1"/>
        </p:nvSpPr>
        <p:spPr>
          <a:xfrm>
            <a:off x="342900" y="556054"/>
            <a:ext cx="5291780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362" y="1346298"/>
            <a:ext cx="4107247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Large Image on the Right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942F-FE04-4295-8AA7-1B8CA8C1E7F5}" type="datetime1">
              <a:rPr lang="en-US" smtClean="0"/>
              <a:t>2/17/25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15563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879" y="3619110"/>
            <a:ext cx="4106853" cy="1524548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357EE-7324-4E9D-A650-60C96D800F81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EBBFB1AC-062E-48E2-DEA0-70D332678B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680" y="580769"/>
            <a:ext cx="5881817" cy="5609968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4AFA2B4-3E35-AF4F-2DC1-EE3201A4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Left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A34F3-535E-D168-1C7B-A0D34E551C87}"/>
              </a:ext>
            </a:extLst>
          </p:cNvPr>
          <p:cNvSpPr/>
          <p:nvPr userDrawn="1"/>
        </p:nvSpPr>
        <p:spPr>
          <a:xfrm>
            <a:off x="5681764" y="556054"/>
            <a:ext cx="5793342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2418" y="991133"/>
            <a:ext cx="4683950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with Large Image on the Left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5A41-916D-4914-928C-14F9E3496C2D}" type="datetime1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7935" y="6394105"/>
            <a:ext cx="41948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7935" y="3263945"/>
            <a:ext cx="4683500" cy="25197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FAEC9-107E-4C12-8C20-C62DC077EDC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8FA5F90-CC48-8392-5B76-6A50CC473E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2" y="0"/>
            <a:ext cx="5793342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770749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eft Image - Dark Bg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822-AC3E-9535-CFA0-156ABCA3E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774065"/>
            <a:ext cx="4977414" cy="19553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>
                    <a:lumMod val="95000"/>
                  </a:schemeClr>
                </a:solidFill>
              </a:rPr>
              <a:t>Divider or Impact Slide Option 2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61B5DED-D73D-015F-4AE5-745B1E18C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096000" y="3841968"/>
            <a:ext cx="4977413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A05514-6B1B-9F0E-84BF-814FDC4826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78444" cy="6858000"/>
          </a:xfrm>
        </p:spPr>
        <p:txBody>
          <a:bodyPr bIns="914400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C5571-E6BE-8030-4F4B-C6D3C5C6200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75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671F2-0D61-52BC-4697-DAF58767F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78444" y="0"/>
            <a:ext cx="1572768" cy="68580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083A65D-4331-EE9C-4E88-FB1161B830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9641BE-1BE1-EB54-23B4-6F4B33A13E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96000" y="6394105"/>
            <a:ext cx="45067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7A052B-5F77-C85C-6A56-14AC1516194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9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E6687-4B96-E3CB-765F-312A09794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93760"/>
          <a:stretch/>
        </p:blipFill>
        <p:spPr>
          <a:xfrm>
            <a:off x="11651211" y="0"/>
            <a:ext cx="54078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62B426-EE28-3D4F-2226-AB989EB3A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2A9857-7E1B-8723-2438-760855E5C0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EBAB5-213A-F3AD-DB61-0953276BD3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ln>
            <a:solidFill>
              <a:schemeClr val="bg2">
                <a:lumMod val="90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2565-4E9F-E115-14E6-4713149D2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49456" y="0"/>
            <a:ext cx="54254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9D1C155-6E45-A919-BFF3-D95E6F0E09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49FE-1185-71EC-5ED9-DA142CAF3F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3577-CAD6-CBCA-C7B3-4AD96EA3129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tx1"/>
                </a:solidFill>
              </a:rPr>
              <a:t>on 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7EF77-A0CC-9187-46F7-7E0086D8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88438"/>
          <a:stretch/>
        </p:blipFill>
        <p:spPr>
          <a:xfrm>
            <a:off x="5114822" y="0"/>
            <a:ext cx="108827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05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DB67CB-E66B-E513-1300-A4EE988AB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570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3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23DA-9182-4F7F-8FC5-9400BE17C503}" type="datetime1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1A020-009D-7EEA-DD1F-A5CDDB5C4B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0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4CB0-479F-4F7B-88EF-A5236590A22D}" type="datetime1">
              <a:rPr lang="en-US" smtClean="0"/>
              <a:t>2/17/25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aphic 11">
            <a:extLst>
              <a:ext uri="{FF2B5EF4-FFF2-40B4-BE49-F238E27FC236}">
                <a16:creationId xmlns:a16="http://schemas.microsoft.com/office/drawing/2014/main" id="{53C0E19A-A4D2-463E-95B1-130D65051F5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AF0B6A-84AD-4FEC-9F36-4B7FC1B1A58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C11466-1714-4BB7-8992-8150AC1082C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C02E2C-2570-4DFB-8C57-7A6084E29BC5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55F52E-9C75-4AB7-9A4D-A2F4AF67D14C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1F46D-2704-456C-A873-C3B77857138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84246F-D4F1-46CA-A213-BA68C81E50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F987AA-CCB4-41F9-9D9A-52E05023101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5437F7-AD3F-401E-8F75-421F0F7F4D4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3615C4-42B6-4F33-B5C8-F615958F4118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F55D7F-B3E7-47FF-A2AF-BF31306878D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148540-9CFD-467D-87F3-A7450397729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BA94B1-B40F-42C2-AB64-120230A5A29C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07AC8D-CAAA-4801-AF78-4C7CEA528ED4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E3741-6D99-404A-8F3C-1B1F4717856C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9D1D89-BA61-4E8A-B5E8-26C1709E364B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E1DC9D-F441-4E78-9F41-0ED81D376A3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5F7999-6C5C-47F4-8660-1A30FD5EDE3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B450A2-1530-45AF-B864-9877C2BB45A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13653-E029-5EE9-51A5-832057379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2DAA-6E50-4566-B326-2E4BFAE38C2B}" type="datetime1">
              <a:rPr lang="en-US" smtClean="0"/>
              <a:t>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9D1C3-EF30-1A64-D64E-785C0321A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E767-AD7A-4354-98E9-BBF18BBC850E}" type="datetime1">
              <a:rPr lang="en-US" smtClean="0"/>
              <a:t>2/17/25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BA9201ED-F2A9-4AD2-8DD8-43E12408EB7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0888EAA-2B15-4C85-A3A0-53854031C0B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CDE7E-8123-4765-A6F7-5379560B0CE5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CB4DA7-0E21-4BEC-9A2F-1AA54A8CDD8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D2BB3-862F-4FCD-9968-A3850282E99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575EFA-EF81-44BC-8383-9BCA2B0E63B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82B94-7DCA-4961-BA85-A505E42E53C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449D9-8C1E-4E2E-A0AA-80541DFCE6F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6A225C-9804-4FC2-BF9A-FA48F1D947E9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163AAAE-680F-4A40-9AD8-28402645E775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D5D76-FEA6-4F6D-B521-8BC3A79FE97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539EAE-FBA1-48EF-B3A8-E0FBAE47782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653361-758F-46D1-8508-6340F8A5466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5573A-308D-49AB-9683-F26973CEBE4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7BE349-ED57-4FA7-A2AF-FFFBF57C7F9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41E430-F8D4-46C7-ABA1-3E517D90F34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115AB9-07A4-49DE-AE79-79340657B54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122BFB-DE13-4813-98E1-26D38008A61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AA93C6-3E3E-4474-89F7-1EE0DA423DE7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0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1F8752B-CC89-8237-0AB1-153867E78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"/>
            <a:ext cx="12192000" cy="68566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42B74-42D0-BC68-CE77-B8A48C597D02}"/>
              </a:ext>
            </a:extLst>
          </p:cNvPr>
          <p:cNvSpPr/>
          <p:nvPr userDrawn="1"/>
        </p:nvSpPr>
        <p:spPr>
          <a:xfrm>
            <a:off x="777922" y="-1313"/>
            <a:ext cx="11414078" cy="6038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366" y="423081"/>
            <a:ext cx="7487784" cy="650320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72353" y="867910"/>
            <a:ext cx="2600988" cy="5134169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82880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860" y="2757827"/>
            <a:ext cx="5265794" cy="2940113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D7B-C7B7-45A0-A3AD-870EFDA67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860" y="1105174"/>
            <a:ext cx="5265794" cy="1386298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Mobile Phone with Content Layout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8FB83F-71EE-898B-04D4-72A705780C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4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8C09DC0-316A-AD97-0E28-11EFF9465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 flipH="1">
            <a:off x="0" y="689"/>
            <a:ext cx="12192000" cy="530283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261" y="435935"/>
            <a:ext cx="8090500" cy="655859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7732" y="893135"/>
            <a:ext cx="2607590" cy="5178056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6459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2656219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1944" y="5462658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807" y="3234936"/>
            <a:ext cx="2592532" cy="2774622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1667" y="482175"/>
            <a:ext cx="8070930" cy="6479051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60131" y="749594"/>
            <a:ext cx="7627339" cy="4843131"/>
          </a:xfrm>
          <a:prstGeom prst="rect">
            <a:avLst/>
          </a:prstGeom>
          <a:ln>
            <a:noFill/>
          </a:ln>
        </p:spPr>
        <p:txBody>
          <a:bodyPr lIns="182880" tIns="457200" rIns="274320" bIns="137160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5248-484C-4E3E-B758-2738EE91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808" y="1470449"/>
            <a:ext cx="2592532" cy="1558209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Monitor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298065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04AD9-8072-84AB-2ABF-CCAF021C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841" y="377456"/>
            <a:ext cx="8221247" cy="6599720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8307" y="611372"/>
            <a:ext cx="7768452" cy="4965405"/>
          </a:xfrm>
          <a:prstGeom prst="rect">
            <a:avLst/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3232352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and Content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91169" y="5477347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1" y="3239613"/>
            <a:ext cx="2592532" cy="2562551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462" y="455123"/>
            <a:ext cx="10259861" cy="6273139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47000" y="868055"/>
            <a:ext cx="7496930" cy="4660876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35DD-E14B-4E0E-A3E8-B5D1C3AA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2" y="1297510"/>
            <a:ext cx="2592532" cy="1706716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 err="1"/>
              <a:t>Labtop</a:t>
            </a:r>
            <a:r>
              <a:rPr lang="en-US"/>
              <a:t>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9922443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CC85B-DB76-0573-E1DF-A5B1883061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096" y="396272"/>
            <a:ext cx="10230379" cy="6255113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DA65E44-71AA-4CFE-91CB-8EBA77B167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17898" y="792126"/>
            <a:ext cx="7485321" cy="4635795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888528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77742" y="-449737"/>
            <a:ext cx="5798189" cy="75908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66" y="3243160"/>
            <a:ext cx="2877758" cy="2660969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5688" y="691116"/>
            <a:ext cx="7097233" cy="5300332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C60-E103-43AE-A5A8-53EF82C77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67" y="805856"/>
            <a:ext cx="2877758" cy="228183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Tablet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3983926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E1F9FE4-7079-98F9-0408-2EC075916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>
            <a:off x="0" y="689"/>
            <a:ext cx="12192000" cy="5302831"/>
          </a:xfrm>
          <a:prstGeom prst="rect">
            <a:avLst/>
          </a:prstGeom>
        </p:spPr>
      </p:pic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164849" y="-465285"/>
            <a:ext cx="5862302" cy="76747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19284" y="698149"/>
            <a:ext cx="7185327" cy="5335828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4253321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 err="1"/>
              <a:t>qUESTIONS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47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0355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3FCA63-ED35-43C6-9D23-79CB6DA6369F}"/>
              </a:ext>
            </a:extLst>
          </p:cNvPr>
          <p:cNvSpPr/>
          <p:nvPr userDrawn="1"/>
        </p:nvSpPr>
        <p:spPr>
          <a:xfrm>
            <a:off x="3970041" y="2889501"/>
            <a:ext cx="8221959" cy="1304555"/>
          </a:xfrm>
          <a:custGeom>
            <a:avLst/>
            <a:gdLst>
              <a:gd name="connsiteX0" fmla="*/ 1 w 8221959"/>
              <a:gd name="connsiteY0" fmla="*/ 192 h 1304555"/>
              <a:gd name="connsiteX1" fmla="*/ 323852 w 8221959"/>
              <a:gd name="connsiteY1" fmla="*/ 192 h 1304555"/>
              <a:gd name="connsiteX2" fmla="*/ 323852 w 8221959"/>
              <a:gd name="connsiteY2" fmla="*/ 891522 h 1304555"/>
              <a:gd name="connsiteX3" fmla="*/ 535496 w 8221959"/>
              <a:gd name="connsiteY3" fmla="*/ 652272 h 1304555"/>
              <a:gd name="connsiteX4" fmla="*/ 1038797 w 8221959"/>
              <a:gd name="connsiteY4" fmla="*/ 84582 h 1304555"/>
              <a:gd name="connsiteX5" fmla="*/ 1045274 w 8221959"/>
              <a:gd name="connsiteY5" fmla="*/ 77628 h 1304555"/>
              <a:gd name="connsiteX6" fmla="*/ 1402366 w 8221959"/>
              <a:gd name="connsiteY6" fmla="*/ 62103 h 1304555"/>
              <a:gd name="connsiteX7" fmla="*/ 1495902 w 8221959"/>
              <a:gd name="connsiteY7" fmla="*/ 272319 h 1304555"/>
              <a:gd name="connsiteX8" fmla="*/ 1495902 w 8221959"/>
              <a:gd name="connsiteY8" fmla="*/ 899826 h 1304555"/>
              <a:gd name="connsiteX9" fmla="*/ 1714977 w 8221959"/>
              <a:gd name="connsiteY9" fmla="*/ 652176 h 1304555"/>
              <a:gd name="connsiteX10" fmla="*/ 2218183 w 8221959"/>
              <a:gd name="connsiteY10" fmla="*/ 84582 h 1304555"/>
              <a:gd name="connsiteX11" fmla="*/ 2224374 w 8221959"/>
              <a:gd name="connsiteY11" fmla="*/ 77628 h 1304555"/>
              <a:gd name="connsiteX12" fmla="*/ 2581847 w 8221959"/>
              <a:gd name="connsiteY12" fmla="*/ 62103 h 1304555"/>
              <a:gd name="connsiteX13" fmla="*/ 2675383 w 8221959"/>
              <a:gd name="connsiteY13" fmla="*/ 272319 h 1304555"/>
              <a:gd name="connsiteX14" fmla="*/ 2675383 w 8221959"/>
              <a:gd name="connsiteY14" fmla="*/ 899826 h 1304555"/>
              <a:gd name="connsiteX15" fmla="*/ 2894458 w 8221959"/>
              <a:gd name="connsiteY15" fmla="*/ 652176 h 1304555"/>
              <a:gd name="connsiteX16" fmla="*/ 3397663 w 8221959"/>
              <a:gd name="connsiteY16" fmla="*/ 84582 h 1304555"/>
              <a:gd name="connsiteX17" fmla="*/ 3404236 w 8221959"/>
              <a:gd name="connsiteY17" fmla="*/ 77628 h 1304555"/>
              <a:gd name="connsiteX18" fmla="*/ 3761328 w 8221959"/>
              <a:gd name="connsiteY18" fmla="*/ 62103 h 1304555"/>
              <a:gd name="connsiteX19" fmla="*/ 3854768 w 8221959"/>
              <a:gd name="connsiteY19" fmla="*/ 272319 h 1304555"/>
              <a:gd name="connsiteX20" fmla="*/ 3854768 w 8221959"/>
              <a:gd name="connsiteY20" fmla="*/ 899826 h 1304555"/>
              <a:gd name="connsiteX21" fmla="*/ 4073843 w 8221959"/>
              <a:gd name="connsiteY21" fmla="*/ 652176 h 1304555"/>
              <a:gd name="connsiteX22" fmla="*/ 4577049 w 8221959"/>
              <a:gd name="connsiteY22" fmla="*/ 84582 h 1304555"/>
              <a:gd name="connsiteX23" fmla="*/ 4583526 w 8221959"/>
              <a:gd name="connsiteY23" fmla="*/ 77628 h 1304555"/>
              <a:gd name="connsiteX24" fmla="*/ 4940713 w 8221959"/>
              <a:gd name="connsiteY24" fmla="*/ 62103 h 1304555"/>
              <a:gd name="connsiteX25" fmla="*/ 5034249 w 8221959"/>
              <a:gd name="connsiteY25" fmla="*/ 272319 h 1304555"/>
              <a:gd name="connsiteX26" fmla="*/ 5034249 w 8221959"/>
              <a:gd name="connsiteY26" fmla="*/ 652272 h 1304555"/>
              <a:gd name="connsiteX27" fmla="*/ 5031296 w 8221959"/>
              <a:gd name="connsiteY27" fmla="*/ 652272 h 1304555"/>
              <a:gd name="connsiteX28" fmla="*/ 5031296 w 8221959"/>
              <a:gd name="connsiteY28" fmla="*/ 899921 h 1304555"/>
              <a:gd name="connsiteX29" fmla="*/ 5250370 w 8221959"/>
              <a:gd name="connsiteY29" fmla="*/ 652271 h 1304555"/>
              <a:gd name="connsiteX30" fmla="*/ 5753668 w 8221959"/>
              <a:gd name="connsiteY30" fmla="*/ 84581 h 1304555"/>
              <a:gd name="connsiteX31" fmla="*/ 5760145 w 8221959"/>
              <a:gd name="connsiteY31" fmla="*/ 77627 h 1304555"/>
              <a:gd name="connsiteX32" fmla="*/ 6117235 w 8221959"/>
              <a:gd name="connsiteY32" fmla="*/ 62102 h 1304555"/>
              <a:gd name="connsiteX33" fmla="*/ 6210770 w 8221959"/>
              <a:gd name="connsiteY33" fmla="*/ 272318 h 1304555"/>
              <a:gd name="connsiteX34" fmla="*/ 6210770 w 8221959"/>
              <a:gd name="connsiteY34" fmla="*/ 899825 h 1304555"/>
              <a:gd name="connsiteX35" fmla="*/ 6429843 w 8221959"/>
              <a:gd name="connsiteY35" fmla="*/ 652175 h 1304555"/>
              <a:gd name="connsiteX36" fmla="*/ 6933046 w 8221959"/>
              <a:gd name="connsiteY36" fmla="*/ 84581 h 1304555"/>
              <a:gd name="connsiteX37" fmla="*/ 6939237 w 8221959"/>
              <a:gd name="connsiteY37" fmla="*/ 77627 h 1304555"/>
              <a:gd name="connsiteX38" fmla="*/ 7114949 w 8221959"/>
              <a:gd name="connsiteY38" fmla="*/ 250 h 1304555"/>
              <a:gd name="connsiteX39" fmla="*/ 7296708 w 8221959"/>
              <a:gd name="connsiteY39" fmla="*/ 62102 h 1304555"/>
              <a:gd name="connsiteX40" fmla="*/ 7390243 w 8221959"/>
              <a:gd name="connsiteY40" fmla="*/ 272318 h 1304555"/>
              <a:gd name="connsiteX41" fmla="*/ 7390243 w 8221959"/>
              <a:gd name="connsiteY41" fmla="*/ 899825 h 1304555"/>
              <a:gd name="connsiteX42" fmla="*/ 7609317 w 8221959"/>
              <a:gd name="connsiteY42" fmla="*/ 652175 h 1304555"/>
              <a:gd name="connsiteX43" fmla="*/ 8112520 w 8221959"/>
              <a:gd name="connsiteY43" fmla="*/ 84581 h 1304555"/>
              <a:gd name="connsiteX44" fmla="*/ 8119092 w 8221959"/>
              <a:gd name="connsiteY44" fmla="*/ 77627 h 1304555"/>
              <a:gd name="connsiteX45" fmla="*/ 8201036 w 8221959"/>
              <a:gd name="connsiteY45" fmla="*/ 21886 h 1304555"/>
              <a:gd name="connsiteX46" fmla="*/ 8221959 w 8221959"/>
              <a:gd name="connsiteY46" fmla="*/ 15039 h 1304555"/>
              <a:gd name="connsiteX47" fmla="*/ 8221959 w 8221959"/>
              <a:gd name="connsiteY47" fmla="*/ 439700 h 1304555"/>
              <a:gd name="connsiteX48" fmla="*/ 8033748 w 8221959"/>
              <a:gd name="connsiteY48" fmla="*/ 652461 h 1304555"/>
              <a:gd name="connsiteX49" fmla="*/ 7524354 w 8221959"/>
              <a:gd name="connsiteY49" fmla="*/ 1227105 h 1304555"/>
              <a:gd name="connsiteX50" fmla="*/ 7211270 w 8221959"/>
              <a:gd name="connsiteY50" fmla="*/ 1272253 h 1304555"/>
              <a:gd name="connsiteX51" fmla="*/ 7073729 w 8221959"/>
              <a:gd name="connsiteY51" fmla="*/ 1029556 h 1304555"/>
              <a:gd name="connsiteX52" fmla="*/ 7073729 w 8221959"/>
              <a:gd name="connsiteY52" fmla="*/ 404811 h 1304555"/>
              <a:gd name="connsiteX53" fmla="*/ 6854656 w 8221959"/>
              <a:gd name="connsiteY53" fmla="*/ 652461 h 1304555"/>
              <a:gd name="connsiteX54" fmla="*/ 6345167 w 8221959"/>
              <a:gd name="connsiteY54" fmla="*/ 1227105 h 1304555"/>
              <a:gd name="connsiteX55" fmla="*/ 6158192 w 8221959"/>
              <a:gd name="connsiteY55" fmla="*/ 1304352 h 1304555"/>
              <a:gd name="connsiteX56" fmla="*/ 6031511 w 8221959"/>
              <a:gd name="connsiteY56" fmla="*/ 1272063 h 1304555"/>
              <a:gd name="connsiteX57" fmla="*/ 5893970 w 8221959"/>
              <a:gd name="connsiteY57" fmla="*/ 1029366 h 1304555"/>
              <a:gd name="connsiteX58" fmla="*/ 5893970 w 8221959"/>
              <a:gd name="connsiteY58" fmla="*/ 404811 h 1304555"/>
              <a:gd name="connsiteX59" fmla="*/ 5674897 w 8221959"/>
              <a:gd name="connsiteY59" fmla="*/ 652461 h 1304555"/>
              <a:gd name="connsiteX60" fmla="*/ 5165407 w 8221959"/>
              <a:gd name="connsiteY60" fmla="*/ 1227105 h 1304555"/>
              <a:gd name="connsiteX61" fmla="*/ 4979100 w 8221959"/>
              <a:gd name="connsiteY61" fmla="*/ 1304543 h 1304555"/>
              <a:gd name="connsiteX62" fmla="*/ 4852322 w 8221959"/>
              <a:gd name="connsiteY62" fmla="*/ 1272253 h 1304555"/>
              <a:gd name="connsiteX63" fmla="*/ 4714877 w 8221959"/>
              <a:gd name="connsiteY63" fmla="*/ 1029556 h 1304555"/>
              <a:gd name="connsiteX64" fmla="*/ 4714877 w 8221959"/>
              <a:gd name="connsiteY64" fmla="*/ 652271 h 1304555"/>
              <a:gd name="connsiteX65" fmla="*/ 4717066 w 8221959"/>
              <a:gd name="connsiteY65" fmla="*/ 652271 h 1304555"/>
              <a:gd name="connsiteX66" fmla="*/ 4717066 w 8221959"/>
              <a:gd name="connsiteY66" fmla="*/ 404622 h 1304555"/>
              <a:gd name="connsiteX67" fmla="*/ 4497991 w 8221959"/>
              <a:gd name="connsiteY67" fmla="*/ 652272 h 1304555"/>
              <a:gd name="connsiteX68" fmla="*/ 3988499 w 8221959"/>
              <a:gd name="connsiteY68" fmla="*/ 1226915 h 1304555"/>
              <a:gd name="connsiteX69" fmla="*/ 3802190 w 8221959"/>
              <a:gd name="connsiteY69" fmla="*/ 1304353 h 1304555"/>
              <a:gd name="connsiteX70" fmla="*/ 3675508 w 8221959"/>
              <a:gd name="connsiteY70" fmla="*/ 1272064 h 1304555"/>
              <a:gd name="connsiteX71" fmla="*/ 3537967 w 8221959"/>
              <a:gd name="connsiteY71" fmla="*/ 1029367 h 1304555"/>
              <a:gd name="connsiteX72" fmla="*/ 3537967 w 8221959"/>
              <a:gd name="connsiteY72" fmla="*/ 404812 h 1304555"/>
              <a:gd name="connsiteX73" fmla="*/ 3318892 w 8221959"/>
              <a:gd name="connsiteY73" fmla="*/ 652462 h 1304555"/>
              <a:gd name="connsiteX74" fmla="*/ 2809495 w 8221959"/>
              <a:gd name="connsiteY74" fmla="*/ 1227106 h 1304555"/>
              <a:gd name="connsiteX75" fmla="*/ 2496408 w 8221959"/>
              <a:gd name="connsiteY75" fmla="*/ 1272254 h 1304555"/>
              <a:gd name="connsiteX76" fmla="*/ 2358867 w 8221959"/>
              <a:gd name="connsiteY76" fmla="*/ 1029557 h 1304555"/>
              <a:gd name="connsiteX77" fmla="*/ 2358867 w 8221959"/>
              <a:gd name="connsiteY77" fmla="*/ 404812 h 1304555"/>
              <a:gd name="connsiteX78" fmla="*/ 2139792 w 8221959"/>
              <a:gd name="connsiteY78" fmla="*/ 652462 h 1304555"/>
              <a:gd name="connsiteX79" fmla="*/ 1630300 w 8221959"/>
              <a:gd name="connsiteY79" fmla="*/ 1227106 h 1304555"/>
              <a:gd name="connsiteX80" fmla="*/ 1443324 w 8221959"/>
              <a:gd name="connsiteY80" fmla="*/ 1304353 h 1304555"/>
              <a:gd name="connsiteX81" fmla="*/ 1316641 w 8221959"/>
              <a:gd name="connsiteY81" fmla="*/ 1272064 h 1304555"/>
              <a:gd name="connsiteX82" fmla="*/ 1179100 w 8221959"/>
              <a:gd name="connsiteY82" fmla="*/ 1029367 h 1304555"/>
              <a:gd name="connsiteX83" fmla="*/ 1179100 w 8221959"/>
              <a:gd name="connsiteY83" fmla="*/ 404812 h 1304555"/>
              <a:gd name="connsiteX84" fmla="*/ 960025 w 8221959"/>
              <a:gd name="connsiteY84" fmla="*/ 652462 h 1304555"/>
              <a:gd name="connsiteX85" fmla="*/ 450533 w 8221959"/>
              <a:gd name="connsiteY85" fmla="*/ 1227106 h 1304555"/>
              <a:gd name="connsiteX86" fmla="*/ 264224 w 8221959"/>
              <a:gd name="connsiteY86" fmla="*/ 1304544 h 1304555"/>
              <a:gd name="connsiteX87" fmla="*/ 137446 w 8221959"/>
              <a:gd name="connsiteY87" fmla="*/ 1272254 h 1304555"/>
              <a:gd name="connsiteX88" fmla="*/ 9180 w 8221959"/>
              <a:gd name="connsiteY88" fmla="*/ 1102894 h 1304555"/>
              <a:gd name="connsiteX89" fmla="*/ 513 w 8221959"/>
              <a:gd name="connsiteY89" fmla="*/ 1033656 h 1304555"/>
              <a:gd name="connsiteX90" fmla="*/ 1 w 8221959"/>
              <a:gd name="connsiteY90" fmla="*/ 1033656 h 1304555"/>
              <a:gd name="connsiteX91" fmla="*/ 1 w 8221959"/>
              <a:gd name="connsiteY91" fmla="*/ 1029565 h 1304555"/>
              <a:gd name="connsiteX92" fmla="*/ 0 w 8221959"/>
              <a:gd name="connsiteY92" fmla="*/ 1029557 h 1304555"/>
              <a:gd name="connsiteX93" fmla="*/ 0 w 8221959"/>
              <a:gd name="connsiteY93" fmla="*/ 652272 h 1304555"/>
              <a:gd name="connsiteX94" fmla="*/ 1 w 8221959"/>
              <a:gd name="connsiteY94" fmla="*/ 652272 h 130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221959" h="1304555">
                <a:moveTo>
                  <a:pt x="1" y="192"/>
                </a:moveTo>
                <a:lnTo>
                  <a:pt x="323852" y="192"/>
                </a:lnTo>
                <a:lnTo>
                  <a:pt x="323852" y="891522"/>
                </a:lnTo>
                <a:lnTo>
                  <a:pt x="535496" y="652272"/>
                </a:lnTo>
                <a:lnTo>
                  <a:pt x="1038797" y="84582"/>
                </a:lnTo>
                <a:lnTo>
                  <a:pt x="1045274" y="77628"/>
                </a:lnTo>
                <a:cubicBezTo>
                  <a:pt x="1142275" y="-19352"/>
                  <a:pt x="1297315" y="-26092"/>
                  <a:pt x="1402366" y="62103"/>
                </a:cubicBezTo>
                <a:cubicBezTo>
                  <a:pt x="1464469" y="112776"/>
                  <a:pt x="1495902" y="192214"/>
                  <a:pt x="1495902" y="272319"/>
                </a:cubicBezTo>
                <a:lnTo>
                  <a:pt x="1495902" y="899826"/>
                </a:lnTo>
                <a:lnTo>
                  <a:pt x="1714977" y="652176"/>
                </a:lnTo>
                <a:lnTo>
                  <a:pt x="2218183" y="84582"/>
                </a:lnTo>
                <a:lnTo>
                  <a:pt x="2224374" y="77628"/>
                </a:lnTo>
                <a:cubicBezTo>
                  <a:pt x="2321424" y="-19582"/>
                  <a:pt x="2476734" y="-26327"/>
                  <a:pt x="2581847" y="62103"/>
                </a:cubicBezTo>
                <a:cubicBezTo>
                  <a:pt x="2643950" y="112776"/>
                  <a:pt x="2675383" y="192119"/>
                  <a:pt x="2675383" y="272319"/>
                </a:cubicBezTo>
                <a:lnTo>
                  <a:pt x="2675383" y="899826"/>
                </a:lnTo>
                <a:lnTo>
                  <a:pt x="2894458" y="652176"/>
                </a:lnTo>
                <a:lnTo>
                  <a:pt x="3397663" y="84582"/>
                </a:lnTo>
                <a:lnTo>
                  <a:pt x="3404236" y="77628"/>
                </a:lnTo>
                <a:cubicBezTo>
                  <a:pt x="3501236" y="-19352"/>
                  <a:pt x="3656276" y="-26092"/>
                  <a:pt x="3761328" y="62103"/>
                </a:cubicBezTo>
                <a:cubicBezTo>
                  <a:pt x="3823336" y="112776"/>
                  <a:pt x="3854768" y="192214"/>
                  <a:pt x="3854768" y="272319"/>
                </a:cubicBezTo>
                <a:lnTo>
                  <a:pt x="3854768" y="899826"/>
                </a:lnTo>
                <a:lnTo>
                  <a:pt x="4073843" y="652176"/>
                </a:lnTo>
                <a:lnTo>
                  <a:pt x="4577049" y="84582"/>
                </a:lnTo>
                <a:lnTo>
                  <a:pt x="4583526" y="77628"/>
                </a:lnTo>
                <a:cubicBezTo>
                  <a:pt x="4680539" y="-19409"/>
                  <a:pt x="4835647" y="-26151"/>
                  <a:pt x="4940713" y="62103"/>
                </a:cubicBezTo>
                <a:cubicBezTo>
                  <a:pt x="5002816" y="112776"/>
                  <a:pt x="5034249" y="192119"/>
                  <a:pt x="5034249" y="272319"/>
                </a:cubicBezTo>
                <a:lnTo>
                  <a:pt x="5034249" y="652272"/>
                </a:lnTo>
                <a:lnTo>
                  <a:pt x="5031296" y="652272"/>
                </a:lnTo>
                <a:lnTo>
                  <a:pt x="5031296" y="899921"/>
                </a:lnTo>
                <a:lnTo>
                  <a:pt x="5250370" y="652271"/>
                </a:lnTo>
                <a:lnTo>
                  <a:pt x="5753668" y="84581"/>
                </a:lnTo>
                <a:lnTo>
                  <a:pt x="5760145" y="77627"/>
                </a:lnTo>
                <a:cubicBezTo>
                  <a:pt x="5857145" y="-19353"/>
                  <a:pt x="6012184" y="-26093"/>
                  <a:pt x="6117235" y="62102"/>
                </a:cubicBezTo>
                <a:cubicBezTo>
                  <a:pt x="6179338" y="112775"/>
                  <a:pt x="6210770" y="192213"/>
                  <a:pt x="6210770" y="272318"/>
                </a:cubicBezTo>
                <a:lnTo>
                  <a:pt x="6210770" y="899825"/>
                </a:lnTo>
                <a:lnTo>
                  <a:pt x="6429843" y="652175"/>
                </a:lnTo>
                <a:lnTo>
                  <a:pt x="6933046" y="84581"/>
                </a:lnTo>
                <a:lnTo>
                  <a:pt x="6939237" y="77627"/>
                </a:lnTo>
                <a:cubicBezTo>
                  <a:pt x="6987762" y="29022"/>
                  <a:pt x="7050852" y="3033"/>
                  <a:pt x="7114949" y="250"/>
                </a:cubicBezTo>
                <a:cubicBezTo>
                  <a:pt x="7179047" y="-2534"/>
                  <a:pt x="7244152" y="17887"/>
                  <a:pt x="7296708" y="62102"/>
                </a:cubicBezTo>
                <a:cubicBezTo>
                  <a:pt x="7358811" y="112775"/>
                  <a:pt x="7390243" y="192118"/>
                  <a:pt x="7390243" y="272318"/>
                </a:cubicBezTo>
                <a:lnTo>
                  <a:pt x="7390243" y="899825"/>
                </a:lnTo>
                <a:lnTo>
                  <a:pt x="7609317" y="652175"/>
                </a:lnTo>
                <a:lnTo>
                  <a:pt x="8112520" y="84581"/>
                </a:lnTo>
                <a:lnTo>
                  <a:pt x="8119092" y="77627"/>
                </a:lnTo>
                <a:cubicBezTo>
                  <a:pt x="8143342" y="53382"/>
                  <a:pt x="8171219" y="34777"/>
                  <a:pt x="8201036" y="21886"/>
                </a:cubicBezTo>
                <a:lnTo>
                  <a:pt x="8221959" y="15039"/>
                </a:lnTo>
                <a:lnTo>
                  <a:pt x="8221959" y="439700"/>
                </a:lnTo>
                <a:lnTo>
                  <a:pt x="8033748" y="652461"/>
                </a:lnTo>
                <a:lnTo>
                  <a:pt x="7524354" y="1227105"/>
                </a:lnTo>
                <a:cubicBezTo>
                  <a:pt x="7441614" y="1310042"/>
                  <a:pt x="7314071" y="1328434"/>
                  <a:pt x="7211270" y="1272253"/>
                </a:cubicBezTo>
                <a:cubicBezTo>
                  <a:pt x="7123831" y="1224628"/>
                  <a:pt x="7073729" y="1129378"/>
                  <a:pt x="7073729" y="1029556"/>
                </a:cubicBezTo>
                <a:lnTo>
                  <a:pt x="7073729" y="404811"/>
                </a:lnTo>
                <a:lnTo>
                  <a:pt x="6854656" y="652461"/>
                </a:lnTo>
                <a:lnTo>
                  <a:pt x="6345167" y="1227105"/>
                </a:lnTo>
                <a:cubicBezTo>
                  <a:pt x="6295611" y="1276719"/>
                  <a:pt x="6228316" y="1304522"/>
                  <a:pt x="6158192" y="1304352"/>
                </a:cubicBezTo>
                <a:cubicBezTo>
                  <a:pt x="6113940" y="1304266"/>
                  <a:pt x="6070405" y="1293169"/>
                  <a:pt x="6031511" y="1272063"/>
                </a:cubicBezTo>
                <a:cubicBezTo>
                  <a:pt x="5944071" y="1224438"/>
                  <a:pt x="5893970" y="1129188"/>
                  <a:pt x="5893970" y="1029366"/>
                </a:cubicBezTo>
                <a:lnTo>
                  <a:pt x="5893970" y="404811"/>
                </a:lnTo>
                <a:lnTo>
                  <a:pt x="5674897" y="652461"/>
                </a:lnTo>
                <a:lnTo>
                  <a:pt x="5165407" y="1227105"/>
                </a:lnTo>
                <a:cubicBezTo>
                  <a:pt x="5116088" y="1276688"/>
                  <a:pt x="5049034" y="1304558"/>
                  <a:pt x="4979100" y="1304543"/>
                </a:cubicBezTo>
                <a:cubicBezTo>
                  <a:pt x="4934810" y="1304512"/>
                  <a:pt x="4891231" y="1293413"/>
                  <a:pt x="4852322" y="1272253"/>
                </a:cubicBezTo>
                <a:cubicBezTo>
                  <a:pt x="4764883" y="1224628"/>
                  <a:pt x="4714877" y="1129378"/>
                  <a:pt x="4714877" y="1029556"/>
                </a:cubicBezTo>
                <a:lnTo>
                  <a:pt x="4714877" y="652271"/>
                </a:lnTo>
                <a:lnTo>
                  <a:pt x="4717066" y="652271"/>
                </a:lnTo>
                <a:lnTo>
                  <a:pt x="4717066" y="404622"/>
                </a:lnTo>
                <a:lnTo>
                  <a:pt x="4497991" y="652272"/>
                </a:lnTo>
                <a:lnTo>
                  <a:pt x="3988499" y="1226915"/>
                </a:lnTo>
                <a:cubicBezTo>
                  <a:pt x="3939156" y="1276462"/>
                  <a:pt x="3872117" y="1304327"/>
                  <a:pt x="3802190" y="1304353"/>
                </a:cubicBezTo>
                <a:cubicBezTo>
                  <a:pt x="3757938" y="1304267"/>
                  <a:pt x="3714402" y="1293170"/>
                  <a:pt x="3675508" y="1272064"/>
                </a:cubicBezTo>
                <a:cubicBezTo>
                  <a:pt x="3588068" y="1224439"/>
                  <a:pt x="3537967" y="1129189"/>
                  <a:pt x="3537967" y="1029367"/>
                </a:cubicBezTo>
                <a:lnTo>
                  <a:pt x="3537967" y="404812"/>
                </a:lnTo>
                <a:lnTo>
                  <a:pt x="3318892" y="652462"/>
                </a:lnTo>
                <a:lnTo>
                  <a:pt x="2809495" y="1227106"/>
                </a:lnTo>
                <a:cubicBezTo>
                  <a:pt x="2726754" y="1310043"/>
                  <a:pt x="2599210" y="1328435"/>
                  <a:pt x="2496408" y="1272254"/>
                </a:cubicBezTo>
                <a:cubicBezTo>
                  <a:pt x="2408968" y="1224629"/>
                  <a:pt x="2358867" y="1129379"/>
                  <a:pt x="2358867" y="1029557"/>
                </a:cubicBezTo>
                <a:lnTo>
                  <a:pt x="2358867" y="404812"/>
                </a:lnTo>
                <a:lnTo>
                  <a:pt x="2139792" y="652462"/>
                </a:lnTo>
                <a:lnTo>
                  <a:pt x="1630300" y="1227106"/>
                </a:lnTo>
                <a:cubicBezTo>
                  <a:pt x="1580744" y="1276720"/>
                  <a:pt x="1513448" y="1304523"/>
                  <a:pt x="1443324" y="1304353"/>
                </a:cubicBezTo>
                <a:cubicBezTo>
                  <a:pt x="1399071" y="1304267"/>
                  <a:pt x="1355536" y="1293170"/>
                  <a:pt x="1316641" y="1272064"/>
                </a:cubicBezTo>
                <a:cubicBezTo>
                  <a:pt x="1229202" y="1224439"/>
                  <a:pt x="1179100" y="1129189"/>
                  <a:pt x="1179100" y="1029367"/>
                </a:cubicBezTo>
                <a:lnTo>
                  <a:pt x="1179100" y="404812"/>
                </a:lnTo>
                <a:lnTo>
                  <a:pt x="960025" y="652462"/>
                </a:lnTo>
                <a:lnTo>
                  <a:pt x="450533" y="1227106"/>
                </a:lnTo>
                <a:cubicBezTo>
                  <a:pt x="401213" y="1276689"/>
                  <a:pt x="334159" y="1304559"/>
                  <a:pt x="264224" y="1304544"/>
                </a:cubicBezTo>
                <a:cubicBezTo>
                  <a:pt x="219934" y="1304513"/>
                  <a:pt x="176355" y="1293414"/>
                  <a:pt x="137446" y="1272254"/>
                </a:cubicBezTo>
                <a:cubicBezTo>
                  <a:pt x="71866" y="1236535"/>
                  <a:pt x="27343" y="1174028"/>
                  <a:pt x="9180" y="1102894"/>
                </a:cubicBezTo>
                <a:lnTo>
                  <a:pt x="513" y="1033656"/>
                </a:lnTo>
                <a:lnTo>
                  <a:pt x="1" y="1033656"/>
                </a:lnTo>
                <a:lnTo>
                  <a:pt x="1" y="1029565"/>
                </a:lnTo>
                <a:lnTo>
                  <a:pt x="0" y="1029557"/>
                </a:lnTo>
                <a:lnTo>
                  <a:pt x="0" y="652272"/>
                </a:lnTo>
                <a:lnTo>
                  <a:pt x="1" y="65227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49000">
                <a:schemeClr val="accent1">
                  <a:tint val="44500"/>
                  <a:satMod val="160000"/>
                </a:schemeClr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BC630F-6602-46CC-94D2-9A72427C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4" y="2919177"/>
            <a:ext cx="3165955" cy="12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E99E-E714-40B6-AD13-9F92202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94105"/>
            <a:ext cx="1025986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46329-3CEB-4871-A9F8-2926A8C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45914"/>
            <a:ext cx="10414747" cy="11471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Headline goes here</a:t>
            </a:r>
            <a:br>
              <a:rPr lang="en-US"/>
            </a:br>
            <a:r>
              <a:rPr lang="en-US"/>
              <a:t>two lines long optional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0E2E-E783-4B3F-B91C-B86959CE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82" y="1980280"/>
            <a:ext cx="10414747" cy="4157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body copy</a:t>
            </a:r>
            <a:br>
              <a:rPr lang="en-US"/>
            </a:br>
            <a:r>
              <a:rPr lang="en-US"/>
              <a:t>second line</a:t>
            </a:r>
          </a:p>
          <a:p>
            <a:pPr lvl="1"/>
            <a:r>
              <a:rPr lang="en-US"/>
              <a:t>Sub-level body copy (tab 2x)</a:t>
            </a:r>
            <a:br>
              <a:rPr lang="en-US"/>
            </a:br>
            <a:r>
              <a:rPr lang="en-US"/>
              <a:t>second line</a:t>
            </a:r>
          </a:p>
          <a:p>
            <a:pPr lvl="2"/>
            <a:r>
              <a:rPr lang="en-US"/>
              <a:t>Sub-level body copy (tab 3x)</a:t>
            </a:r>
            <a:br>
              <a:rPr lang="en-US"/>
            </a:br>
            <a:r>
              <a:rPr lang="en-US"/>
              <a:t>second line</a:t>
            </a:r>
          </a:p>
          <a:p>
            <a:pPr lvl="3"/>
            <a:r>
              <a:rPr lang="en-US"/>
              <a:t>Sub-level (tab 4x)</a:t>
            </a:r>
            <a:br>
              <a:rPr lang="en-US"/>
            </a:br>
            <a:r>
              <a:rPr lang="en-US"/>
              <a:t>second line</a:t>
            </a:r>
          </a:p>
          <a:p>
            <a:pPr lvl="4"/>
            <a:r>
              <a:rPr lang="en-US"/>
              <a:t>Sub-level (tab 5x)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39C0-BD08-4C30-B628-959CD8FA8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02762" y="6382494"/>
            <a:ext cx="692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EB65F7-02F7-4C03-9B5E-0F72A9F540CE}" type="datetime1">
              <a:rPr lang="en-US" smtClean="0"/>
              <a:pPr/>
              <a:t>2/17/25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DA39-0C23-4056-8B4B-9F8DCBB8E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41A6D-43BD-4471-835C-1C49C9CCE2A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6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737" r:id="rId2"/>
    <p:sldLayoutId id="2147483719" r:id="rId3"/>
    <p:sldLayoutId id="2147483720" r:id="rId4"/>
    <p:sldLayoutId id="2147483721" r:id="rId5"/>
    <p:sldLayoutId id="2147483666" r:id="rId6"/>
    <p:sldLayoutId id="2147483736" r:id="rId7"/>
    <p:sldLayoutId id="2147483691" r:id="rId8"/>
    <p:sldLayoutId id="2147483729" r:id="rId9"/>
    <p:sldLayoutId id="2147483651" r:id="rId10"/>
    <p:sldLayoutId id="2147483695" r:id="rId11"/>
    <p:sldLayoutId id="2147483734" r:id="rId12"/>
    <p:sldLayoutId id="2147483735" r:id="rId13"/>
    <p:sldLayoutId id="2147483662" r:id="rId14"/>
    <p:sldLayoutId id="2147483661" r:id="rId15"/>
    <p:sldLayoutId id="2147483696" r:id="rId16"/>
    <p:sldLayoutId id="2147483730" r:id="rId17"/>
    <p:sldLayoutId id="2147483650" r:id="rId18"/>
    <p:sldLayoutId id="2147483728" r:id="rId19"/>
    <p:sldLayoutId id="2147483700" r:id="rId20"/>
    <p:sldLayoutId id="2147483652" r:id="rId21"/>
    <p:sldLayoutId id="2147483705" r:id="rId22"/>
    <p:sldLayoutId id="2147483653" r:id="rId23"/>
    <p:sldLayoutId id="2147483718" r:id="rId24"/>
    <p:sldLayoutId id="2147483706" r:id="rId25"/>
    <p:sldLayoutId id="2147483714" r:id="rId26"/>
    <p:sldLayoutId id="2147483703" r:id="rId27"/>
    <p:sldLayoutId id="2147483724" r:id="rId28"/>
    <p:sldLayoutId id="2147483708" r:id="rId29"/>
    <p:sldLayoutId id="2147483715" r:id="rId30"/>
    <p:sldLayoutId id="2147483704" r:id="rId31"/>
    <p:sldLayoutId id="2147483725" r:id="rId32"/>
    <p:sldLayoutId id="2147483716" r:id="rId33"/>
    <p:sldLayoutId id="2147483707" r:id="rId34"/>
    <p:sldLayoutId id="2147483664" r:id="rId35"/>
    <p:sldLayoutId id="2147483665" r:id="rId36"/>
    <p:sldLayoutId id="2147483656" r:id="rId37"/>
    <p:sldLayoutId id="2147483667" r:id="rId38"/>
    <p:sldLayoutId id="2147483722" r:id="rId39"/>
    <p:sldLayoutId id="2147483723" r:id="rId40"/>
    <p:sldLayoutId id="2147483711" r:id="rId41"/>
    <p:sldLayoutId id="2147483712" r:id="rId42"/>
    <p:sldLayoutId id="2147483679" r:id="rId43"/>
    <p:sldLayoutId id="2147483657" r:id="rId44"/>
    <p:sldLayoutId id="2147483670" r:id="rId45"/>
    <p:sldLayoutId id="2147483668" r:id="rId46"/>
    <p:sldLayoutId id="2147483697" r:id="rId47"/>
    <p:sldLayoutId id="2147483709" r:id="rId48"/>
    <p:sldLayoutId id="2147483732" r:id="rId49"/>
    <p:sldLayoutId id="2147483710" r:id="rId50"/>
    <p:sldLayoutId id="2147483731" r:id="rId51"/>
    <p:sldLayoutId id="2147483654" r:id="rId52"/>
    <p:sldLayoutId id="2147483698" r:id="rId53"/>
    <p:sldLayoutId id="2147483655" r:id="rId54"/>
    <p:sldLayoutId id="2147483699" r:id="rId55"/>
    <p:sldLayoutId id="2147483671" r:id="rId56"/>
    <p:sldLayoutId id="2147483672" r:id="rId57"/>
    <p:sldLayoutId id="2147483673" r:id="rId58"/>
    <p:sldLayoutId id="2147483674" r:id="rId59"/>
    <p:sldLayoutId id="2147483675" r:id="rId60"/>
    <p:sldLayoutId id="2147483676" r:id="rId61"/>
    <p:sldLayoutId id="2147483677" r:id="rId62"/>
    <p:sldLayoutId id="2147483678" r:id="rId63"/>
    <p:sldLayoutId id="2147483669" r:id="rId64"/>
    <p:sldLayoutId id="2147483738" r:id="rId65"/>
    <p:sldLayoutId id="2147483733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7475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111125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3848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08" userDrawn="1">
          <p15:clr>
            <a:srgbClr val="F26B43"/>
          </p15:clr>
        </p15:guide>
        <p15:guide id="7" pos="552" userDrawn="1">
          <p15:clr>
            <a:srgbClr val="F26B43"/>
          </p15:clr>
        </p15:guide>
        <p15:guide id="8" pos="7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marketingcenter.sebrands.com/af/sproutloud?destination=%2Fmember%2Fcatalog%2Fcustom_ads%2Fdetail%2FUXdFclR5VWlPcEFzRGZHaEprTHpYY1ZiTm1Rd0VyVHlAsgqvZNhi4LhukLS1a4zU%2FUXdFclR5VWlPcEFzRGZHaEprTHpYY1ZiTm1Rd0VyVHlV1ECh8Ub7yhnm_s5gt6CS%2FUXdFclR5VWlPcEFzRGZHaEprTHpYY1ZiTm1Rd0VyVHlV2LA8pOwTG-ym4Jj4kAXt%3Ffrom%3DIVLvuCvE2wCgLvce3iGKwpjfrzpcGO4HIxENFe1O-TaRp7p1sgvMh9j5BNdpdFPgHQ-TswK5uFfkU3HrRpSZw96BR4i7mYnjkzlCLieSQEiajiDFeOqPwQS2PwFgA80hcOuWT1woN6yndckYznErk2jyBUvVUImhEvwxxQS5WEBamcOxzvmjSg%253D%253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7AC15C-8F66-B1FD-9A0C-8C6A6E8DD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371366"/>
              </p:ext>
            </p:extLst>
          </p:nvPr>
        </p:nvGraphicFramePr>
        <p:xfrm>
          <a:off x="0" y="0"/>
          <a:ext cx="12192000" cy="6833879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723179">
                  <a:extLst>
                    <a:ext uri="{9D8B030D-6E8A-4147-A177-3AD203B41FA5}">
                      <a16:colId xmlns:a16="http://schemas.microsoft.com/office/drawing/2014/main" val="2484229546"/>
                    </a:ext>
                  </a:extLst>
                </a:gridCol>
                <a:gridCol w="1891845">
                  <a:extLst>
                    <a:ext uri="{9D8B030D-6E8A-4147-A177-3AD203B41FA5}">
                      <a16:colId xmlns:a16="http://schemas.microsoft.com/office/drawing/2014/main" val="439348342"/>
                    </a:ext>
                  </a:extLst>
                </a:gridCol>
                <a:gridCol w="1758615">
                  <a:extLst>
                    <a:ext uri="{9D8B030D-6E8A-4147-A177-3AD203B41FA5}">
                      <a16:colId xmlns:a16="http://schemas.microsoft.com/office/drawing/2014/main" val="1072895275"/>
                    </a:ext>
                  </a:extLst>
                </a:gridCol>
                <a:gridCol w="1748542">
                  <a:extLst>
                    <a:ext uri="{9D8B030D-6E8A-4147-A177-3AD203B41FA5}">
                      <a16:colId xmlns:a16="http://schemas.microsoft.com/office/drawing/2014/main" val="2787662688"/>
                    </a:ext>
                  </a:extLst>
                </a:gridCol>
                <a:gridCol w="1692001">
                  <a:extLst>
                    <a:ext uri="{9D8B030D-6E8A-4147-A177-3AD203B41FA5}">
                      <a16:colId xmlns:a16="http://schemas.microsoft.com/office/drawing/2014/main" val="1952576077"/>
                    </a:ext>
                  </a:extLst>
                </a:gridCol>
                <a:gridCol w="1720560">
                  <a:extLst>
                    <a:ext uri="{9D8B030D-6E8A-4147-A177-3AD203B41FA5}">
                      <a16:colId xmlns:a16="http://schemas.microsoft.com/office/drawing/2014/main" val="1911801536"/>
                    </a:ext>
                  </a:extLst>
                </a:gridCol>
                <a:gridCol w="1657258">
                  <a:extLst>
                    <a:ext uri="{9D8B030D-6E8A-4147-A177-3AD203B41FA5}">
                      <a16:colId xmlns:a16="http://schemas.microsoft.com/office/drawing/2014/main" val="1683208684"/>
                    </a:ext>
                  </a:extLst>
                </a:gridCol>
              </a:tblGrid>
              <a:tr h="641972">
                <a:tc gridSpan="7">
                  <a:txBody>
                    <a:bodyPr/>
                    <a:lstStyle/>
                    <a:p>
                      <a:pPr marL="530225" lvl="0">
                        <a:lnSpc>
                          <a:spcPts val="5175"/>
                        </a:lnSpc>
                        <a:spcBef>
                          <a:spcPts val="22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spc="0" dirty="0">
                          <a:effectLst/>
                        </a:rPr>
                        <a:t>MARCH 2025</a:t>
                      </a:r>
                      <a:endParaRPr lang="en-US" sz="3600" dirty="0"/>
                    </a:p>
                  </a:txBody>
                  <a:tcPr marL="9525" marR="9525" marT="9525" marB="0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31081062"/>
                  </a:ext>
                </a:extLst>
              </a:tr>
              <a:tr h="151052">
                <a:tc>
                  <a:txBody>
                    <a:bodyPr/>
                    <a:lstStyle/>
                    <a:p>
                      <a:pPr marL="0" marR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SUNDAY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5461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MONDAY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730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TUESDAY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WEDNESDAY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THURSDAY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78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FRIDAY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3619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600" spc="0" dirty="0">
                          <a:effectLst/>
                        </a:rPr>
                        <a:t>SATURDAY</a:t>
                      </a:r>
                      <a:endParaRPr lang="en-US" sz="1800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082617"/>
                  </a:ext>
                </a:extLst>
              </a:tr>
              <a:tr h="80561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>
                        <a:solidFill>
                          <a:schemeClr val="bg1"/>
                        </a:solidFill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March is -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National Nutrition Month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Women's History Month </a:t>
                      </a:r>
                    </a:p>
                  </a:txBody>
                  <a:tcPr marL="9524" marR="9524" marT="80772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4" marR="9524" marT="80772" marB="0">
                    <a:lnL w="12700">
                      <a:solidFill>
                        <a:schemeClr val="tx1"/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MARCH EVENTS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Do you have community events or free workouts in the month of March? 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034110"/>
                  </a:ext>
                </a:extLst>
              </a:tr>
              <a:tr h="98183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BUILD A GROCERY LIST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Going to the grocery store is time consuming and can be super daunting when you don't prep! Share tips on how you make your grocery list for each week.</a:t>
                      </a:r>
                      <a:endParaRPr lang="en-US" dirty="0"/>
                    </a:p>
                  </a:txBody>
                  <a:tcPr marL="9525" marR="9525" marT="80772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spc="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GYM ETTIQUETTE 101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What’s an unwritten rule that makes gym life better for everyone? Share a friendly reminder.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12700">
                      <a:solidFill>
                        <a:schemeClr val="tx1"/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4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MOBILITY ROUTINE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Put together 3-5 moves that can help loosen up the body and start the day right. </a:t>
                      </a:r>
                      <a:endParaRPr lang="en-US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WORKOUT MYTH BUSTERS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Tackle a common fitness myth and set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the record straight! (Example: “Lifting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weights makes you bulky.” Nope!)</a:t>
                      </a:r>
                      <a:endParaRPr lang="en-US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SESSIONS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your session schedule. When and how can someone join in on the group fitness fun? Or share a Reel of a sneak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peek for an upcoming session.</a:t>
                      </a:r>
                      <a:endParaRPr lang="en-US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THE POWER OF PROGRESS PHOTOS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Encourage members to track their journey with photos—sometimes the scale doesn’t tell the full story!</a:t>
                      </a:r>
                      <a:endParaRPr lang="en-US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INTERNATIONAL WOMEN'S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Calling all powerful women! Time to celebrate! 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451183"/>
                  </a:ext>
                </a:extLst>
              </a:tr>
              <a:tr h="1019603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pc="0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RECOVERY WORK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What can members do to recover at the gym? Do you offer recovery sessions? How about percussion tools and foam rollers? </a:t>
                      </a:r>
                      <a:endParaRPr lang="en-US" dirty="0"/>
                    </a:p>
                  </a:txBody>
                  <a:tcPr marL="9525" marR="9525" marT="80772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marR="0" lvl="0" indent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HYDRATION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The power of H2O is no joke! There are lots of options for hydrating (different water brands, bottles, cold vs room temp) and adding in electrolytes can take it to a whole new level. Share hydration tips in a Reel. 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accent6"/>
                        </a:solidFill>
                        <a:effectLst/>
                        <a:latin typeface="Century Gothic"/>
                      </a:endParaRPr>
                    </a:p>
                  </a:txBody>
                  <a:tcPr marL="9525" marR="9525" marT="80772" marB="0">
                    <a:lnL w="12700">
                      <a:solidFill>
                        <a:schemeClr val="tx1"/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FITNESS BUCKET LIST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Ask members: What’s one fitness goal you want to accomplish this month? (First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pull-up, run a 5K, hit a PR?)</a:t>
                      </a:r>
                      <a:endParaRPr lang="en-US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NATIONAL REGISTERED DIETITIAN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Celebrate National RDN Day by shouting out your nutrition programs or sharing recipes!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13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ANYTIME, ANYWHERE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the benefits of why being an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Anytime Fitness member is the gym membership to have! Mention access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and our 24-hour availability. 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5 MOVES TO MASTER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Spotlight five fundamental exercises that build strength and stability, like squats, deadlifts, and push-ups.</a:t>
                      </a:r>
                      <a:endParaRPr lang="en-US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FINDING THE RIGHT FOOTWEAR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Highlight the importance of proper shoes for weightlifting, running, or HIIT workouts.</a:t>
                      </a:r>
                      <a:endParaRPr lang="en-US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291295"/>
                  </a:ext>
                </a:extLst>
              </a:tr>
              <a:tr h="1007014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QUICK &amp; EASY PROTEIN SNACK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a high-protein snack that’s simple, tasty, and helps hit those macros.</a:t>
                      </a:r>
                      <a:endParaRPr lang="en-US" dirty="0"/>
                    </a:p>
                  </a:txBody>
                  <a:tcPr marL="9525" marR="9525" marT="80772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ST. PATTY’S DAY</a:t>
                      </a:r>
                      <a:endParaRPr lang="en-US" b="1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Happy St. Patrick's Day! Celebrate by having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 green day at the gym and maybe even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have a pot of gold for members to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compete for. Have fun with it!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entury Gothic"/>
                      </a:endParaRPr>
                    </a:p>
                  </a:txBody>
                  <a:tcPr marL="9525" marR="9525" marT="80772" marB="0">
                    <a:lnL w="12700">
                      <a:solidFill>
                        <a:schemeClr val="tx1"/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MARCH MADNESS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NCAA March Madness begins today for Men's Basketball and the Women's bracket begins tomorrow! Poll your audience to see who they are rooting for or if they are participating in a bracket challenge.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HOW TO BREAK A PLATEAU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Hit a fitness roadblock? Give members 2-3 tips to push past strength, weight loss, or endurance plateaus.</a:t>
                      </a:r>
                      <a:endParaRPr lang="en-US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WARM-UP LIKE A PRO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Explain the importance of warming up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and share a quick pre-workout routine.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You could make this a series with an upper body, full body, and lower body warm up!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21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POST-WORKOUT CHECKLIST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Give members a solid post-workout routine, like stretching, refueling, and hydration. Share the </a:t>
                      </a:r>
                      <a:r>
                        <a:rPr lang="en-US" sz="6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whens</a:t>
                      </a: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 and whys!</a:t>
                      </a: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PROGRESS OVER PERFECTION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Encourage members to focus on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small, sustainable wins instead of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all-or-nothing thinking.</a:t>
                      </a:r>
                      <a:endParaRPr lang="en-US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796117"/>
                  </a:ext>
                </a:extLst>
              </a:tr>
              <a:tr h="931489"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YOUR FITNESS JOURNEY IN 3 EMOJIS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This is a great format to use on your Story using the Question sticker! </a:t>
                      </a: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Engage followers by asking them to describe their fitness journey with just three emojis.</a:t>
                      </a:r>
                      <a:endParaRPr lang="en-US" sz="600" b="0" i="0" u="none" strike="noStrike" noProof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24</a:t>
                      </a:r>
                      <a:endParaRPr lang="en-US" dirty="0"/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NEVER MISS A MONDAY</a:t>
                      </a: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Throw out a motivational post for your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followers – sometimes Monday's need a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little help! #NeverMissAMonday</a:t>
                      </a:r>
                    </a:p>
                  </a:txBody>
                  <a:tcPr marL="9524" marR="9524" marT="80772" marB="0">
                    <a:lnL w="12700">
                      <a:solidFill>
                        <a:schemeClr val="tx1"/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CARDIO CHALLENGE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Encourage members to switch up their routine with a new form of cardio—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rower, sled pushes, jump rope. Who’s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up for the challenge?</a:t>
                      </a:r>
                      <a:endParaRPr lang="en-US" dirty="0"/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THE 5AM CLUB VS. NIGHT OWLS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Start a fun debate: Do you prefer early morning workouts or late-night sessions? Why? Use this on your Story or run a poll on your in-feed post.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>
                        <a:solidFill>
                          <a:schemeClr val="accent4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NEW EQUIPMENT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Got new equipment? Updated parts of your gym? Share out!</a:t>
                      </a: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FITNESS FAILS FRIDAY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Share a funny (but safe!) gym blooper</a:t>
                      </a:r>
                      <a:b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or ask followers to comment their most relatable gym mishap!</a:t>
                      </a:r>
                      <a:endParaRPr lang="en-US" dirty="0"/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29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COMMUNITY QUESTION: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WHAT’S YOUR WHY?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Ask members why they started their fitness journey—motivation can inspire others! Film this as a Reel and then ask commentors to leave their why!</a:t>
                      </a:r>
                      <a:endParaRPr lang="en-US" dirty="0"/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406555"/>
                  </a:ext>
                </a:extLst>
              </a:tr>
              <a:tr h="125876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  <a:p>
                      <a:pPr lv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NATIONAL FITNESS RECOVERY DAY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Showcase a recovery routine for members</a:t>
                      </a:r>
                      <a:b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to use on National Fitness Recovery Day.</a:t>
                      </a:r>
                      <a:b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Film a Reel with a coach sharing the</a:t>
                      </a:r>
                      <a:b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routine and how long to do each movement. Don't forget to wear your Coach shirt!</a:t>
                      </a:r>
                    </a:p>
                  </a:txBody>
                  <a:tcPr marL="9524" marR="9524" marT="80772" marB="0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31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COACH SPOTLIGHT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Show some love to your coaches by sharing overviews of each coach. You can do this in</a:t>
                      </a:r>
                      <a:b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 carousel or use this idea to do a weekly showcase of one coach!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Use </a:t>
                      </a: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  <a:hlinkClick r:id="rId3"/>
                        </a:rPr>
                        <a:t>this template</a:t>
                      </a: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 from the Brand </a:t>
                      </a:r>
                      <a:r>
                        <a:rPr lang="en-US" sz="600" b="0" i="0" u="none" strike="noStrike" spc="0" noProof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Marketing Center.</a:t>
                      </a:r>
                      <a:endParaRPr lang="en-US" dirty="0"/>
                    </a:p>
                  </a:txBody>
                  <a:tcPr marL="9524" marR="9524" marT="80772" marB="0">
                    <a:lnL w="12700">
                      <a:solidFill>
                        <a:schemeClr val="tx1"/>
                      </a:solidFill>
                    </a:lnL>
                    <a:lnR w="3174">
                      <a:solidFill>
                        <a:schemeClr val="bg2">
                          <a:lumMod val="50000"/>
                        </a:schemeClr>
                      </a:solidFill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4">
                      <a:solidFill>
                        <a:schemeClr val="bg2">
                          <a:lumMod val="50000"/>
                        </a:schemeClr>
                      </a:solidFill>
                    </a:lnL>
                    <a:lnR w="3174">
                      <a:solidFill>
                        <a:schemeClr val="bg2">
                          <a:lumMod val="50000"/>
                        </a:schemeClr>
                      </a:solidFill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accent4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4">
                      <a:solidFill>
                        <a:schemeClr val="bg2">
                          <a:lumMod val="50000"/>
                        </a:schemeClr>
                      </a:solidFill>
                    </a:lnL>
                    <a:lnR w="3174">
                      <a:solidFill>
                        <a:schemeClr val="bg2">
                          <a:lumMod val="50000"/>
                        </a:schemeClr>
                      </a:solidFill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4">
                      <a:solidFill>
                        <a:schemeClr val="bg2">
                          <a:lumMod val="50000"/>
                        </a:schemeClr>
                      </a:solidFill>
                    </a:lnL>
                    <a:lnR w="3174">
                      <a:solidFill>
                        <a:schemeClr val="bg2">
                          <a:lumMod val="50000"/>
                        </a:schemeClr>
                      </a:solidFill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4">
                      <a:solidFill>
                        <a:schemeClr val="bg2">
                          <a:lumMod val="50000"/>
                        </a:schemeClr>
                      </a:solidFill>
                    </a:lnL>
                    <a:lnR w="3174">
                      <a:solidFill>
                        <a:schemeClr val="bg2">
                          <a:lumMod val="50000"/>
                        </a:schemeClr>
                      </a:solidFill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4">
                      <a:solidFill>
                        <a:schemeClr val="bg2">
                          <a:lumMod val="50000"/>
                        </a:schemeClr>
                      </a:solidFill>
                    </a:lnL>
                    <a:lnR w="3174">
                      <a:solidFill>
                        <a:schemeClr val="bg2">
                          <a:lumMod val="50000"/>
                        </a:schemeClr>
                      </a:solidFill>
                    </a:lnR>
                    <a:lnT w="3175" cap="flat" cmpd="sng" algn="ctr">
                      <a:solidFill>
                        <a:schemeClr val="bg2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388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0966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nytime Fitness Template">
  <a:themeElements>
    <a:clrScheme name="AF July 22 ">
      <a:dk1>
        <a:srgbClr val="2D2926"/>
      </a:dk1>
      <a:lt1>
        <a:srgbClr val="FFFFFF"/>
      </a:lt1>
      <a:dk2>
        <a:srgbClr val="221551"/>
      </a:dk2>
      <a:lt2>
        <a:srgbClr val="DACAED"/>
      </a:lt2>
      <a:accent1>
        <a:srgbClr val="440099"/>
      </a:accent1>
      <a:accent2>
        <a:srgbClr val="6E38D5"/>
      </a:accent2>
      <a:accent3>
        <a:srgbClr val="A32AF9"/>
      </a:accent3>
      <a:accent4>
        <a:srgbClr val="2ED7DE"/>
      </a:accent4>
      <a:accent5>
        <a:srgbClr val="EF3340"/>
      </a:accent5>
      <a:accent6>
        <a:srgbClr val="FF7500"/>
      </a:accent6>
      <a:hlink>
        <a:srgbClr val="FF7500"/>
      </a:hlink>
      <a:folHlink>
        <a:srgbClr val="EF3340"/>
      </a:folHlink>
    </a:clrScheme>
    <a:fontScheme name="Anytime Fitnes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r-Method_PPT-Template_V2 edit code final.potx" id="{EF5957C3-A1C1-4345-85B9-8F272847F476}" vid="{D92DD28F-51C3-4CBB-8DEE-BB33764BC1D9}"/>
    </a:ext>
  </a:extLst>
</a:theme>
</file>

<file path=ppt/theme/theme2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9F4D4AED8BDC44AAAD872D46454869" ma:contentTypeVersion="26" ma:contentTypeDescription="Create a new document." ma:contentTypeScope="" ma:versionID="8a5c27b1b6aabb09b413df50d5da0662">
  <xsd:schema xmlns:xsd="http://www.w3.org/2001/XMLSchema" xmlns:xs="http://www.w3.org/2001/XMLSchema" xmlns:p="http://schemas.microsoft.com/office/2006/metadata/properties" xmlns:ns2="47019a7e-a60c-4a1f-b4fd-44452cf97621" xmlns:ns3="9464be75-fc0f-4c74-b7a9-67e6b6b30f78" targetNamespace="http://schemas.microsoft.com/office/2006/metadata/properties" ma:root="true" ma:fieldsID="45f752e66bf326c4d93eb24d7355e368" ns2:_="" ns3:_="">
    <xsd:import namespace="47019a7e-a60c-4a1f-b4fd-44452cf97621"/>
    <xsd:import namespace="9464be75-fc0f-4c74-b7a9-67e6b6b30f7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Dateandtime" minOccurs="0"/>
                <xsd:element ref="ns3:MediaLengthInSeconds" minOccurs="0"/>
                <xsd:element ref="ns3:Person" minOccurs="0"/>
                <xsd:element ref="ns3:Date_x0020__x0026__x0020_Time" minOccurs="0"/>
                <xsd:element ref="ns2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19a7e-a60c-4a1f-b4fd-44452cf976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c40076c-e6fb-4d57-baf1-f991dbe98c27}" ma:internalName="TaxCatchAll" ma:showField="CatchAllData" ma:web="47019a7e-a60c-4a1f-b4fd-44452cf97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4be75-fc0f-4c74-b7a9-67e6b6b30f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Dateandtime" ma:index="21" nillable="true" ma:displayName="Date and time" ma:format="DateTime" ma:internalName="Dateandtime">
      <xsd:simpleType>
        <xsd:restriction base="dms:DateTime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Person" ma:index="23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e_x0020__x0026__x0020_Time" ma:index="24" nillable="true" ma:displayName="Date &amp; Time" ma:format="DateTime" ma:internalName="Date_x0020__x0026__x0020_Time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8a19ee54-46e1-4f28-9254-181b3d6e14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3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_x0020__x0026__x0020_Time xmlns="9464be75-fc0f-4c74-b7a9-67e6b6b30f78">2023-02-02T21:00:00+00:00</Date_x0020__x0026__x0020_Time>
    <_Flow_SignoffStatus xmlns="9464be75-fc0f-4c74-b7a9-67e6b6b30f78" xsi:nil="true"/>
    <TaxCatchAll xmlns="47019a7e-a60c-4a1f-b4fd-44452cf97621" xsi:nil="true"/>
    <lcf76f155ced4ddcb4097134ff3c332f xmlns="9464be75-fc0f-4c74-b7a9-67e6b6b30f78">
      <Terms xmlns="http://schemas.microsoft.com/office/infopath/2007/PartnerControls"/>
    </lcf76f155ced4ddcb4097134ff3c332f>
    <Dateandtime xmlns="9464be75-fc0f-4c74-b7a9-67e6b6b30f78">2023-02-02T21:00:00+00:00</Dateandtime>
    <Person xmlns="9464be75-fc0f-4c74-b7a9-67e6b6b30f78">
      <UserInfo>
        <DisplayName/>
        <AccountId xsi:nil="true"/>
        <AccountType/>
      </UserInfo>
    </Person>
    <SharedWithUsers xmlns="47019a7e-a60c-4a1f-b4fd-44452cf97621">
      <UserInfo>
        <DisplayName>Marcie DeLuca</DisplayName>
        <AccountId>9585</AccountId>
        <AccountType/>
      </UserInfo>
      <UserInfo>
        <DisplayName>Garrett Ebling</DisplayName>
        <AccountId>1938</AccountId>
        <AccountType/>
      </UserInfo>
      <UserInfo>
        <DisplayName>Deb Pias</DisplayName>
        <AccountId>51</AccountId>
        <AccountType/>
      </UserInfo>
      <UserInfo>
        <DisplayName>Morgan Edwards</DisplayName>
        <AccountId>25969</AccountId>
        <AccountType/>
      </UserInfo>
      <UserInfo>
        <DisplayName>Kenzi Boivin</DisplayName>
        <AccountId>10537</AccountId>
        <AccountType/>
      </UserInfo>
      <UserInfo>
        <DisplayName>Sarah Mastrian</DisplayName>
        <AccountId>14028</AccountId>
        <AccountType/>
      </UserInfo>
      <UserInfo>
        <DisplayName>Tammy Nienaber</DisplayName>
        <AccountId>52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67B6E4-FAAE-4067-8F6C-71C7C01DEF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19a7e-a60c-4a1f-b4fd-44452cf97621"/>
    <ds:schemaRef ds:uri="9464be75-fc0f-4c74-b7a9-67e6b6b30f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A2B1DA-A2C5-489C-A46E-FC3EAF2F3ADB}">
  <ds:schemaRefs>
    <ds:schemaRef ds:uri="47019a7e-a60c-4a1f-b4fd-44452cf97621"/>
    <ds:schemaRef ds:uri="9464be75-fc0f-4c74-b7a9-67e6b6b30f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90C4E6-4A59-487E-81FF-2AAB659583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Bar Method Template</Template>
  <TotalTime>0</TotalTime>
  <Words>928</Words>
  <Application>Microsoft Macintosh PowerPoint</Application>
  <PresentationFormat>Widescreen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Anytime Fitness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METHOD PRESENTATION TEMPLATE</dc:title>
  <dc:creator>Meredith Berg</dc:creator>
  <cp:lastModifiedBy>Deb Pias</cp:lastModifiedBy>
  <cp:revision>184</cp:revision>
  <dcterms:created xsi:type="dcterms:W3CDTF">2021-11-18T14:52:15Z</dcterms:created>
  <dcterms:modified xsi:type="dcterms:W3CDTF">2025-02-17T15:01:28Z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0x010100BC9F4D4AED8BDC44AAAD872D46454869</vt:lpwstr>
  </property>
  <property fmtid="{D5CDD505-2E9C-101B-9397-08002B2CF9AE}" pid="3" name="MediaServiceImageTags">
    <vt:lpwstr/>
  </property>
  <property fmtid="{D5CDD505-2E9C-101B-9397-08002B2CF9AE}" pid="4" name="MSIP_Label_c19e54f6-8de3-4dc1-8de2-3571ff8ef8ed_Enabled">
    <vt:lpwstr>true</vt:lpwstr>
  </property>
  <property fmtid="{D5CDD505-2E9C-101B-9397-08002B2CF9AE}" pid="5" name="MSIP_Label_c19e54f6-8de3-4dc1-8de2-3571ff8ef8ed_SetDate">
    <vt:lpwstr>2024-07-08T15:51:19Z</vt:lpwstr>
  </property>
  <property fmtid="{D5CDD505-2E9C-101B-9397-08002B2CF9AE}" pid="6" name="MSIP_Label_c19e54f6-8de3-4dc1-8de2-3571ff8ef8ed_Method">
    <vt:lpwstr>Standard</vt:lpwstr>
  </property>
  <property fmtid="{D5CDD505-2E9C-101B-9397-08002B2CF9AE}" pid="7" name="MSIP_Label_c19e54f6-8de3-4dc1-8de2-3571ff8ef8ed_Name">
    <vt:lpwstr>defa4170-0d19-0005-0004-bc88714345d2</vt:lpwstr>
  </property>
  <property fmtid="{D5CDD505-2E9C-101B-9397-08002B2CF9AE}" pid="8" name="MSIP_Label_c19e54f6-8de3-4dc1-8de2-3571ff8ef8ed_SiteId">
    <vt:lpwstr>e5f9f875-abc1-48a7-b869-6562628fb58c</vt:lpwstr>
  </property>
  <property fmtid="{D5CDD505-2E9C-101B-9397-08002B2CF9AE}" pid="9" name="MSIP_Label_c19e54f6-8de3-4dc1-8de2-3571ff8ef8ed_ActionId">
    <vt:lpwstr>9f1e5e16-4042-4ce1-ae53-a4d0d9646ca7</vt:lpwstr>
  </property>
  <property fmtid="{D5CDD505-2E9C-101B-9397-08002B2CF9AE}" pid="10" name="MSIP_Label_c19e54f6-8de3-4dc1-8de2-3571ff8ef8ed_ContentBits">
    <vt:lpwstr>0</vt:lpwstr>
  </property>
</Properties>
</file>