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6"/>
  </p:notesMasterIdLst>
  <p:handoutMasterIdLst>
    <p:handoutMasterId r:id="rId7"/>
  </p:handoutMasterIdLst>
  <p:sldIdLst>
    <p:sldId id="33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4EC97052-CCA6-49B0-AA09-A65277281CBA}">
          <p14:sldIdLst/>
        </p14:section>
        <p14:section name="Content" id="{10C81FA4-AB20-4F8C-AA98-C00990760090}">
          <p14:sldIdLst>
            <p14:sldId id="339"/>
          </p14:sldIdLst>
        </p14:section>
        <p14:section name="Closing" id="{B254CC29-6644-48FB-B435-9D56547BC196}">
          <p14:sldIdLst/>
        </p14:section>
      </p14:sectionLst>
    </p:ext>
    <p:ext uri="{EFAFB233-063F-42B5-8137-9DF3F51BA10A}">
      <p15:sldGuideLst xmlns:p15="http://schemas.microsoft.com/office/powerpoint/2012/main">
        <p15:guide id="1" pos="3816" userDrawn="1">
          <p15:clr>
            <a:srgbClr val="A4A3A4"/>
          </p15:clr>
        </p15:guide>
        <p15:guide id="2" orient="horz" pos="216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B288086-3F0E-FF1D-E9D1-078C4F90C6D8}" name="Kenzi Boivin" initials="KB" userId="S::mackenzie.boivin@sebrands.com::8534dba6-d4b5-4e68-ba01-c4976388d999"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90DED1"/>
    <a:srgbClr val="6E38D5"/>
    <a:srgbClr val="440099"/>
    <a:srgbClr val="FFFFFF"/>
    <a:srgbClr val="FF7500"/>
    <a:srgbClr val="DAF4F0"/>
    <a:srgbClr val="B5E9E1"/>
    <a:srgbClr val="46C8B3"/>
    <a:srgbClr val="00C7B1"/>
    <a:srgbClr val="EFF0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A7C822-1D60-F16D-89AC-98CD530556D6}" v="22" dt="2024-04-15T17:49:01.648"/>
  </p1510:revLst>
</p1510:revInfo>
</file>

<file path=ppt/tableStyles.xml><?xml version="1.0" encoding="utf-8"?>
<a:tblStyleLst xmlns:a="http://schemas.openxmlformats.org/drawingml/2006/main" def="{9D7B26C5-4107-4FEC-AEDC-1716B250A1EF}">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5266"/>
    <p:restoredTop sz="94694"/>
  </p:normalViewPr>
  <p:slideViewPr>
    <p:cSldViewPr snapToGrid="0">
      <p:cViewPr>
        <p:scale>
          <a:sx n="165" d="100"/>
          <a:sy n="165" d="100"/>
        </p:scale>
        <p:origin x="552" y="-1656"/>
      </p:cViewPr>
      <p:guideLst>
        <p:guide pos="3816"/>
        <p:guide orient="horz" pos="216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8/10/relationships/authors" Target="authors.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47A8E49-8B1D-4DF8-A071-B5FA5531447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sz="900"/>
          </a:p>
        </p:txBody>
      </p:sp>
      <p:sp>
        <p:nvSpPr>
          <p:cNvPr id="3" name="Date Placeholder 2">
            <a:extLst>
              <a:ext uri="{FF2B5EF4-FFF2-40B4-BE49-F238E27FC236}">
                <a16:creationId xmlns:a16="http://schemas.microsoft.com/office/drawing/2014/main" id="{34CC8329-2CA0-4127-8422-E0F8FDBB5A6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ADFCA5B-16E1-4D70-8291-219716099B83}" type="datetimeFigureOut">
              <a:rPr lang="en-US" sz="900" smtClean="0"/>
              <a:t>4/17/24</a:t>
            </a:fld>
            <a:endParaRPr lang="en-US" sz="900"/>
          </a:p>
        </p:txBody>
      </p:sp>
      <p:sp>
        <p:nvSpPr>
          <p:cNvPr id="4" name="Footer Placeholder 3">
            <a:extLst>
              <a:ext uri="{FF2B5EF4-FFF2-40B4-BE49-F238E27FC236}">
                <a16:creationId xmlns:a16="http://schemas.microsoft.com/office/drawing/2014/main" id="{7E69A4AF-E0C8-4B4B-8EEC-9B18D20AABA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sz="900"/>
          </a:p>
        </p:txBody>
      </p:sp>
      <p:sp>
        <p:nvSpPr>
          <p:cNvPr id="5" name="Slide Number Placeholder 4">
            <a:extLst>
              <a:ext uri="{FF2B5EF4-FFF2-40B4-BE49-F238E27FC236}">
                <a16:creationId xmlns:a16="http://schemas.microsoft.com/office/drawing/2014/main" id="{A225F37B-567F-4B68-9E7A-44718C7C276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93FDF21-CECB-4149-9559-85C1CAE991E1}" type="slidenum">
              <a:rPr lang="en-US" sz="900" smtClean="0"/>
              <a:t>‹#›</a:t>
            </a:fld>
            <a:endParaRPr lang="en-US" sz="900"/>
          </a:p>
        </p:txBody>
      </p:sp>
    </p:spTree>
    <p:extLst>
      <p:ext uri="{BB962C8B-B14F-4D97-AF65-F5344CB8AC3E}">
        <p14:creationId xmlns:p14="http://schemas.microsoft.com/office/powerpoint/2010/main" val="25023809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900">
                <a:latin typeface="Century Gothic" panose="020B0502020202020204"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900">
                <a:latin typeface="Century Gothic" panose="020B0502020202020204" pitchFamily="34" charset="0"/>
              </a:defRPr>
            </a:lvl1pPr>
          </a:lstStyle>
          <a:p>
            <a:fld id="{AAF6F7E2-0BCC-415C-898E-B17019296F88}" type="datetimeFigureOut">
              <a:rPr lang="en-US" smtClean="0"/>
              <a:pPr/>
              <a:t>4/17/24</a:t>
            </a:fld>
            <a:endParaRPr lang="en-US"/>
          </a:p>
        </p:txBody>
      </p:sp>
      <p:sp>
        <p:nvSpPr>
          <p:cNvPr id="4" name="Slide Image Placeholder 3"/>
          <p:cNvSpPr>
            <a:spLocks noGrp="1" noRot="1" noChangeAspect="1"/>
          </p:cNvSpPr>
          <p:nvPr>
            <p:ph type="sldImg" idx="2"/>
          </p:nvPr>
        </p:nvSpPr>
        <p:spPr>
          <a:xfrm>
            <a:off x="685800" y="725905"/>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3983455"/>
            <a:ext cx="5486400" cy="443464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900">
                <a:latin typeface="Century Gothic" panose="020B0502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900">
                <a:latin typeface="Century Gothic" panose="020B0502020202020204" pitchFamily="34" charset="0"/>
              </a:defRPr>
            </a:lvl1pPr>
          </a:lstStyle>
          <a:p>
            <a:fld id="{5470BA31-47BF-48E8-B9A3-29FECAA7F110}" type="slidenum">
              <a:rPr lang="en-US" smtClean="0"/>
              <a:pPr/>
              <a:t>‹#›</a:t>
            </a:fld>
            <a:endParaRPr lang="en-US"/>
          </a:p>
        </p:txBody>
      </p:sp>
    </p:spTree>
    <p:extLst>
      <p:ext uri="{BB962C8B-B14F-4D97-AF65-F5344CB8AC3E}">
        <p14:creationId xmlns:p14="http://schemas.microsoft.com/office/powerpoint/2010/main" val="3225591997"/>
      </p:ext>
    </p:extLst>
  </p:cSld>
  <p:clrMap bg1="lt1" tx1="dk1" bg2="lt2" tx2="dk2" accent1="accent1" accent2="accent2" accent3="accent3" accent4="accent4" accent5="accent5" accent6="accent6" hlink="hlink" folHlink="folHlink"/>
  <p:notesStyle>
    <a:lvl1pPr marL="115888" indent="-115888" algn="l" defTabSz="914400" rtl="0" eaLnBrk="1" latinLnBrk="0" hangingPunct="1">
      <a:spcAft>
        <a:spcPts val="300"/>
      </a:spcAft>
      <a:buFont typeface="Arial" panose="020B0604020202020204" pitchFamily="34" charset="0"/>
      <a:buChar char="•"/>
      <a:defRPr sz="1100" kern="1200">
        <a:solidFill>
          <a:schemeClr val="tx1"/>
        </a:solidFill>
        <a:latin typeface="Century Gothic" panose="020B0502020202020204" pitchFamily="34" charset="0"/>
        <a:ea typeface="+mn-ea"/>
        <a:cs typeface="+mn-cs"/>
      </a:defRPr>
    </a:lvl1pPr>
    <a:lvl2pPr marL="284163" indent="-114300" algn="l" defTabSz="914400" rtl="0" eaLnBrk="1" latinLnBrk="0" hangingPunct="1">
      <a:spcAft>
        <a:spcPts val="300"/>
      </a:spcAft>
      <a:buFont typeface="Arial" panose="020B0604020202020204" pitchFamily="34" charset="0"/>
      <a:buChar char="•"/>
      <a:defRPr sz="900" kern="1200">
        <a:solidFill>
          <a:schemeClr val="tx1"/>
        </a:solidFill>
        <a:latin typeface="+mn-lt"/>
        <a:ea typeface="+mn-ea"/>
        <a:cs typeface="+mn-cs"/>
      </a:defRPr>
    </a:lvl2pPr>
    <a:lvl3pPr marL="401638" indent="-57150" algn="l" defTabSz="914400" rtl="0" eaLnBrk="1" latinLnBrk="0" hangingPunct="1">
      <a:spcAft>
        <a:spcPts val="300"/>
      </a:spcAft>
      <a:buFont typeface="Arial" panose="020B0604020202020204" pitchFamily="34" charset="0"/>
      <a:buChar char="•"/>
      <a:defRPr sz="800" kern="1200">
        <a:solidFill>
          <a:schemeClr val="tx1"/>
        </a:solidFill>
        <a:latin typeface="+mn-lt"/>
        <a:ea typeface="+mn-ea"/>
        <a:cs typeface="+mn-cs"/>
      </a:defRPr>
    </a:lvl3pPr>
    <a:lvl4pPr marL="512763" indent="-60325" algn="l" defTabSz="914400" rtl="0" eaLnBrk="1" latinLnBrk="0" hangingPunct="1">
      <a:spcAft>
        <a:spcPts val="300"/>
      </a:spcAft>
      <a:buFont typeface="Arial" panose="020B0604020202020204" pitchFamily="34" charset="0"/>
      <a:buChar char="•"/>
      <a:defRPr sz="700" kern="1200">
        <a:solidFill>
          <a:schemeClr val="tx1"/>
        </a:solidFill>
        <a:latin typeface="+mn-lt"/>
        <a:ea typeface="+mn-ea"/>
        <a:cs typeface="+mn-cs"/>
      </a:defRPr>
    </a:lvl4pPr>
    <a:lvl5pPr marL="630238" indent="-55563" algn="l" defTabSz="914400" rtl="0" eaLnBrk="1" latinLnBrk="0" hangingPunct="1">
      <a:spcAft>
        <a:spcPts val="300"/>
      </a:spcAft>
      <a:buFont typeface="Arial" panose="020B0604020202020204" pitchFamily="34" charset="0"/>
      <a:buChar char="•"/>
      <a:defRPr sz="7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Master" Target="../slideMasters/slideMaster1.xml"/><Relationship Id="rId5" Type="http://schemas.openxmlformats.org/officeDocument/2006/relationships/hyperlink" Target="https://bit.ly/BM-PPT" TargetMode="External"/><Relationship Id="rId4" Type="http://schemas.openxmlformats.org/officeDocument/2006/relationships/image" Target="../media/image4.sv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8.jpe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bit.ly/BM-PPT" TargetMode="External"/><Relationship Id="rId2" Type="http://schemas.openxmlformats.org/officeDocument/2006/relationships/image" Target="../media/image10.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11.jpe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18.jpeg"/><Relationship Id="rId1" Type="http://schemas.openxmlformats.org/officeDocument/2006/relationships/slideMaster" Target="../slideMasters/slideMaster1.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19.png"/></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jpeg"/><Relationship Id="rId1" Type="http://schemas.openxmlformats.org/officeDocument/2006/relationships/slideMaster" Target="../slideMasters/slideMaster1.xml"/><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sv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1.jpeg"/><Relationship Id="rId7" Type="http://schemas.openxmlformats.org/officeDocument/2006/relationships/image" Target="../media/image2.svg"/><Relationship Id="rId2" Type="http://schemas.openxmlformats.org/officeDocument/2006/relationships/slideMaster" Target="../slideMasters/slideMaster1.xml"/><Relationship Id="rId1" Type="http://schemas.openxmlformats.org/officeDocument/2006/relationships/tags" Target="../tags/tag1.xml"/><Relationship Id="rId6" Type="http://schemas.openxmlformats.org/officeDocument/2006/relationships/image" Target="../media/image1.png"/><Relationship Id="rId5" Type="http://schemas.openxmlformats.org/officeDocument/2006/relationships/image" Target="../media/image27.svg"/><Relationship Id="rId4" Type="http://schemas.openxmlformats.org/officeDocument/2006/relationships/image" Target="../media/image26.png"/></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9.png"/><Relationship Id="rId1" Type="http://schemas.openxmlformats.org/officeDocument/2006/relationships/slideMaster" Target="../slideMasters/slideMaster1.xml"/><Relationship Id="rId4" Type="http://schemas.openxmlformats.org/officeDocument/2006/relationships/image" Target="../media/image30.sv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bit.ly/AF-PPT" TargetMode="External"/><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bit.ly/AF-PPT" TargetMode="External"/><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hyperlink" Target="https://bit.ly/BM-PPT" TargetMode="External"/><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44.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32.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hyperlink" Target="https://bit.ly/AF-PPT" TargetMode="External"/><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bit.ly/BM-PPT" TargetMode="External"/><Relationship Id="rId1" Type="http://schemas.openxmlformats.org/officeDocument/2006/relationships/slideMaster" Target="../slideMasters/slideMaster1.xml"/><Relationship Id="rId5" Type="http://schemas.openxmlformats.org/officeDocument/2006/relationships/image" Target="../media/image34.svg"/><Relationship Id="rId4" Type="http://schemas.openxmlformats.org/officeDocument/2006/relationships/image" Target="../media/image1.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hyperlink" Target="https://bit.ly/BM-PPT" TargetMode="External"/><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bit.ly/AF-PPT" TargetMode="External"/><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36.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jpe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bwMode="blackGray">
      <p:bgPr>
        <a:solidFill>
          <a:schemeClr val="accent1"/>
        </a:solidFill>
        <a:effectLst/>
      </p:bgPr>
    </p:bg>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3BA1F167-56BD-4B77-8666-3D1AD71B61D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white">
          <a:xfrm>
            <a:off x="8834371" y="6143438"/>
            <a:ext cx="3020706" cy="459760"/>
          </a:xfrm>
          <a:prstGeom prst="rect">
            <a:avLst/>
          </a:prstGeom>
        </p:spPr>
      </p:pic>
      <p:sp>
        <p:nvSpPr>
          <p:cNvPr id="2" name="Title 1">
            <a:extLst>
              <a:ext uri="{FF2B5EF4-FFF2-40B4-BE49-F238E27FC236}">
                <a16:creationId xmlns:a16="http://schemas.microsoft.com/office/drawing/2014/main" id="{4D86A160-27B7-4B9E-9FF6-494B710B765B}"/>
              </a:ext>
            </a:extLst>
          </p:cNvPr>
          <p:cNvSpPr>
            <a:spLocks noGrp="1"/>
          </p:cNvSpPr>
          <p:nvPr userDrawn="1">
            <p:ph type="ctrTitle" hasCustomPrompt="1"/>
          </p:nvPr>
        </p:nvSpPr>
        <p:spPr bwMode="white">
          <a:xfrm>
            <a:off x="1892255" y="2379203"/>
            <a:ext cx="7968516" cy="1688636"/>
          </a:xfrm>
        </p:spPr>
        <p:txBody>
          <a:bodyPr anchor="b"/>
          <a:lstStyle>
            <a:lvl1pPr algn="l">
              <a:lnSpc>
                <a:spcPct val="80000"/>
              </a:lnSpc>
              <a:defRPr sz="6000" b="1" i="0" cap="all" spc="0" baseline="0">
                <a:solidFill>
                  <a:schemeClr val="tx1">
                    <a:lumMod val="95000"/>
                  </a:schemeClr>
                </a:solidFill>
                <a:latin typeface="+mj-lt"/>
              </a:defRPr>
            </a:lvl1pPr>
          </a:lstStyle>
          <a:p>
            <a:r>
              <a:rPr lang="en-US"/>
              <a:t>Title Slide OPTION 1</a:t>
            </a:r>
          </a:p>
        </p:txBody>
      </p:sp>
      <p:sp>
        <p:nvSpPr>
          <p:cNvPr id="3" name="Subtitle 2">
            <a:extLst>
              <a:ext uri="{FF2B5EF4-FFF2-40B4-BE49-F238E27FC236}">
                <a16:creationId xmlns:a16="http://schemas.microsoft.com/office/drawing/2014/main" id="{99610187-F1A6-49D9-B491-6AF972609DF0}"/>
              </a:ext>
            </a:extLst>
          </p:cNvPr>
          <p:cNvSpPr>
            <a:spLocks noGrp="1"/>
          </p:cNvSpPr>
          <p:nvPr userDrawn="1">
            <p:ph type="subTitle" idx="1" hasCustomPrompt="1"/>
          </p:nvPr>
        </p:nvSpPr>
        <p:spPr bwMode="white">
          <a:xfrm>
            <a:off x="1932840" y="4175887"/>
            <a:ext cx="2295940" cy="467139"/>
          </a:xfrm>
        </p:spPr>
        <p:txBody>
          <a:bodyPr/>
          <a:lstStyle>
            <a:lvl1pPr marL="0" indent="0" algn="l">
              <a:spcBef>
                <a:spcPts val="0"/>
              </a:spcBef>
              <a:buNone/>
              <a:defRPr sz="1200" b="1" cap="all" baseline="0">
                <a:solidFill>
                  <a:schemeClr val="tx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 and/or </a:t>
            </a:r>
            <a:br>
              <a:rPr lang="en-US"/>
            </a:br>
            <a:r>
              <a:rPr lang="en-US"/>
              <a:t>Presenter name</a:t>
            </a:r>
          </a:p>
        </p:txBody>
      </p:sp>
      <p:pic>
        <p:nvPicPr>
          <p:cNvPr id="6" name="Picture 5">
            <a:extLst>
              <a:ext uri="{FF2B5EF4-FFF2-40B4-BE49-F238E27FC236}">
                <a16:creationId xmlns:a16="http://schemas.microsoft.com/office/drawing/2014/main" id="{EFB9ECE2-5163-9D04-E983-0F2B0EE4E4BB}"/>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69692" r="-270"/>
          <a:stretch/>
        </p:blipFill>
        <p:spPr>
          <a:xfrm>
            <a:off x="0" y="0"/>
            <a:ext cx="1572768" cy="6858000"/>
          </a:xfrm>
          <a:prstGeom prst="rect">
            <a:avLst/>
          </a:prstGeom>
        </p:spPr>
      </p:pic>
    </p:spTree>
    <p:extLst>
      <p:ext uri="{BB962C8B-B14F-4D97-AF65-F5344CB8AC3E}">
        <p14:creationId xmlns:p14="http://schemas.microsoft.com/office/powerpoint/2010/main" val="23017340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Option 2">
    <p:bg bwMode="blackGray">
      <p:bgPr>
        <a:solidFill>
          <a:schemeClr val="accent1"/>
        </a:solidFill>
        <a:effectLst/>
      </p:bgPr>
    </p:bg>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3BA1F167-56BD-4B77-8666-3D1AD71B61D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white">
          <a:xfrm>
            <a:off x="8834371" y="6143438"/>
            <a:ext cx="3020706" cy="459760"/>
          </a:xfrm>
          <a:prstGeom prst="rect">
            <a:avLst/>
          </a:prstGeom>
        </p:spPr>
      </p:pic>
      <p:sp>
        <p:nvSpPr>
          <p:cNvPr id="2" name="Title 1">
            <a:extLst>
              <a:ext uri="{FF2B5EF4-FFF2-40B4-BE49-F238E27FC236}">
                <a16:creationId xmlns:a16="http://schemas.microsoft.com/office/drawing/2014/main" id="{4D86A160-27B7-4B9E-9FF6-494B710B765B}"/>
              </a:ext>
            </a:extLst>
          </p:cNvPr>
          <p:cNvSpPr>
            <a:spLocks noGrp="1"/>
          </p:cNvSpPr>
          <p:nvPr userDrawn="1">
            <p:ph type="ctrTitle" hasCustomPrompt="1"/>
          </p:nvPr>
        </p:nvSpPr>
        <p:spPr bwMode="white">
          <a:xfrm>
            <a:off x="1892255" y="2379203"/>
            <a:ext cx="7968516" cy="1688636"/>
          </a:xfrm>
        </p:spPr>
        <p:txBody>
          <a:bodyPr anchor="b"/>
          <a:lstStyle>
            <a:lvl1pPr algn="l">
              <a:lnSpc>
                <a:spcPct val="80000"/>
              </a:lnSpc>
              <a:defRPr sz="6000" b="1" i="0" cap="all" spc="0" baseline="0">
                <a:solidFill>
                  <a:schemeClr val="tx1">
                    <a:lumMod val="95000"/>
                  </a:schemeClr>
                </a:solidFill>
                <a:latin typeface="+mj-lt"/>
              </a:defRPr>
            </a:lvl1pPr>
          </a:lstStyle>
          <a:p>
            <a:r>
              <a:rPr lang="en-US"/>
              <a:t>Title Slide Option 2</a:t>
            </a:r>
          </a:p>
        </p:txBody>
      </p:sp>
      <p:sp>
        <p:nvSpPr>
          <p:cNvPr id="3" name="Subtitle 2">
            <a:extLst>
              <a:ext uri="{FF2B5EF4-FFF2-40B4-BE49-F238E27FC236}">
                <a16:creationId xmlns:a16="http://schemas.microsoft.com/office/drawing/2014/main" id="{99610187-F1A6-49D9-B491-6AF972609DF0}"/>
              </a:ext>
            </a:extLst>
          </p:cNvPr>
          <p:cNvSpPr>
            <a:spLocks noGrp="1"/>
          </p:cNvSpPr>
          <p:nvPr userDrawn="1">
            <p:ph type="subTitle" idx="1" hasCustomPrompt="1"/>
          </p:nvPr>
        </p:nvSpPr>
        <p:spPr bwMode="white">
          <a:xfrm>
            <a:off x="1932840" y="4175887"/>
            <a:ext cx="2295940" cy="467139"/>
          </a:xfrm>
        </p:spPr>
        <p:txBody>
          <a:bodyPr/>
          <a:lstStyle>
            <a:lvl1pPr marL="0" indent="0" algn="l">
              <a:spcBef>
                <a:spcPts val="0"/>
              </a:spcBef>
              <a:buNone/>
              <a:defRPr sz="1200" b="1" cap="all" baseline="0">
                <a:solidFill>
                  <a:schemeClr val="tx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 and/or </a:t>
            </a:r>
            <a:br>
              <a:rPr lang="en-US"/>
            </a:br>
            <a:r>
              <a:rPr lang="en-US"/>
              <a:t>Presenter name</a:t>
            </a:r>
          </a:p>
        </p:txBody>
      </p:sp>
      <p:pic>
        <p:nvPicPr>
          <p:cNvPr id="5" name="Picture 4">
            <a:extLst>
              <a:ext uri="{FF2B5EF4-FFF2-40B4-BE49-F238E27FC236}">
                <a16:creationId xmlns:a16="http://schemas.microsoft.com/office/drawing/2014/main" id="{D12329B9-DD17-CA63-4289-7F63494F647E}"/>
              </a:ext>
            </a:extLst>
          </p:cNvPr>
          <p:cNvPicPr>
            <a:picLocks noChangeAspect="1"/>
          </p:cNvPicPr>
          <p:nvPr userDrawn="1"/>
        </p:nvPicPr>
        <p:blipFill>
          <a:blip r:embed="rId4"/>
          <a:stretch>
            <a:fillRect/>
          </a:stretch>
        </p:blipFill>
        <p:spPr>
          <a:xfrm flipV="1">
            <a:off x="0" y="0"/>
            <a:ext cx="1572768" cy="6858000"/>
          </a:xfrm>
          <a:prstGeom prst="rect">
            <a:avLst/>
          </a:prstGeom>
        </p:spPr>
      </p:pic>
    </p:spTree>
    <p:extLst>
      <p:ext uri="{BB962C8B-B14F-4D97-AF65-F5344CB8AC3E}">
        <p14:creationId xmlns:p14="http://schemas.microsoft.com/office/powerpoint/2010/main" val="1749591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Option 3">
    <p:bg bwMode="blackGray">
      <p:bgPr>
        <a:solidFill>
          <a:schemeClr val="accent2"/>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BA1D67-94EA-C52D-5C55-E91F520335B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0"/>
            <a:ext cx="12191998" cy="6857999"/>
          </a:xfrm>
          <a:prstGeom prst="rect">
            <a:avLst/>
          </a:prstGeom>
        </p:spPr>
      </p:pic>
      <p:sp>
        <p:nvSpPr>
          <p:cNvPr id="16" name="Rectangle 15">
            <a:extLst>
              <a:ext uri="{FF2B5EF4-FFF2-40B4-BE49-F238E27FC236}">
                <a16:creationId xmlns:a16="http://schemas.microsoft.com/office/drawing/2014/main" id="{78902215-CAB0-FE3E-6DF6-4E886AE6C650}"/>
              </a:ext>
            </a:extLst>
          </p:cNvPr>
          <p:cNvSpPr/>
          <p:nvPr userDrawn="1"/>
        </p:nvSpPr>
        <p:spPr>
          <a:xfrm>
            <a:off x="0" y="626806"/>
            <a:ext cx="12192000" cy="5604387"/>
          </a:xfrm>
          <a:prstGeom prst="rect">
            <a:avLst/>
          </a:prstGeom>
          <a:solidFill>
            <a:srgbClr val="6E38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17" name="Title 1">
            <a:extLst>
              <a:ext uri="{FF2B5EF4-FFF2-40B4-BE49-F238E27FC236}">
                <a16:creationId xmlns:a16="http://schemas.microsoft.com/office/drawing/2014/main" id="{D0C7D952-3A0A-3DB9-9D96-7BBCA01A9217}"/>
              </a:ext>
            </a:extLst>
          </p:cNvPr>
          <p:cNvSpPr>
            <a:spLocks noGrp="1"/>
          </p:cNvSpPr>
          <p:nvPr>
            <p:ph type="ctrTitle" hasCustomPrompt="1"/>
          </p:nvPr>
        </p:nvSpPr>
        <p:spPr bwMode="white">
          <a:xfrm>
            <a:off x="5762309" y="1993261"/>
            <a:ext cx="5006913" cy="2387053"/>
          </a:xfrm>
        </p:spPr>
        <p:txBody>
          <a:bodyPr anchor="b"/>
          <a:lstStyle>
            <a:lvl1pPr algn="l">
              <a:lnSpc>
                <a:spcPct val="80000"/>
              </a:lnSpc>
              <a:defRPr sz="6000" b="1" i="0" cap="all" spc="0" baseline="0">
                <a:solidFill>
                  <a:schemeClr val="tx1">
                    <a:lumMod val="95000"/>
                  </a:schemeClr>
                </a:solidFill>
                <a:latin typeface="+mj-lt"/>
              </a:defRPr>
            </a:lvl1pPr>
          </a:lstStyle>
          <a:p>
            <a:r>
              <a:rPr lang="en-US"/>
              <a:t>TITLE SLIDE OPTION 3</a:t>
            </a:r>
          </a:p>
        </p:txBody>
      </p:sp>
      <p:sp>
        <p:nvSpPr>
          <p:cNvPr id="18" name="Subtitle 2">
            <a:extLst>
              <a:ext uri="{FF2B5EF4-FFF2-40B4-BE49-F238E27FC236}">
                <a16:creationId xmlns:a16="http://schemas.microsoft.com/office/drawing/2014/main" id="{8D221A62-5C6A-EA86-8CF3-17DDB982C4B0}"/>
              </a:ext>
            </a:extLst>
          </p:cNvPr>
          <p:cNvSpPr>
            <a:spLocks noGrp="1"/>
          </p:cNvSpPr>
          <p:nvPr>
            <p:ph type="subTitle" idx="1" hasCustomPrompt="1"/>
          </p:nvPr>
        </p:nvSpPr>
        <p:spPr bwMode="white">
          <a:xfrm>
            <a:off x="5802894" y="4488362"/>
            <a:ext cx="2295940" cy="467139"/>
          </a:xfrm>
        </p:spPr>
        <p:txBody>
          <a:bodyPr/>
          <a:lstStyle>
            <a:lvl1pPr marL="0" indent="0" algn="l">
              <a:spcBef>
                <a:spcPts val="0"/>
              </a:spcBef>
              <a:buNone/>
              <a:defRPr sz="1200" b="1" cap="all" baseline="0">
                <a:solidFill>
                  <a:schemeClr val="tx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 and/or </a:t>
            </a:r>
            <a:br>
              <a:rPr lang="en-US"/>
            </a:br>
            <a:r>
              <a:rPr lang="en-US"/>
              <a:t>Presenter name</a:t>
            </a:r>
          </a:p>
        </p:txBody>
      </p:sp>
      <p:pic>
        <p:nvPicPr>
          <p:cNvPr id="21" name="Graphic 20">
            <a:extLst>
              <a:ext uri="{FF2B5EF4-FFF2-40B4-BE49-F238E27FC236}">
                <a16:creationId xmlns:a16="http://schemas.microsoft.com/office/drawing/2014/main" id="{3835D876-733F-5EE7-319F-98FB81776389}"/>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bwMode="white">
          <a:xfrm>
            <a:off x="8720662" y="5536856"/>
            <a:ext cx="3020706" cy="459760"/>
          </a:xfrm>
          <a:prstGeom prst="rect">
            <a:avLst/>
          </a:prstGeom>
        </p:spPr>
      </p:pic>
      <p:sp>
        <p:nvSpPr>
          <p:cNvPr id="20" name="Picture Placeholder 4">
            <a:extLst>
              <a:ext uri="{FF2B5EF4-FFF2-40B4-BE49-F238E27FC236}">
                <a16:creationId xmlns:a16="http://schemas.microsoft.com/office/drawing/2014/main" id="{777FAC52-4B8C-8F34-652E-B166AB050DC7}"/>
              </a:ext>
            </a:extLst>
          </p:cNvPr>
          <p:cNvSpPr>
            <a:spLocks noGrp="1"/>
          </p:cNvSpPr>
          <p:nvPr>
            <p:ph type="pic" sz="quarter" idx="10" hasCustomPrompt="1"/>
          </p:nvPr>
        </p:nvSpPr>
        <p:spPr>
          <a:xfrm>
            <a:off x="-1" y="0"/>
            <a:ext cx="4927600" cy="6858000"/>
          </a:xfrm>
          <a:prstGeom prst="rect">
            <a:avLst/>
          </a:prstGeom>
          <a:ln>
            <a:noFill/>
          </a:ln>
        </p:spPr>
        <p:txBody>
          <a:bodyPr bIns="822960" anchor="ctr"/>
          <a:lstStyle>
            <a:lvl1pPr marL="0" indent="0" algn="ctr">
              <a:buNone/>
              <a:defRPr/>
            </a:lvl1pPr>
          </a:lstStyle>
          <a:p>
            <a:r>
              <a:rPr lang="en-US"/>
              <a:t>Click the Icon to Insert Image</a:t>
            </a:r>
          </a:p>
        </p:txBody>
      </p:sp>
      <p:sp>
        <p:nvSpPr>
          <p:cNvPr id="10" name="TextBox 9">
            <a:extLst>
              <a:ext uri="{FF2B5EF4-FFF2-40B4-BE49-F238E27FC236}">
                <a16:creationId xmlns:a16="http://schemas.microsoft.com/office/drawing/2014/main" id="{9F9D70AC-D8FF-462D-9825-7286BEBF1923}"/>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2D2926"/>
                </a:solidFill>
                <a:effectLst/>
                <a:uLnTx/>
                <a:uFillTx/>
              </a:rPr>
              <a:t>TEMPLATE NOTES </a:t>
            </a:r>
            <a:br>
              <a:rPr kumimoji="0" lang="en-US" sz="900" b="1" i="0" u="none" strike="noStrike" kern="0" cap="none" spc="0" normalizeH="0" baseline="0" noProof="0">
                <a:ln>
                  <a:noFill/>
                </a:ln>
                <a:solidFill>
                  <a:srgbClr val="2D2926"/>
                </a:solidFill>
                <a:effectLst/>
                <a:uLnTx/>
                <a:uFillTx/>
              </a:rPr>
            </a:br>
            <a:r>
              <a:rPr kumimoji="0" lang="en-US" sz="900" b="0" i="1" u="none" strike="noStrike" kern="0" cap="none" spc="0" normalizeH="0" baseline="0" noProof="0">
                <a:ln>
                  <a:noFill/>
                </a:ln>
                <a:solidFill>
                  <a:srgbClr val="2D2926"/>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2D2926"/>
                </a:solidFill>
                <a:effectLst/>
                <a:uLnTx/>
                <a:uFillTx/>
              </a:rPr>
              <a:t>For a library of presentation-ready images, visit the library on SharePoint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Marketing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Documents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Design Resources &gt;  PowerPoint Templates &gt; Anytime Fitness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PPT Image Library.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Or, simply type in this URL: </a:t>
            </a:r>
            <a:r>
              <a:rPr kumimoji="0" lang="en-US" sz="900" b="0" i="0" u="none" strike="noStrike" kern="0" cap="none" spc="0" normalizeH="0" baseline="0" noProof="0">
                <a:ln>
                  <a:noFill/>
                </a:ln>
                <a:solidFill>
                  <a:srgbClr val="FF9800"/>
                </a:solidFill>
                <a:effectLst/>
                <a:uLnTx/>
                <a:uFillTx/>
                <a:hlinkClick r:id="rId5">
                  <a:extLst>
                    <a:ext uri="{A12FA001-AC4F-418D-AE19-62706E023703}">
                      <ahyp:hlinkClr xmlns:ahyp="http://schemas.microsoft.com/office/drawing/2018/hyperlinkcolor" val="tx"/>
                    </a:ext>
                  </a:extLst>
                </a:hlinkClick>
              </a:rPr>
              <a:t>bit.ly/AF-PPT</a:t>
            </a:r>
            <a:r>
              <a:rPr kumimoji="0" lang="en-US" sz="900" b="0" i="0" u="none" strike="noStrike" kern="0" cap="none" spc="0" normalizeH="0" baseline="0" noProof="0">
                <a:ln>
                  <a:noFill/>
                </a:ln>
                <a:solidFill>
                  <a:srgbClr val="FF9800"/>
                </a:solidFill>
                <a:effectLst/>
                <a:uLnTx/>
                <a:uFillTx/>
              </a:rPr>
              <a:t> </a:t>
            </a:r>
            <a:endParaRPr kumimoji="0" lang="en-US" sz="900" b="0" i="1" u="none" strike="noStrike" kern="0" cap="none" spc="0" normalizeH="0" baseline="0" noProof="0">
              <a:ln>
                <a:noFill/>
              </a:ln>
              <a:solidFill>
                <a:srgbClr val="FF98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p:txBody>
      </p:sp>
      <p:sp>
        <p:nvSpPr>
          <p:cNvPr id="19" name="TextBox 18">
            <a:extLst>
              <a:ext uri="{FF2B5EF4-FFF2-40B4-BE49-F238E27FC236}">
                <a16:creationId xmlns:a16="http://schemas.microsoft.com/office/drawing/2014/main" id="{BDD7568E-CB3A-DCFC-9AB9-F9930F412855}"/>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2D2926"/>
                </a:solidFill>
                <a:effectLst/>
                <a:uLnTx/>
                <a:uFillTx/>
              </a:rPr>
              <a:t>TEMPLATE NOTES </a:t>
            </a:r>
            <a:br>
              <a:rPr kumimoji="0" lang="en-US" sz="900" b="1" i="0" u="none" strike="noStrike" kern="0" cap="none" spc="0" normalizeH="0" baseline="0" noProof="0">
                <a:ln>
                  <a:noFill/>
                </a:ln>
                <a:solidFill>
                  <a:srgbClr val="2D2926"/>
                </a:solidFill>
                <a:effectLst/>
                <a:uLnTx/>
                <a:uFillTx/>
              </a:rPr>
            </a:br>
            <a:r>
              <a:rPr kumimoji="0" lang="en-US" sz="900" b="0" i="1" u="none" strike="noStrike" kern="0" cap="none" spc="0" normalizeH="0" baseline="0" noProof="0">
                <a:ln>
                  <a:noFill/>
                </a:ln>
                <a:solidFill>
                  <a:srgbClr val="2D2926"/>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2D2926"/>
                </a:solidFill>
                <a:effectLst/>
                <a:uLnTx/>
                <a:uFillTx/>
              </a:rPr>
              <a:t>For a library of presentation-ready images, visit the library on SharePoint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Marketing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Documents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Design Resources &gt;  PowerPoint Templates &gt; Anytime Fitness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PPT Image Library.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Or, simply type in this URL: </a:t>
            </a:r>
            <a:r>
              <a:rPr kumimoji="0" lang="en-US" sz="900" b="0" i="0" u="none" strike="noStrike" kern="0" cap="none" spc="0" normalizeH="0" baseline="0" noProof="0">
                <a:ln>
                  <a:noFill/>
                </a:ln>
                <a:solidFill>
                  <a:srgbClr val="FF9800"/>
                </a:solidFill>
                <a:effectLst/>
                <a:uLnTx/>
                <a:uFillTx/>
                <a:hlinkClick r:id="rId5">
                  <a:extLst>
                    <a:ext uri="{A12FA001-AC4F-418D-AE19-62706E023703}">
                      <ahyp:hlinkClr xmlns:ahyp="http://schemas.microsoft.com/office/drawing/2018/hyperlinkcolor" val="tx"/>
                    </a:ext>
                  </a:extLst>
                </a:hlinkClick>
              </a:rPr>
              <a:t>bit.ly/AF-PPT</a:t>
            </a:r>
            <a:r>
              <a:rPr kumimoji="0" lang="en-US" sz="900" b="0" i="0" u="none" strike="noStrike" kern="0" cap="none" spc="0" normalizeH="0" baseline="0" noProof="0">
                <a:ln>
                  <a:noFill/>
                </a:ln>
                <a:solidFill>
                  <a:srgbClr val="FF9800"/>
                </a:solidFill>
                <a:effectLst/>
                <a:uLnTx/>
                <a:uFillTx/>
              </a:rPr>
              <a:t> </a:t>
            </a:r>
            <a:endParaRPr kumimoji="0" lang="en-US" sz="900" b="0" i="1" u="none" strike="noStrike" kern="0" cap="none" spc="0" normalizeH="0" baseline="0" noProof="0">
              <a:ln>
                <a:noFill/>
              </a:ln>
              <a:solidFill>
                <a:srgbClr val="FF98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p:txBody>
      </p:sp>
    </p:spTree>
    <p:extLst>
      <p:ext uri="{BB962C8B-B14F-4D97-AF65-F5344CB8AC3E}">
        <p14:creationId xmlns:p14="http://schemas.microsoft.com/office/powerpoint/2010/main" val="7185679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Option 4">
    <p:bg bwMode="blackGray">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DBE3CDF-161F-4F63-B869-C988AD61EC40}"/>
              </a:ext>
            </a:extLst>
          </p:cNvPr>
          <p:cNvSpPr/>
          <p:nvPr userDrawn="1"/>
        </p:nvSpPr>
        <p:spPr bwMode="white">
          <a:xfrm>
            <a:off x="-1" y="0"/>
            <a:ext cx="12192001" cy="6857999"/>
          </a:xfrm>
          <a:prstGeom prst="rect">
            <a:avLst/>
          </a:prstGeom>
          <a:gradFill flip="none" rotWithShape="1">
            <a:gsLst>
              <a:gs pos="45000">
                <a:schemeClr val="bg2">
                  <a:alpha val="0"/>
                </a:schemeClr>
              </a:gs>
              <a:gs pos="99000">
                <a:schemeClr val="bg2">
                  <a:alpha val="71792"/>
                </a:schemeClr>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86A160-27B7-4B9E-9FF6-494B710B765B}"/>
              </a:ext>
            </a:extLst>
          </p:cNvPr>
          <p:cNvSpPr>
            <a:spLocks noGrp="1"/>
          </p:cNvSpPr>
          <p:nvPr userDrawn="1">
            <p:ph type="ctrTitle" hasCustomPrompt="1"/>
          </p:nvPr>
        </p:nvSpPr>
        <p:spPr bwMode="white">
          <a:xfrm>
            <a:off x="992604" y="1993261"/>
            <a:ext cx="5006913" cy="2387053"/>
          </a:xfrm>
        </p:spPr>
        <p:txBody>
          <a:bodyPr anchor="b"/>
          <a:lstStyle>
            <a:lvl1pPr algn="l">
              <a:lnSpc>
                <a:spcPct val="80000"/>
              </a:lnSpc>
              <a:defRPr sz="6000" b="1" i="0" cap="all" spc="0" baseline="0">
                <a:solidFill>
                  <a:schemeClr val="tx1"/>
                </a:solidFill>
                <a:latin typeface="+mj-lt"/>
              </a:defRPr>
            </a:lvl1pPr>
          </a:lstStyle>
          <a:p>
            <a:r>
              <a:rPr lang="en-US"/>
              <a:t>TITLE SLIDE OPTION 4</a:t>
            </a:r>
          </a:p>
        </p:txBody>
      </p:sp>
      <p:sp>
        <p:nvSpPr>
          <p:cNvPr id="3" name="Subtitle 2">
            <a:extLst>
              <a:ext uri="{FF2B5EF4-FFF2-40B4-BE49-F238E27FC236}">
                <a16:creationId xmlns:a16="http://schemas.microsoft.com/office/drawing/2014/main" id="{99610187-F1A6-49D9-B491-6AF972609DF0}"/>
              </a:ext>
            </a:extLst>
          </p:cNvPr>
          <p:cNvSpPr>
            <a:spLocks noGrp="1"/>
          </p:cNvSpPr>
          <p:nvPr userDrawn="1">
            <p:ph type="subTitle" idx="1" hasCustomPrompt="1"/>
          </p:nvPr>
        </p:nvSpPr>
        <p:spPr bwMode="white">
          <a:xfrm>
            <a:off x="1033189" y="4488362"/>
            <a:ext cx="2295940" cy="467139"/>
          </a:xfrm>
        </p:spPr>
        <p:txBody>
          <a:bodyPr/>
          <a:lstStyle>
            <a:lvl1pPr marL="0" indent="0" algn="l">
              <a:spcBef>
                <a:spcPts val="0"/>
              </a:spcBef>
              <a:buNone/>
              <a:defRPr sz="1200" b="1" cap="all"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 and/or </a:t>
            </a:r>
            <a:br>
              <a:rPr lang="en-US"/>
            </a:br>
            <a:r>
              <a:rPr lang="en-US"/>
              <a:t>Presenter name</a:t>
            </a:r>
          </a:p>
        </p:txBody>
      </p:sp>
      <p:sp>
        <p:nvSpPr>
          <p:cNvPr id="9" name="TextBox 8">
            <a:extLst>
              <a:ext uri="{FF2B5EF4-FFF2-40B4-BE49-F238E27FC236}">
                <a16:creationId xmlns:a16="http://schemas.microsoft.com/office/drawing/2014/main" id="{AB44BF94-F536-426E-A3E5-B1F662975588}"/>
              </a:ext>
            </a:extLst>
          </p:cNvPr>
          <p:cNvSpPr txBox="1"/>
          <p:nvPr userDrawn="1"/>
        </p:nvSpPr>
        <p:spPr>
          <a:xfrm>
            <a:off x="-1377387" y="5251"/>
            <a:ext cx="1319384" cy="2908489"/>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To change the image, right-click on the image and choose “Format Background.” Select Picture or Texture Fill. Select a Full-Image-Slide approved image from the library on SharePoint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Marketing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Documents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Design Resources &gt;  PowerPoint Templates &gt; </a:t>
            </a:r>
            <a:r>
              <a:rPr lang="en-US" sz="900">
                <a:solidFill>
                  <a:schemeClr val="bg1"/>
                </a:solidFill>
              </a:rPr>
              <a:t>Anytime Fitness </a:t>
            </a:r>
            <a:r>
              <a:rPr kumimoji="0" lang="en-US" sz="900" b="0" i="0" u="none" strike="noStrike" kern="0" cap="none" spc="0" normalizeH="0" baseline="0" noProof="0">
                <a:ln>
                  <a:noFill/>
                </a:ln>
                <a:solidFill>
                  <a:srgbClr val="161614"/>
                </a:solidFill>
                <a:effectLst/>
                <a:uLnTx/>
                <a:uFillTx/>
              </a:rPr>
              <a:t>&gt;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PPT Image Library.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Or, simply type in this URL: </a:t>
            </a:r>
            <a:r>
              <a:rPr lang="en-US" sz="900">
                <a:hlinkClick r:id="rId3"/>
              </a:rPr>
              <a:t>bit.ly/AF-PPT</a:t>
            </a:r>
            <a:r>
              <a:rPr lang="en-US" sz="900"/>
              <a:t> </a:t>
            </a:r>
            <a:endParaRPr lang="en-US" sz="900" i="1"/>
          </a:p>
        </p:txBody>
      </p:sp>
      <p:pic>
        <p:nvPicPr>
          <p:cNvPr id="4" name="Graphic 3">
            <a:extLst>
              <a:ext uri="{FF2B5EF4-FFF2-40B4-BE49-F238E27FC236}">
                <a16:creationId xmlns:a16="http://schemas.microsoft.com/office/drawing/2014/main" id="{BCD01388-6E36-28FA-E617-B1D9179283BE}"/>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bwMode="white">
          <a:xfrm>
            <a:off x="7848253" y="6143438"/>
            <a:ext cx="3020706" cy="459760"/>
          </a:xfrm>
          <a:prstGeom prst="rect">
            <a:avLst/>
          </a:prstGeom>
        </p:spPr>
      </p:pic>
      <p:pic>
        <p:nvPicPr>
          <p:cNvPr id="6" name="Picture 5">
            <a:extLst>
              <a:ext uri="{FF2B5EF4-FFF2-40B4-BE49-F238E27FC236}">
                <a16:creationId xmlns:a16="http://schemas.microsoft.com/office/drawing/2014/main" id="{E31BDC9C-971B-5308-1AB6-187EEC2E2D2B}"/>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l="36305" t="19203" b="66164"/>
          <a:stretch/>
        </p:blipFill>
        <p:spPr>
          <a:xfrm rot="5400000">
            <a:off x="8281594" y="2947593"/>
            <a:ext cx="6857999" cy="962812"/>
          </a:xfrm>
          <a:prstGeom prst="rect">
            <a:avLst/>
          </a:prstGeom>
        </p:spPr>
      </p:pic>
    </p:spTree>
    <p:extLst>
      <p:ext uri="{BB962C8B-B14F-4D97-AF65-F5344CB8AC3E}">
        <p14:creationId xmlns:p14="http://schemas.microsoft.com/office/powerpoint/2010/main" val="41483163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Option 5">
    <p:bg bwMode="blackGray">
      <p:bgPr>
        <a:gradFill flip="none" rotWithShape="1">
          <a:gsLst>
            <a:gs pos="0">
              <a:schemeClr val="tx2"/>
            </a:gs>
            <a:gs pos="100000">
              <a:schemeClr val="accent2">
                <a:alpha val="77000"/>
              </a:schemeClr>
            </a:gs>
          </a:gsLst>
          <a:lin ang="8100000" scaled="1"/>
          <a:tileRect/>
        </a:gra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73975AB-C39D-F113-67A8-53AE25E554FE}"/>
              </a:ext>
            </a:extLst>
          </p:cNvPr>
          <p:cNvPicPr>
            <a:picLocks noChangeAspect="1"/>
          </p:cNvPicPr>
          <p:nvPr userDrawn="1"/>
        </p:nvPicPr>
        <p:blipFill>
          <a:blip r:embed="rId2">
            <a:extLst>
              <a:ext uri="{28A0092B-C50C-407E-A947-70E740481C1C}">
                <a14:useLocalDpi xmlns:a14="http://schemas.microsoft.com/office/drawing/2010/main" val="0"/>
              </a:ext>
            </a:extLst>
          </a:blip>
          <a:srcRect t="7812" b="7812"/>
          <a:stretch/>
        </p:blipFill>
        <p:spPr>
          <a:xfrm>
            <a:off x="0" y="0"/>
            <a:ext cx="12192000" cy="6858000"/>
          </a:xfrm>
          <a:prstGeom prst="rect">
            <a:avLst/>
          </a:prstGeom>
        </p:spPr>
      </p:pic>
      <p:sp>
        <p:nvSpPr>
          <p:cNvPr id="8" name="Rectangle 7">
            <a:extLst>
              <a:ext uri="{FF2B5EF4-FFF2-40B4-BE49-F238E27FC236}">
                <a16:creationId xmlns:a16="http://schemas.microsoft.com/office/drawing/2014/main" id="{A01D818B-3B83-4D74-85EC-C99BA16330A0}"/>
              </a:ext>
            </a:extLst>
          </p:cNvPr>
          <p:cNvSpPr/>
          <p:nvPr userDrawn="1"/>
        </p:nvSpPr>
        <p:spPr>
          <a:xfrm>
            <a:off x="663146" y="626806"/>
            <a:ext cx="11528854" cy="56043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11" name="Title 1">
            <a:extLst>
              <a:ext uri="{FF2B5EF4-FFF2-40B4-BE49-F238E27FC236}">
                <a16:creationId xmlns:a16="http://schemas.microsoft.com/office/drawing/2014/main" id="{FC7F0163-9D9F-91BB-815C-830A872A05A9}"/>
              </a:ext>
            </a:extLst>
          </p:cNvPr>
          <p:cNvSpPr>
            <a:spLocks noGrp="1"/>
          </p:cNvSpPr>
          <p:nvPr>
            <p:ph type="ctrTitle" hasCustomPrompt="1"/>
          </p:nvPr>
        </p:nvSpPr>
        <p:spPr bwMode="white">
          <a:xfrm>
            <a:off x="1035564" y="1465723"/>
            <a:ext cx="5006913" cy="2387053"/>
          </a:xfrm>
        </p:spPr>
        <p:txBody>
          <a:bodyPr anchor="b"/>
          <a:lstStyle>
            <a:lvl1pPr algn="l">
              <a:lnSpc>
                <a:spcPct val="80000"/>
              </a:lnSpc>
              <a:defRPr sz="6000" b="1" i="0" cap="all" spc="0" baseline="0">
                <a:solidFill>
                  <a:schemeClr val="tx1">
                    <a:lumMod val="95000"/>
                  </a:schemeClr>
                </a:solidFill>
                <a:latin typeface="+mj-lt"/>
              </a:defRPr>
            </a:lvl1pPr>
          </a:lstStyle>
          <a:p>
            <a:r>
              <a:rPr lang="en-US"/>
              <a:t>TITLE SLIDE OPTION 5</a:t>
            </a:r>
          </a:p>
        </p:txBody>
      </p:sp>
      <p:sp>
        <p:nvSpPr>
          <p:cNvPr id="12" name="Subtitle 2">
            <a:extLst>
              <a:ext uri="{FF2B5EF4-FFF2-40B4-BE49-F238E27FC236}">
                <a16:creationId xmlns:a16="http://schemas.microsoft.com/office/drawing/2014/main" id="{C8218589-BB24-711A-CE8D-82F347A48447}"/>
              </a:ext>
            </a:extLst>
          </p:cNvPr>
          <p:cNvSpPr>
            <a:spLocks noGrp="1"/>
          </p:cNvSpPr>
          <p:nvPr>
            <p:ph type="subTitle" idx="1" hasCustomPrompt="1"/>
          </p:nvPr>
        </p:nvSpPr>
        <p:spPr bwMode="white">
          <a:xfrm>
            <a:off x="1058564" y="3960824"/>
            <a:ext cx="2295940" cy="467139"/>
          </a:xfrm>
        </p:spPr>
        <p:txBody>
          <a:bodyPr/>
          <a:lstStyle>
            <a:lvl1pPr marL="0" indent="0" algn="l">
              <a:spcBef>
                <a:spcPts val="0"/>
              </a:spcBef>
              <a:buNone/>
              <a:defRPr sz="1200" b="1" cap="all" baseline="0">
                <a:solidFill>
                  <a:schemeClr val="tx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 and/or </a:t>
            </a:r>
            <a:br>
              <a:rPr lang="en-US"/>
            </a:br>
            <a:r>
              <a:rPr lang="en-US"/>
              <a:t>Presenter name</a:t>
            </a:r>
          </a:p>
        </p:txBody>
      </p:sp>
      <p:sp>
        <p:nvSpPr>
          <p:cNvPr id="14" name="TextBox 13">
            <a:extLst>
              <a:ext uri="{FF2B5EF4-FFF2-40B4-BE49-F238E27FC236}">
                <a16:creationId xmlns:a16="http://schemas.microsoft.com/office/drawing/2014/main" id="{9218F55F-1F8C-DB81-4A38-95C5D49121AF}"/>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2D2926"/>
                </a:solidFill>
                <a:effectLst/>
                <a:uLnTx/>
                <a:uFillTx/>
              </a:rPr>
              <a:t>TEMPLATE NOTES </a:t>
            </a:r>
            <a:br>
              <a:rPr kumimoji="0" lang="en-US" sz="900" b="1" i="0" u="none" strike="noStrike" kern="0" cap="none" spc="0" normalizeH="0" baseline="0" noProof="0">
                <a:ln>
                  <a:noFill/>
                </a:ln>
                <a:solidFill>
                  <a:srgbClr val="2D2926"/>
                </a:solidFill>
                <a:effectLst/>
                <a:uLnTx/>
                <a:uFillTx/>
              </a:rPr>
            </a:br>
            <a:r>
              <a:rPr kumimoji="0" lang="en-US" sz="900" b="0" i="1" u="none" strike="noStrike" kern="0" cap="none" spc="0" normalizeH="0" baseline="0" noProof="0">
                <a:ln>
                  <a:noFill/>
                </a:ln>
                <a:solidFill>
                  <a:srgbClr val="2D2926"/>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2D2926"/>
                </a:solidFill>
                <a:effectLst/>
                <a:uLnTx/>
                <a:uFillTx/>
              </a:rPr>
              <a:t>For a library of presentation-ready images, visit the library on SharePoint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Marketing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Documents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Design Resources &gt;  PowerPoint Templates &gt; Anytime Fitness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PPT Image Library.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Or, simply type in this URL: </a:t>
            </a:r>
            <a:r>
              <a:rPr kumimoji="0" lang="en-US" sz="900" b="0" i="0" u="none" strike="noStrike" kern="0" cap="none" spc="0" normalizeH="0" baseline="0" noProof="0">
                <a:ln>
                  <a:noFill/>
                </a:ln>
                <a:solidFill>
                  <a:srgbClr val="FF9800"/>
                </a:solidFill>
                <a:effectLst/>
                <a:uLnTx/>
                <a:uFillTx/>
                <a:hlinkClick r:id="rId3">
                  <a:extLst>
                    <a:ext uri="{A12FA001-AC4F-418D-AE19-62706E023703}">
                      <ahyp:hlinkClr xmlns:ahyp="http://schemas.microsoft.com/office/drawing/2018/hyperlinkcolor" val="tx"/>
                    </a:ext>
                  </a:extLst>
                </a:hlinkClick>
              </a:rPr>
              <a:t>bit.ly/AF-PPT</a:t>
            </a:r>
            <a:r>
              <a:rPr kumimoji="0" lang="en-US" sz="900" b="0" i="0" u="none" strike="noStrike" kern="0" cap="none" spc="0" normalizeH="0" baseline="0" noProof="0">
                <a:ln>
                  <a:noFill/>
                </a:ln>
                <a:solidFill>
                  <a:srgbClr val="FF9800"/>
                </a:solidFill>
                <a:effectLst/>
                <a:uLnTx/>
                <a:uFillTx/>
              </a:rPr>
              <a:t> </a:t>
            </a:r>
            <a:endParaRPr kumimoji="0" lang="en-US" sz="900" b="0" i="1" u="none" strike="noStrike" kern="0" cap="none" spc="0" normalizeH="0" baseline="0" noProof="0">
              <a:ln>
                <a:noFill/>
              </a:ln>
              <a:solidFill>
                <a:srgbClr val="FF98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p:txBody>
      </p:sp>
      <p:sp>
        <p:nvSpPr>
          <p:cNvPr id="15" name="Picture Placeholder 4">
            <a:extLst>
              <a:ext uri="{FF2B5EF4-FFF2-40B4-BE49-F238E27FC236}">
                <a16:creationId xmlns:a16="http://schemas.microsoft.com/office/drawing/2014/main" id="{666920F6-5D0A-F6A0-448F-7166C446B2F4}"/>
              </a:ext>
            </a:extLst>
          </p:cNvPr>
          <p:cNvSpPr>
            <a:spLocks noGrp="1"/>
          </p:cNvSpPr>
          <p:nvPr>
            <p:ph type="pic" sz="quarter" idx="10" hasCustomPrompt="1"/>
          </p:nvPr>
        </p:nvSpPr>
        <p:spPr>
          <a:xfrm>
            <a:off x="6952129" y="0"/>
            <a:ext cx="5239872" cy="6858000"/>
          </a:xfrm>
          <a:prstGeom prst="rect">
            <a:avLst/>
          </a:prstGeom>
          <a:ln>
            <a:noFill/>
          </a:ln>
        </p:spPr>
        <p:txBody>
          <a:bodyPr bIns="822960" anchor="ctr"/>
          <a:lstStyle>
            <a:lvl1pPr marL="0" indent="0" algn="ctr">
              <a:buNone/>
              <a:defRPr/>
            </a:lvl1pPr>
          </a:lstStyle>
          <a:p>
            <a:r>
              <a:rPr lang="en-US"/>
              <a:t>Click the Icon to Insert Image</a:t>
            </a:r>
          </a:p>
        </p:txBody>
      </p:sp>
      <p:pic>
        <p:nvPicPr>
          <p:cNvPr id="16" name="Graphic 15">
            <a:extLst>
              <a:ext uri="{FF2B5EF4-FFF2-40B4-BE49-F238E27FC236}">
                <a16:creationId xmlns:a16="http://schemas.microsoft.com/office/drawing/2014/main" id="{6B284493-5F25-232F-9826-3A294FE3820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bwMode="white">
          <a:xfrm>
            <a:off x="1035564" y="5536856"/>
            <a:ext cx="3020706" cy="459760"/>
          </a:xfrm>
          <a:prstGeom prst="rect">
            <a:avLst/>
          </a:prstGeom>
        </p:spPr>
      </p:pic>
    </p:spTree>
    <p:extLst>
      <p:ext uri="{BB962C8B-B14F-4D97-AF65-F5344CB8AC3E}">
        <p14:creationId xmlns:p14="http://schemas.microsoft.com/office/powerpoint/2010/main" val="7341758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Agenda">
    <p:bg bwMode="ltGray">
      <p:bgPr>
        <a:solidFill>
          <a:schemeClr val="accent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39D5E3D1-2FD4-80BD-8140-7FEAB9D9E745}"/>
              </a:ext>
            </a:extLst>
          </p:cNvPr>
          <p:cNvPicPr>
            <a:picLocks noChangeAspect="1"/>
          </p:cNvPicPr>
          <p:nvPr userDrawn="1"/>
        </p:nvPicPr>
        <p:blipFill rotWithShape="1">
          <a:blip r:embed="rId2">
            <a:alphaModFix amt="89000"/>
            <a:extLst>
              <a:ext uri="{28A0092B-C50C-407E-A947-70E740481C1C}">
                <a14:useLocalDpi xmlns:a14="http://schemas.microsoft.com/office/drawing/2010/main" val="0"/>
              </a:ext>
            </a:extLst>
          </a:blip>
          <a:srcRect l="21453" t="11243" r="14852" b="17954"/>
          <a:stretch/>
        </p:blipFill>
        <p:spPr>
          <a:xfrm rot="5400000">
            <a:off x="-1099664" y="1099665"/>
            <a:ext cx="6857999" cy="4658671"/>
          </a:xfrm>
          <a:prstGeom prst="rect">
            <a:avLst/>
          </a:prstGeom>
        </p:spPr>
      </p:pic>
      <p:sp>
        <p:nvSpPr>
          <p:cNvPr id="15" name="Rectangle 14">
            <a:extLst>
              <a:ext uri="{FF2B5EF4-FFF2-40B4-BE49-F238E27FC236}">
                <a16:creationId xmlns:a16="http://schemas.microsoft.com/office/drawing/2014/main" id="{62A55604-9396-9507-2C0F-D5E3E243CB24}"/>
              </a:ext>
            </a:extLst>
          </p:cNvPr>
          <p:cNvSpPr/>
          <p:nvPr userDrawn="1"/>
        </p:nvSpPr>
        <p:spPr>
          <a:xfrm>
            <a:off x="498370" y="507036"/>
            <a:ext cx="4160301" cy="550373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Picture Placeholder 7">
            <a:extLst>
              <a:ext uri="{FF2B5EF4-FFF2-40B4-BE49-F238E27FC236}">
                <a16:creationId xmlns:a16="http://schemas.microsoft.com/office/drawing/2014/main" id="{9D2F8598-1E03-415E-9D61-D613757CD122}"/>
              </a:ext>
            </a:extLst>
          </p:cNvPr>
          <p:cNvSpPr>
            <a:spLocks noGrp="1"/>
          </p:cNvSpPr>
          <p:nvPr>
            <p:ph type="pic" sz="quarter" idx="15" hasCustomPrompt="1"/>
          </p:nvPr>
        </p:nvSpPr>
        <p:spPr>
          <a:xfrm>
            <a:off x="4658672" y="0"/>
            <a:ext cx="7532687" cy="6858000"/>
          </a:xfrm>
        </p:spPr>
        <p:txBody>
          <a:bodyPr anchor="ctr"/>
          <a:lstStyle>
            <a:lvl1pPr marL="0" indent="0" algn="ctr">
              <a:buNone/>
              <a:defRPr/>
            </a:lvl1pPr>
          </a:lstStyle>
          <a:p>
            <a:r>
              <a:rPr lang="en-US"/>
              <a:t>Click the Icon to Insert Image</a:t>
            </a:r>
          </a:p>
        </p:txBody>
      </p:sp>
      <p:sp>
        <p:nvSpPr>
          <p:cNvPr id="2" name="Title 1">
            <a:extLst>
              <a:ext uri="{FF2B5EF4-FFF2-40B4-BE49-F238E27FC236}">
                <a16:creationId xmlns:a16="http://schemas.microsoft.com/office/drawing/2014/main" id="{61C1462B-341F-4C88-96E1-04550B68AD04}"/>
              </a:ext>
            </a:extLst>
          </p:cNvPr>
          <p:cNvSpPr>
            <a:spLocks noGrp="1"/>
          </p:cNvSpPr>
          <p:nvPr>
            <p:ph type="title" hasCustomPrompt="1"/>
          </p:nvPr>
        </p:nvSpPr>
        <p:spPr bwMode="white">
          <a:xfrm>
            <a:off x="842411" y="1095644"/>
            <a:ext cx="2562483" cy="275799"/>
          </a:xfrm>
        </p:spPr>
        <p:txBody>
          <a:bodyPr/>
          <a:lstStyle>
            <a:lvl1pPr algn="l">
              <a:defRPr sz="3200" i="0" cap="all" spc="0" baseline="0">
                <a:solidFill>
                  <a:schemeClr val="accent5"/>
                </a:solidFill>
                <a:latin typeface="+mn-lt"/>
              </a:defRPr>
            </a:lvl1pPr>
          </a:lstStyle>
          <a:p>
            <a:r>
              <a:rPr lang="en-US"/>
              <a:t>Agenda</a:t>
            </a:r>
          </a:p>
        </p:txBody>
      </p:sp>
      <p:sp>
        <p:nvSpPr>
          <p:cNvPr id="12" name="TextBox 11">
            <a:extLst>
              <a:ext uri="{FF2B5EF4-FFF2-40B4-BE49-F238E27FC236}">
                <a16:creationId xmlns:a16="http://schemas.microsoft.com/office/drawing/2014/main" id="{7BB83F2C-B1B4-47BE-9DC6-E29DDF1909A8}"/>
              </a:ext>
            </a:extLst>
          </p:cNvPr>
          <p:cNvSpPr txBox="1"/>
          <p:nvPr userDrawn="1"/>
        </p:nvSpPr>
        <p:spPr>
          <a:xfrm>
            <a:off x="-1581150" y="5251"/>
            <a:ext cx="1523147" cy="26314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To change the image, right-click on the image and choose “Format Background.” Select Picture or Texture Fill. Select an Agenda-Slide approved image from the library on SharePoint &gt; Marketing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Documents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Design Resources &gt;  PowerPoint Templates &gt; </a:t>
            </a:r>
            <a:r>
              <a:rPr lang="en-US" sz="900">
                <a:solidFill>
                  <a:schemeClr val="bg1"/>
                </a:solidFill>
              </a:rPr>
              <a:t>Anytime Fitness </a:t>
            </a:r>
            <a:r>
              <a:rPr kumimoji="0" lang="en-US" sz="900" b="0" i="0" u="none" strike="noStrike" kern="0" cap="none" spc="0" normalizeH="0" baseline="0" noProof="0">
                <a:ln>
                  <a:noFill/>
                </a:ln>
                <a:solidFill>
                  <a:srgbClr val="161614"/>
                </a:solidFill>
                <a:effectLst/>
                <a:uLnTx/>
                <a:uFillTx/>
              </a:rPr>
              <a:t>&gt;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PPT Image Library.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Or, simply type in this URL: </a:t>
            </a:r>
            <a:r>
              <a:rPr lang="en-US" sz="900">
                <a:hlinkClick r:id="rId3"/>
              </a:rPr>
              <a:t>bit.ly/AF-PPT</a:t>
            </a:r>
            <a:r>
              <a:rPr lang="en-US" sz="900"/>
              <a:t> </a:t>
            </a:r>
            <a:endParaRPr lang="en-US" sz="900" i="1"/>
          </a:p>
        </p:txBody>
      </p:sp>
      <p:sp>
        <p:nvSpPr>
          <p:cNvPr id="4" name="Text Placeholder 3">
            <a:extLst>
              <a:ext uri="{FF2B5EF4-FFF2-40B4-BE49-F238E27FC236}">
                <a16:creationId xmlns:a16="http://schemas.microsoft.com/office/drawing/2014/main" id="{DBB2C4BE-C215-4D10-A970-131F4339B163}"/>
              </a:ext>
            </a:extLst>
          </p:cNvPr>
          <p:cNvSpPr>
            <a:spLocks noGrp="1"/>
          </p:cNvSpPr>
          <p:nvPr>
            <p:ph type="body" sz="quarter" idx="14"/>
          </p:nvPr>
        </p:nvSpPr>
        <p:spPr>
          <a:xfrm>
            <a:off x="842411" y="1644493"/>
            <a:ext cx="3447902" cy="2386012"/>
          </a:xfrm>
        </p:spPr>
        <p:txBody>
          <a:bodyPr/>
          <a:lstStyle>
            <a:lvl1pPr>
              <a:buClr>
                <a:schemeClr val="accent3"/>
              </a:buCl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Graphic 2">
            <a:extLst>
              <a:ext uri="{FF2B5EF4-FFF2-40B4-BE49-F238E27FC236}">
                <a16:creationId xmlns:a16="http://schemas.microsoft.com/office/drawing/2014/main" id="{9CCB56D1-E48E-0341-3CF2-A70DA77B00A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55976"/>
            <a:ext cx="911645" cy="241661"/>
          </a:xfrm>
          <a:prstGeom prst="rect">
            <a:avLst/>
          </a:prstGeom>
        </p:spPr>
      </p:pic>
    </p:spTree>
    <p:extLst>
      <p:ext uri="{BB962C8B-B14F-4D97-AF65-F5344CB8AC3E}">
        <p14:creationId xmlns:p14="http://schemas.microsoft.com/office/powerpoint/2010/main" val="2974488151"/>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Agenda Option 2">
    <p:bg bwMode="ltGray">
      <p:bgPr>
        <a:solidFill>
          <a:schemeClr val="accent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950B7F6-A3B2-BFC1-5597-CD31D2E1A2D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688"/>
            <a:ext cx="12192000" cy="6856622"/>
          </a:xfrm>
          <a:prstGeom prst="rect">
            <a:avLst/>
          </a:prstGeom>
        </p:spPr>
      </p:pic>
      <p:sp>
        <p:nvSpPr>
          <p:cNvPr id="15" name="Rectangle 14">
            <a:extLst>
              <a:ext uri="{FF2B5EF4-FFF2-40B4-BE49-F238E27FC236}">
                <a16:creationId xmlns:a16="http://schemas.microsoft.com/office/drawing/2014/main" id="{62A55604-9396-9507-2C0F-D5E3E243CB24}"/>
              </a:ext>
            </a:extLst>
          </p:cNvPr>
          <p:cNvSpPr/>
          <p:nvPr userDrawn="1"/>
        </p:nvSpPr>
        <p:spPr>
          <a:xfrm>
            <a:off x="5384269" y="848230"/>
            <a:ext cx="5492997" cy="53002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C1462B-341F-4C88-96E1-04550B68AD04}"/>
              </a:ext>
            </a:extLst>
          </p:cNvPr>
          <p:cNvSpPr>
            <a:spLocks noGrp="1"/>
          </p:cNvSpPr>
          <p:nvPr>
            <p:ph type="title" hasCustomPrompt="1"/>
          </p:nvPr>
        </p:nvSpPr>
        <p:spPr bwMode="white">
          <a:xfrm>
            <a:off x="5762429" y="1423190"/>
            <a:ext cx="2562483" cy="275799"/>
          </a:xfrm>
        </p:spPr>
        <p:txBody>
          <a:bodyPr/>
          <a:lstStyle>
            <a:lvl1pPr algn="l">
              <a:defRPr sz="3200" i="0" cap="all" spc="0" baseline="0">
                <a:solidFill>
                  <a:schemeClr val="accent4"/>
                </a:solidFill>
                <a:latin typeface="+mn-lt"/>
              </a:defRPr>
            </a:lvl1pPr>
          </a:lstStyle>
          <a:p>
            <a:r>
              <a:rPr lang="en-US"/>
              <a:t>Agenda</a:t>
            </a:r>
          </a:p>
        </p:txBody>
      </p:sp>
      <p:sp>
        <p:nvSpPr>
          <p:cNvPr id="12" name="TextBox 11">
            <a:extLst>
              <a:ext uri="{FF2B5EF4-FFF2-40B4-BE49-F238E27FC236}">
                <a16:creationId xmlns:a16="http://schemas.microsoft.com/office/drawing/2014/main" id="{7BB83F2C-B1B4-47BE-9DC6-E29DDF1909A8}"/>
              </a:ext>
            </a:extLst>
          </p:cNvPr>
          <p:cNvSpPr txBox="1"/>
          <p:nvPr userDrawn="1"/>
        </p:nvSpPr>
        <p:spPr>
          <a:xfrm>
            <a:off x="-1581150" y="5251"/>
            <a:ext cx="1523147" cy="26314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To change the image, right-click on the image and choose “Format Background.” Select Picture or Texture Fill. Select an Agenda-Slide approved image from the library on SharePoint &gt; Marketing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Documents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Design Resources &gt;  PowerPoint Templates &gt; </a:t>
            </a:r>
            <a:r>
              <a:rPr lang="en-US" sz="900">
                <a:solidFill>
                  <a:schemeClr val="bg1"/>
                </a:solidFill>
              </a:rPr>
              <a:t>Anytime Fitness </a:t>
            </a:r>
            <a:r>
              <a:rPr kumimoji="0" lang="en-US" sz="900" b="0" i="0" u="none" strike="noStrike" kern="0" cap="none" spc="0" normalizeH="0" baseline="0" noProof="0">
                <a:ln>
                  <a:noFill/>
                </a:ln>
                <a:solidFill>
                  <a:srgbClr val="161614"/>
                </a:solidFill>
                <a:effectLst/>
                <a:uLnTx/>
                <a:uFillTx/>
              </a:rPr>
              <a:t>&gt;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PPT Image Library.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Or, simply type in this URL: </a:t>
            </a:r>
            <a:r>
              <a:rPr lang="en-US" sz="900">
                <a:hlinkClick r:id="rId3"/>
              </a:rPr>
              <a:t>bit.ly/AF-PPT</a:t>
            </a:r>
            <a:r>
              <a:rPr lang="en-US" sz="900"/>
              <a:t> </a:t>
            </a:r>
            <a:endParaRPr lang="en-US" sz="900" i="1"/>
          </a:p>
        </p:txBody>
      </p:sp>
      <p:sp>
        <p:nvSpPr>
          <p:cNvPr id="4" name="Text Placeholder 3">
            <a:extLst>
              <a:ext uri="{FF2B5EF4-FFF2-40B4-BE49-F238E27FC236}">
                <a16:creationId xmlns:a16="http://schemas.microsoft.com/office/drawing/2014/main" id="{DBB2C4BE-C215-4D10-A970-131F4339B163}"/>
              </a:ext>
            </a:extLst>
          </p:cNvPr>
          <p:cNvSpPr>
            <a:spLocks noGrp="1"/>
          </p:cNvSpPr>
          <p:nvPr>
            <p:ph type="body" sz="quarter" idx="14"/>
          </p:nvPr>
        </p:nvSpPr>
        <p:spPr>
          <a:xfrm>
            <a:off x="5762429" y="1972039"/>
            <a:ext cx="3447902" cy="2386012"/>
          </a:xfrm>
        </p:spPr>
        <p:txBody>
          <a:bodyPr/>
          <a:lstStyle>
            <a:lvl1pPr>
              <a:buClr>
                <a:schemeClr val="accent4"/>
              </a:buCl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Graphic 2">
            <a:extLst>
              <a:ext uri="{FF2B5EF4-FFF2-40B4-BE49-F238E27FC236}">
                <a16:creationId xmlns:a16="http://schemas.microsoft.com/office/drawing/2014/main" id="{9CCB56D1-E48E-0341-3CF2-A70DA77B00A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55976"/>
            <a:ext cx="911645" cy="241661"/>
          </a:xfrm>
          <a:prstGeom prst="rect">
            <a:avLst/>
          </a:prstGeom>
        </p:spPr>
      </p:pic>
    </p:spTree>
    <p:extLst>
      <p:ext uri="{BB962C8B-B14F-4D97-AF65-F5344CB8AC3E}">
        <p14:creationId xmlns:p14="http://schemas.microsoft.com/office/powerpoint/2010/main" val="30958746"/>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Slide Option 1">
    <p:bg>
      <p:bgPr>
        <a:solidFill>
          <a:schemeClr val="accent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A5C2800-71F8-2D7B-8D97-59784CCA3D69}"/>
              </a:ext>
            </a:extLst>
          </p:cNvPr>
          <p:cNvSpPr>
            <a:spLocks noGrp="1"/>
          </p:cNvSpPr>
          <p:nvPr>
            <p:ph type="title" hasCustomPrompt="1"/>
          </p:nvPr>
        </p:nvSpPr>
        <p:spPr>
          <a:xfrm>
            <a:off x="1890640" y="2682037"/>
            <a:ext cx="6119906" cy="1607670"/>
          </a:xfrm>
        </p:spPr>
        <p:txBody>
          <a:bodyPr anchor="t"/>
          <a:lstStyle>
            <a:lvl1pPr algn="l">
              <a:defRPr sz="5400" cap="all" baseline="0">
                <a:solidFill>
                  <a:schemeClr val="tx1">
                    <a:lumMod val="95000"/>
                  </a:schemeClr>
                </a:solidFill>
              </a:defRPr>
            </a:lvl1pPr>
          </a:lstStyle>
          <a:p>
            <a:r>
              <a:rPr lang="en-US"/>
              <a:t>SECTION Slide </a:t>
            </a:r>
            <a:br>
              <a:rPr lang="en-US"/>
            </a:br>
            <a:r>
              <a:rPr lang="en-US"/>
              <a:t>Option 1</a:t>
            </a:r>
          </a:p>
        </p:txBody>
      </p:sp>
      <p:sp>
        <p:nvSpPr>
          <p:cNvPr id="9" name="Text Placeholder 2">
            <a:extLst>
              <a:ext uri="{FF2B5EF4-FFF2-40B4-BE49-F238E27FC236}">
                <a16:creationId xmlns:a16="http://schemas.microsoft.com/office/drawing/2014/main" id="{D6F85335-6D94-80AE-39D2-17663B527129}"/>
              </a:ext>
            </a:extLst>
          </p:cNvPr>
          <p:cNvSpPr>
            <a:spLocks noGrp="1"/>
          </p:cNvSpPr>
          <p:nvPr>
            <p:ph type="body" idx="1" hasCustomPrompt="1"/>
          </p:nvPr>
        </p:nvSpPr>
        <p:spPr>
          <a:xfrm>
            <a:off x="1895403" y="4403039"/>
            <a:ext cx="6115950" cy="430028"/>
          </a:xfrm>
        </p:spPr>
        <p:txBody>
          <a:bodyPr/>
          <a:lstStyle>
            <a:lvl1pPr marL="0" indent="0" algn="l">
              <a:buNone/>
              <a:defRPr sz="12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Subheading, optional</a:t>
            </a:r>
          </a:p>
        </p:txBody>
      </p:sp>
      <p:sp>
        <p:nvSpPr>
          <p:cNvPr id="10" name="Text Placeholder 6">
            <a:extLst>
              <a:ext uri="{FF2B5EF4-FFF2-40B4-BE49-F238E27FC236}">
                <a16:creationId xmlns:a16="http://schemas.microsoft.com/office/drawing/2014/main" id="{6CB00ADA-09D0-4DE1-BBD1-B013B58A5C11}"/>
              </a:ext>
            </a:extLst>
          </p:cNvPr>
          <p:cNvSpPr>
            <a:spLocks noGrp="1"/>
          </p:cNvSpPr>
          <p:nvPr>
            <p:ph type="body" sz="quarter" idx="10" hasCustomPrompt="1"/>
          </p:nvPr>
        </p:nvSpPr>
        <p:spPr>
          <a:xfrm>
            <a:off x="1894502" y="1023176"/>
            <a:ext cx="2790825" cy="1607670"/>
          </a:xfrm>
        </p:spPr>
        <p:txBody>
          <a:bodyPr/>
          <a:lstStyle>
            <a:lvl1pPr marL="0" indent="0">
              <a:buNone/>
              <a:defRPr sz="11500" b="1">
                <a:solidFill>
                  <a:schemeClr val="accent4"/>
                </a:solidFill>
              </a:defRPr>
            </a:lvl1pPr>
          </a:lstStyle>
          <a:p>
            <a:pPr lvl="0"/>
            <a:r>
              <a:rPr lang="en-US"/>
              <a:t>01</a:t>
            </a:r>
          </a:p>
        </p:txBody>
      </p:sp>
      <p:sp>
        <p:nvSpPr>
          <p:cNvPr id="2" name="Slide Number Placeholder 5">
            <a:extLst>
              <a:ext uri="{FF2B5EF4-FFF2-40B4-BE49-F238E27FC236}">
                <a16:creationId xmlns:a16="http://schemas.microsoft.com/office/drawing/2014/main" id="{39EECF60-7EA3-2450-4C62-A228C6A5221D}"/>
              </a:ext>
            </a:extLst>
          </p:cNvPr>
          <p:cNvSpPr>
            <a:spLocks noGrp="1"/>
          </p:cNvSpPr>
          <p:nvPr>
            <p:ph type="sldNum" sz="quarter" idx="4"/>
          </p:nvPr>
        </p:nvSpPr>
        <p:spPr>
          <a:xfrm>
            <a:off x="11674225" y="5477347"/>
            <a:ext cx="305503" cy="306298"/>
          </a:xfrm>
          <a:prstGeom prst="ellipse">
            <a:avLst/>
          </a:prstGeom>
          <a:noFill/>
          <a:ln w="6350">
            <a:solidFill>
              <a:schemeClr val="tx2"/>
            </a:solidFill>
          </a:ln>
        </p:spPr>
        <p:txBody>
          <a:bodyPr vert="horz" lIns="0" tIns="45720" rIns="0" bIns="45720" rtlCol="0" anchor="ctr"/>
          <a:lstStyle>
            <a:lvl1pPr algn="ctr">
              <a:defRPr sz="700" b="1">
                <a:solidFill>
                  <a:schemeClr val="tx2"/>
                </a:solidFill>
              </a:defRPr>
            </a:lvl1pPr>
          </a:lstStyle>
          <a:p>
            <a:fld id="{545951DD-1C6A-495F-8185-4C73F8F8B75A}" type="slidenum">
              <a:rPr lang="en-US" smtClean="0"/>
              <a:pPr/>
              <a:t>‹#›</a:t>
            </a:fld>
            <a:endParaRPr lang="en-US"/>
          </a:p>
        </p:txBody>
      </p:sp>
      <p:pic>
        <p:nvPicPr>
          <p:cNvPr id="4" name="Picture 3">
            <a:extLst>
              <a:ext uri="{FF2B5EF4-FFF2-40B4-BE49-F238E27FC236}">
                <a16:creationId xmlns:a16="http://schemas.microsoft.com/office/drawing/2014/main" id="{3FEF126B-DFC7-4E06-5BA7-E445C1224955}"/>
              </a:ext>
            </a:extLst>
          </p:cNvPr>
          <p:cNvPicPr>
            <a:picLocks noChangeAspect="1"/>
          </p:cNvPicPr>
          <p:nvPr userDrawn="1"/>
        </p:nvPicPr>
        <p:blipFill>
          <a:blip r:embed="rId2"/>
          <a:stretch>
            <a:fillRect/>
          </a:stretch>
        </p:blipFill>
        <p:spPr>
          <a:xfrm>
            <a:off x="0" y="0"/>
            <a:ext cx="1572768" cy="6858000"/>
          </a:xfrm>
          <a:prstGeom prst="rect">
            <a:avLst/>
          </a:prstGeom>
        </p:spPr>
      </p:pic>
    </p:spTree>
    <p:extLst>
      <p:ext uri="{BB962C8B-B14F-4D97-AF65-F5344CB8AC3E}">
        <p14:creationId xmlns:p14="http://schemas.microsoft.com/office/powerpoint/2010/main" val="3650638198"/>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 Slide Option 2">
    <p:bg>
      <p:bgPr>
        <a:solidFill>
          <a:schemeClr val="accent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A5C2800-71F8-2D7B-8D97-59784CCA3D69}"/>
              </a:ext>
            </a:extLst>
          </p:cNvPr>
          <p:cNvSpPr>
            <a:spLocks noGrp="1"/>
          </p:cNvSpPr>
          <p:nvPr>
            <p:ph type="title" hasCustomPrompt="1"/>
          </p:nvPr>
        </p:nvSpPr>
        <p:spPr>
          <a:xfrm>
            <a:off x="1890640" y="2682037"/>
            <a:ext cx="6119906" cy="1607670"/>
          </a:xfrm>
        </p:spPr>
        <p:txBody>
          <a:bodyPr anchor="t"/>
          <a:lstStyle>
            <a:lvl1pPr algn="l">
              <a:defRPr sz="5400" cap="all" baseline="0">
                <a:solidFill>
                  <a:schemeClr val="tx1">
                    <a:lumMod val="95000"/>
                  </a:schemeClr>
                </a:solidFill>
              </a:defRPr>
            </a:lvl1pPr>
          </a:lstStyle>
          <a:p>
            <a:r>
              <a:rPr lang="en-US"/>
              <a:t>SECTION Slide </a:t>
            </a:r>
            <a:br>
              <a:rPr lang="en-US"/>
            </a:br>
            <a:r>
              <a:rPr lang="en-US"/>
              <a:t>Option 2</a:t>
            </a:r>
          </a:p>
        </p:txBody>
      </p:sp>
      <p:sp>
        <p:nvSpPr>
          <p:cNvPr id="9" name="Text Placeholder 2">
            <a:extLst>
              <a:ext uri="{FF2B5EF4-FFF2-40B4-BE49-F238E27FC236}">
                <a16:creationId xmlns:a16="http://schemas.microsoft.com/office/drawing/2014/main" id="{D6F85335-6D94-80AE-39D2-17663B527129}"/>
              </a:ext>
            </a:extLst>
          </p:cNvPr>
          <p:cNvSpPr>
            <a:spLocks noGrp="1"/>
          </p:cNvSpPr>
          <p:nvPr>
            <p:ph type="body" idx="1" hasCustomPrompt="1"/>
          </p:nvPr>
        </p:nvSpPr>
        <p:spPr>
          <a:xfrm>
            <a:off x="1895403" y="4403039"/>
            <a:ext cx="6115950" cy="430028"/>
          </a:xfrm>
        </p:spPr>
        <p:txBody>
          <a:bodyPr/>
          <a:lstStyle>
            <a:lvl1pPr marL="0" indent="0" algn="l">
              <a:buNone/>
              <a:defRPr sz="12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Subheading, optional</a:t>
            </a:r>
          </a:p>
        </p:txBody>
      </p:sp>
      <p:sp>
        <p:nvSpPr>
          <p:cNvPr id="10" name="Text Placeholder 6">
            <a:extLst>
              <a:ext uri="{FF2B5EF4-FFF2-40B4-BE49-F238E27FC236}">
                <a16:creationId xmlns:a16="http://schemas.microsoft.com/office/drawing/2014/main" id="{6CB00ADA-09D0-4DE1-BBD1-B013B58A5C11}"/>
              </a:ext>
            </a:extLst>
          </p:cNvPr>
          <p:cNvSpPr>
            <a:spLocks noGrp="1"/>
          </p:cNvSpPr>
          <p:nvPr>
            <p:ph type="body" sz="quarter" idx="10" hasCustomPrompt="1"/>
          </p:nvPr>
        </p:nvSpPr>
        <p:spPr>
          <a:xfrm>
            <a:off x="1894502" y="1023176"/>
            <a:ext cx="2790825" cy="1607670"/>
          </a:xfrm>
        </p:spPr>
        <p:txBody>
          <a:bodyPr/>
          <a:lstStyle>
            <a:lvl1pPr marL="0" indent="0">
              <a:buNone/>
              <a:defRPr sz="11500" b="1">
                <a:solidFill>
                  <a:schemeClr val="accent5"/>
                </a:solidFill>
              </a:defRPr>
            </a:lvl1pPr>
          </a:lstStyle>
          <a:p>
            <a:pPr lvl="0"/>
            <a:r>
              <a:rPr lang="en-US"/>
              <a:t>02</a:t>
            </a:r>
          </a:p>
        </p:txBody>
      </p:sp>
      <p:sp>
        <p:nvSpPr>
          <p:cNvPr id="2" name="Slide Number Placeholder 5">
            <a:extLst>
              <a:ext uri="{FF2B5EF4-FFF2-40B4-BE49-F238E27FC236}">
                <a16:creationId xmlns:a16="http://schemas.microsoft.com/office/drawing/2014/main" id="{39EECF60-7EA3-2450-4C62-A228C6A5221D}"/>
              </a:ext>
            </a:extLst>
          </p:cNvPr>
          <p:cNvSpPr>
            <a:spLocks noGrp="1"/>
          </p:cNvSpPr>
          <p:nvPr>
            <p:ph type="sldNum" sz="quarter" idx="4"/>
          </p:nvPr>
        </p:nvSpPr>
        <p:spPr>
          <a:xfrm>
            <a:off x="11674225" y="5477347"/>
            <a:ext cx="305503" cy="306298"/>
          </a:xfrm>
          <a:prstGeom prst="ellipse">
            <a:avLst/>
          </a:prstGeom>
          <a:noFill/>
          <a:ln w="6350">
            <a:solidFill>
              <a:schemeClr val="tx2"/>
            </a:solidFill>
          </a:ln>
        </p:spPr>
        <p:txBody>
          <a:bodyPr vert="horz" lIns="0" tIns="45720" rIns="0" bIns="45720" rtlCol="0" anchor="ctr"/>
          <a:lstStyle>
            <a:lvl1pPr algn="ctr">
              <a:defRPr sz="700" b="1">
                <a:solidFill>
                  <a:schemeClr val="tx2"/>
                </a:solidFill>
              </a:defRPr>
            </a:lvl1pPr>
          </a:lstStyle>
          <a:p>
            <a:fld id="{545951DD-1C6A-495F-8185-4C73F8F8B75A}" type="slidenum">
              <a:rPr lang="en-US" smtClean="0"/>
              <a:pPr/>
              <a:t>‹#›</a:t>
            </a:fld>
            <a:endParaRPr lang="en-US"/>
          </a:p>
        </p:txBody>
      </p:sp>
      <p:pic>
        <p:nvPicPr>
          <p:cNvPr id="4" name="Picture 3">
            <a:extLst>
              <a:ext uri="{FF2B5EF4-FFF2-40B4-BE49-F238E27FC236}">
                <a16:creationId xmlns:a16="http://schemas.microsoft.com/office/drawing/2014/main" id="{D6DDC4EB-97F9-0482-B983-CF6FB9EEFA0C}"/>
              </a:ext>
            </a:extLst>
          </p:cNvPr>
          <p:cNvPicPr>
            <a:picLocks noChangeAspect="1"/>
          </p:cNvPicPr>
          <p:nvPr userDrawn="1"/>
        </p:nvPicPr>
        <p:blipFill>
          <a:blip r:embed="rId2"/>
          <a:stretch>
            <a:fillRect/>
          </a:stretch>
        </p:blipFill>
        <p:spPr>
          <a:xfrm>
            <a:off x="0" y="0"/>
            <a:ext cx="1572768" cy="6858000"/>
          </a:xfrm>
          <a:prstGeom prst="rect">
            <a:avLst/>
          </a:prstGeom>
        </p:spPr>
      </p:pic>
    </p:spTree>
    <p:extLst>
      <p:ext uri="{BB962C8B-B14F-4D97-AF65-F5344CB8AC3E}">
        <p14:creationId xmlns:p14="http://schemas.microsoft.com/office/powerpoint/2010/main" val="780359133"/>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tx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160E842-C6B2-89C1-1A18-36088AF18338}"/>
              </a:ext>
            </a:extLst>
          </p:cNvPr>
          <p:cNvPicPr>
            <a:picLocks noChangeAspect="1"/>
          </p:cNvPicPr>
          <p:nvPr userDrawn="1"/>
        </p:nvPicPr>
        <p:blipFill>
          <a:blip r:embed="rId2">
            <a:extLst>
              <a:ext uri="{28A0092B-C50C-407E-A947-70E740481C1C}">
                <a14:useLocalDpi xmlns:a14="http://schemas.microsoft.com/office/drawing/2010/main" val="0"/>
              </a:ext>
            </a:extLst>
          </a:blip>
          <a:srcRect t="7812" b="7812"/>
          <a:stretch/>
        </p:blipFill>
        <p:spPr>
          <a:xfrm>
            <a:off x="0" y="0"/>
            <a:ext cx="12192000" cy="6858000"/>
          </a:xfrm>
          <a:prstGeom prst="rect">
            <a:avLst/>
          </a:prstGeom>
        </p:spPr>
      </p:pic>
      <p:sp>
        <p:nvSpPr>
          <p:cNvPr id="5" name="Rectangle 4">
            <a:extLst>
              <a:ext uri="{FF2B5EF4-FFF2-40B4-BE49-F238E27FC236}">
                <a16:creationId xmlns:a16="http://schemas.microsoft.com/office/drawing/2014/main" id="{95E3FF0D-E586-41E0-E375-9DBDDDC7A5F6}"/>
              </a:ext>
            </a:extLst>
          </p:cNvPr>
          <p:cNvSpPr/>
          <p:nvPr userDrawn="1"/>
        </p:nvSpPr>
        <p:spPr>
          <a:xfrm>
            <a:off x="624348" y="626806"/>
            <a:ext cx="10943303" cy="56043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01353D-19F0-4884-9AB2-E050176C2C1A}"/>
              </a:ext>
            </a:extLst>
          </p:cNvPr>
          <p:cNvSpPr>
            <a:spLocks noGrp="1"/>
          </p:cNvSpPr>
          <p:nvPr>
            <p:ph type="title" hasCustomPrompt="1"/>
          </p:nvPr>
        </p:nvSpPr>
        <p:spPr>
          <a:xfrm>
            <a:off x="1681662" y="1679388"/>
            <a:ext cx="8828675" cy="2584733"/>
          </a:xfrm>
        </p:spPr>
        <p:txBody>
          <a:bodyPr anchor="b"/>
          <a:lstStyle>
            <a:lvl1pPr algn="ctr">
              <a:defRPr sz="6600" cap="all" baseline="0">
                <a:solidFill>
                  <a:schemeClr val="tx1">
                    <a:lumMod val="95000"/>
                  </a:schemeClr>
                </a:solidFill>
              </a:defRPr>
            </a:lvl1pPr>
          </a:lstStyle>
          <a:p>
            <a:r>
              <a:rPr lang="en-US"/>
              <a:t>DIVIDER Header or Callout</a:t>
            </a:r>
          </a:p>
        </p:txBody>
      </p:sp>
      <p:sp>
        <p:nvSpPr>
          <p:cNvPr id="3" name="Text Placeholder 2">
            <a:extLst>
              <a:ext uri="{FF2B5EF4-FFF2-40B4-BE49-F238E27FC236}">
                <a16:creationId xmlns:a16="http://schemas.microsoft.com/office/drawing/2014/main" id="{C10E0E0F-643C-4EE2-B4B4-39684E2614E3}"/>
              </a:ext>
            </a:extLst>
          </p:cNvPr>
          <p:cNvSpPr>
            <a:spLocks noGrp="1"/>
          </p:cNvSpPr>
          <p:nvPr>
            <p:ph type="body" idx="1" hasCustomPrompt="1"/>
          </p:nvPr>
        </p:nvSpPr>
        <p:spPr>
          <a:xfrm>
            <a:off x="2981285" y="4434541"/>
            <a:ext cx="6229430" cy="430028"/>
          </a:xfrm>
        </p:spPr>
        <p:txBody>
          <a:bodyPr/>
          <a:lstStyle>
            <a:lvl1pPr marL="0" indent="0" algn="ctr">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Subheading, optional</a:t>
            </a:r>
          </a:p>
        </p:txBody>
      </p:sp>
      <p:pic>
        <p:nvPicPr>
          <p:cNvPr id="6" name="Graphic 5">
            <a:extLst>
              <a:ext uri="{FF2B5EF4-FFF2-40B4-BE49-F238E27FC236}">
                <a16:creationId xmlns:a16="http://schemas.microsoft.com/office/drawing/2014/main" id="{7E1B80EA-6840-CFF5-DE5A-ABBDE7B6B68F}"/>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136610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secHead" preserve="1">
  <p:cSld name="Section Header Option 2">
    <p:bg bwMode="black">
      <p:bgPr>
        <a:solidFill>
          <a:schemeClr val="accent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E015EE9-DD8F-12B4-9CC7-49E23DBB8BA2}"/>
              </a:ext>
            </a:extLst>
          </p:cNvPr>
          <p:cNvPicPr>
            <a:picLocks noChangeAspect="1"/>
          </p:cNvPicPr>
          <p:nvPr userDrawn="1"/>
        </p:nvPicPr>
        <p:blipFill>
          <a:blip r:embed="rId2">
            <a:extLst>
              <a:ext uri="{28A0092B-C50C-407E-A947-70E740481C1C}">
                <a14:useLocalDpi xmlns:a14="http://schemas.microsoft.com/office/drawing/2010/main" val="0"/>
              </a:ext>
            </a:extLst>
          </a:blip>
          <a:srcRect t="7812" b="7812"/>
          <a:stretch/>
        </p:blipFill>
        <p:spPr>
          <a:xfrm>
            <a:off x="0" y="0"/>
            <a:ext cx="12192000" cy="6858000"/>
          </a:xfrm>
          <a:prstGeom prst="rect">
            <a:avLst/>
          </a:prstGeom>
        </p:spPr>
      </p:pic>
      <p:sp>
        <p:nvSpPr>
          <p:cNvPr id="6" name="Rectangle 5">
            <a:extLst>
              <a:ext uri="{FF2B5EF4-FFF2-40B4-BE49-F238E27FC236}">
                <a16:creationId xmlns:a16="http://schemas.microsoft.com/office/drawing/2014/main" id="{6E2C2123-91CB-B558-A5C5-641B7F35C583}"/>
              </a:ext>
            </a:extLst>
          </p:cNvPr>
          <p:cNvSpPr/>
          <p:nvPr userDrawn="1"/>
        </p:nvSpPr>
        <p:spPr>
          <a:xfrm>
            <a:off x="624348" y="1"/>
            <a:ext cx="10943303" cy="584474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01353D-19F0-4884-9AB2-E050176C2C1A}"/>
              </a:ext>
            </a:extLst>
          </p:cNvPr>
          <p:cNvSpPr>
            <a:spLocks noGrp="1"/>
          </p:cNvSpPr>
          <p:nvPr>
            <p:ph type="title" hasCustomPrompt="1"/>
          </p:nvPr>
        </p:nvSpPr>
        <p:spPr bwMode="white">
          <a:xfrm>
            <a:off x="1681662" y="1679388"/>
            <a:ext cx="8828675" cy="2584733"/>
          </a:xfrm>
        </p:spPr>
        <p:txBody>
          <a:bodyPr anchor="b"/>
          <a:lstStyle>
            <a:lvl1pPr algn="ctr">
              <a:defRPr sz="6600" cap="all" baseline="0">
                <a:solidFill>
                  <a:schemeClr val="tx1">
                    <a:lumMod val="95000"/>
                  </a:schemeClr>
                </a:solidFill>
              </a:defRPr>
            </a:lvl1pPr>
          </a:lstStyle>
          <a:p>
            <a:r>
              <a:rPr lang="en-US"/>
              <a:t>DIVIDER Header or Callout</a:t>
            </a:r>
          </a:p>
        </p:txBody>
      </p:sp>
      <p:sp>
        <p:nvSpPr>
          <p:cNvPr id="3" name="Text Placeholder 2">
            <a:extLst>
              <a:ext uri="{FF2B5EF4-FFF2-40B4-BE49-F238E27FC236}">
                <a16:creationId xmlns:a16="http://schemas.microsoft.com/office/drawing/2014/main" id="{C10E0E0F-643C-4EE2-B4B4-39684E2614E3}"/>
              </a:ext>
            </a:extLst>
          </p:cNvPr>
          <p:cNvSpPr>
            <a:spLocks noGrp="1"/>
          </p:cNvSpPr>
          <p:nvPr>
            <p:ph type="body" idx="1" hasCustomPrompt="1"/>
          </p:nvPr>
        </p:nvSpPr>
        <p:spPr bwMode="white">
          <a:xfrm>
            <a:off x="2981285" y="4434541"/>
            <a:ext cx="6229430" cy="430028"/>
          </a:xfrm>
        </p:spPr>
        <p:txBody>
          <a:bodyPr/>
          <a:lstStyle>
            <a:lvl1pPr marL="0" indent="0" algn="ctr">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Subheading, optional</a:t>
            </a:r>
          </a:p>
        </p:txBody>
      </p:sp>
      <p:pic>
        <p:nvPicPr>
          <p:cNvPr id="4" name="Graphic 3">
            <a:extLst>
              <a:ext uri="{FF2B5EF4-FFF2-40B4-BE49-F238E27FC236}">
                <a16:creationId xmlns:a16="http://schemas.microsoft.com/office/drawing/2014/main" id="{12A2695C-16E9-5A21-16A9-AC75BC26DB88}"/>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27172298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Option 3">
    <p:bg>
      <p:bgPr>
        <a:solidFill>
          <a:schemeClr val="accent1"/>
        </a:solidFill>
        <a:effectLst/>
      </p:bgPr>
    </p:bg>
    <p:spTree>
      <p:nvGrpSpPr>
        <p:cNvPr id="1" name=""/>
        <p:cNvGrpSpPr/>
        <p:nvPr/>
      </p:nvGrpSpPr>
      <p:grpSpPr>
        <a:xfrm>
          <a:off x="0" y="0"/>
          <a:ext cx="0" cy="0"/>
          <a:chOff x="0" y="0"/>
          <a:chExt cx="0" cy="0"/>
        </a:xfrm>
      </p:grpSpPr>
      <p:pic>
        <p:nvPicPr>
          <p:cNvPr id="20" name="Graphic 19">
            <a:extLst>
              <a:ext uri="{FF2B5EF4-FFF2-40B4-BE49-F238E27FC236}">
                <a16:creationId xmlns:a16="http://schemas.microsoft.com/office/drawing/2014/main" id="{3C69910E-ECE6-4B49-BCBB-BAFD33A9926C}"/>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7509" y="841244"/>
            <a:ext cx="12460717" cy="5242523"/>
          </a:xfrm>
          <a:custGeom>
            <a:avLst/>
            <a:gdLst>
              <a:gd name="connsiteX0" fmla="*/ 1047510 w 12460719"/>
              <a:gd name="connsiteY0" fmla="*/ 0 h 5242525"/>
              <a:gd name="connsiteX1" fmla="*/ 12460719 w 12460719"/>
              <a:gd name="connsiteY1" fmla="*/ 0 h 5242525"/>
              <a:gd name="connsiteX2" fmla="*/ 12460719 w 12460719"/>
              <a:gd name="connsiteY2" fmla="*/ 5242525 h 5242525"/>
              <a:gd name="connsiteX3" fmla="*/ 0 w 12460719"/>
              <a:gd name="connsiteY3" fmla="*/ 5242525 h 5242525"/>
              <a:gd name="connsiteX4" fmla="*/ 0 w 12460719"/>
              <a:gd name="connsiteY4" fmla="*/ 4540381 h 5242525"/>
              <a:gd name="connsiteX5" fmla="*/ 770486 w 12460719"/>
              <a:gd name="connsiteY5" fmla="*/ 4540381 h 5242525"/>
              <a:gd name="connsiteX6" fmla="*/ 1047510 w 12460719"/>
              <a:gd name="connsiteY6" fmla="*/ 4263357 h 5242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60719" h="5242525">
                <a:moveTo>
                  <a:pt x="1047510" y="0"/>
                </a:moveTo>
                <a:lnTo>
                  <a:pt x="12460719" y="0"/>
                </a:lnTo>
                <a:lnTo>
                  <a:pt x="12460719" y="5242525"/>
                </a:lnTo>
                <a:lnTo>
                  <a:pt x="0" y="5242525"/>
                </a:lnTo>
                <a:lnTo>
                  <a:pt x="0" y="4540381"/>
                </a:lnTo>
                <a:lnTo>
                  <a:pt x="770486" y="4540381"/>
                </a:lnTo>
                <a:cubicBezTo>
                  <a:pt x="923482" y="4540381"/>
                  <a:pt x="1047510" y="4416353"/>
                  <a:pt x="1047510" y="4263357"/>
                </a:cubicBezTo>
                <a:close/>
              </a:path>
            </a:pathLst>
          </a:custGeom>
        </p:spPr>
      </p:pic>
      <p:sp>
        <p:nvSpPr>
          <p:cNvPr id="2" name="Title 1">
            <a:extLst>
              <a:ext uri="{FF2B5EF4-FFF2-40B4-BE49-F238E27FC236}">
                <a16:creationId xmlns:a16="http://schemas.microsoft.com/office/drawing/2014/main" id="{F101353D-19F0-4884-9AB2-E050176C2C1A}"/>
              </a:ext>
            </a:extLst>
          </p:cNvPr>
          <p:cNvSpPr>
            <a:spLocks noGrp="1"/>
          </p:cNvSpPr>
          <p:nvPr>
            <p:ph type="title" hasCustomPrompt="1"/>
          </p:nvPr>
        </p:nvSpPr>
        <p:spPr>
          <a:xfrm>
            <a:off x="5590275" y="2009678"/>
            <a:ext cx="6229429" cy="2584733"/>
          </a:xfrm>
        </p:spPr>
        <p:txBody>
          <a:bodyPr anchor="b"/>
          <a:lstStyle>
            <a:lvl1pPr algn="l">
              <a:defRPr sz="6600" cap="all" baseline="0">
                <a:solidFill>
                  <a:schemeClr val="tx1">
                    <a:lumMod val="95000"/>
                  </a:schemeClr>
                </a:solidFill>
              </a:defRPr>
            </a:lvl1pPr>
          </a:lstStyle>
          <a:p>
            <a:r>
              <a:rPr lang="en-US"/>
              <a:t>DIVIDER Header or Callout</a:t>
            </a:r>
          </a:p>
        </p:txBody>
      </p:sp>
      <p:sp>
        <p:nvSpPr>
          <p:cNvPr id="3" name="Text Placeholder 2">
            <a:extLst>
              <a:ext uri="{FF2B5EF4-FFF2-40B4-BE49-F238E27FC236}">
                <a16:creationId xmlns:a16="http://schemas.microsoft.com/office/drawing/2014/main" id="{C10E0E0F-643C-4EE2-B4B4-39684E2614E3}"/>
              </a:ext>
            </a:extLst>
          </p:cNvPr>
          <p:cNvSpPr>
            <a:spLocks noGrp="1"/>
          </p:cNvSpPr>
          <p:nvPr>
            <p:ph type="body" idx="1" hasCustomPrompt="1"/>
          </p:nvPr>
        </p:nvSpPr>
        <p:spPr>
          <a:xfrm>
            <a:off x="5590274" y="4764831"/>
            <a:ext cx="6229430" cy="430028"/>
          </a:xfrm>
        </p:spPr>
        <p:txBody>
          <a:bodyPr/>
          <a:lstStyle>
            <a:lvl1pPr marL="0" indent="0" algn="l">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Subheading, optional</a:t>
            </a:r>
          </a:p>
        </p:txBody>
      </p:sp>
    </p:spTree>
    <p:extLst>
      <p:ext uri="{BB962C8B-B14F-4D97-AF65-F5344CB8AC3E}">
        <p14:creationId xmlns:p14="http://schemas.microsoft.com/office/powerpoint/2010/main" val="27642487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Option 4">
    <p:bg>
      <p:bgPr>
        <a:solidFill>
          <a:schemeClr val="accent2"/>
        </a:solidFill>
        <a:effectLst/>
      </p:bgPr>
    </p:bg>
    <p:spTree>
      <p:nvGrpSpPr>
        <p:cNvPr id="1" name=""/>
        <p:cNvGrpSpPr/>
        <p:nvPr/>
      </p:nvGrpSpPr>
      <p:grpSpPr>
        <a:xfrm>
          <a:off x="0" y="0"/>
          <a:ext cx="0" cy="0"/>
          <a:chOff x="0" y="0"/>
          <a:chExt cx="0" cy="0"/>
        </a:xfrm>
      </p:grpSpPr>
      <p:pic>
        <p:nvPicPr>
          <p:cNvPr id="20" name="Graphic 19">
            <a:extLst>
              <a:ext uri="{FF2B5EF4-FFF2-40B4-BE49-F238E27FC236}">
                <a16:creationId xmlns:a16="http://schemas.microsoft.com/office/drawing/2014/main" id="{3C69910E-ECE6-4B49-BCBB-BAFD33A9926C}"/>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7508" y="841244"/>
            <a:ext cx="12460714" cy="5242523"/>
          </a:xfrm>
          <a:custGeom>
            <a:avLst/>
            <a:gdLst>
              <a:gd name="connsiteX0" fmla="*/ 1047510 w 12460719"/>
              <a:gd name="connsiteY0" fmla="*/ 0 h 5242525"/>
              <a:gd name="connsiteX1" fmla="*/ 12460719 w 12460719"/>
              <a:gd name="connsiteY1" fmla="*/ 0 h 5242525"/>
              <a:gd name="connsiteX2" fmla="*/ 12460719 w 12460719"/>
              <a:gd name="connsiteY2" fmla="*/ 5242525 h 5242525"/>
              <a:gd name="connsiteX3" fmla="*/ 0 w 12460719"/>
              <a:gd name="connsiteY3" fmla="*/ 5242525 h 5242525"/>
              <a:gd name="connsiteX4" fmla="*/ 0 w 12460719"/>
              <a:gd name="connsiteY4" fmla="*/ 4540381 h 5242525"/>
              <a:gd name="connsiteX5" fmla="*/ 770486 w 12460719"/>
              <a:gd name="connsiteY5" fmla="*/ 4540381 h 5242525"/>
              <a:gd name="connsiteX6" fmla="*/ 1047510 w 12460719"/>
              <a:gd name="connsiteY6" fmla="*/ 4263357 h 5242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60719" h="5242525">
                <a:moveTo>
                  <a:pt x="1047510" y="0"/>
                </a:moveTo>
                <a:lnTo>
                  <a:pt x="12460719" y="0"/>
                </a:lnTo>
                <a:lnTo>
                  <a:pt x="12460719" y="5242525"/>
                </a:lnTo>
                <a:lnTo>
                  <a:pt x="0" y="5242525"/>
                </a:lnTo>
                <a:lnTo>
                  <a:pt x="0" y="4540381"/>
                </a:lnTo>
                <a:lnTo>
                  <a:pt x="770486" y="4540381"/>
                </a:lnTo>
                <a:cubicBezTo>
                  <a:pt x="923482" y="4540381"/>
                  <a:pt x="1047510" y="4416353"/>
                  <a:pt x="1047510" y="4263357"/>
                </a:cubicBezTo>
                <a:close/>
              </a:path>
            </a:pathLst>
          </a:custGeom>
        </p:spPr>
      </p:pic>
      <p:sp>
        <p:nvSpPr>
          <p:cNvPr id="2" name="Title 1">
            <a:extLst>
              <a:ext uri="{FF2B5EF4-FFF2-40B4-BE49-F238E27FC236}">
                <a16:creationId xmlns:a16="http://schemas.microsoft.com/office/drawing/2014/main" id="{F101353D-19F0-4884-9AB2-E050176C2C1A}"/>
              </a:ext>
            </a:extLst>
          </p:cNvPr>
          <p:cNvSpPr>
            <a:spLocks noGrp="1"/>
          </p:cNvSpPr>
          <p:nvPr>
            <p:ph type="title" hasCustomPrompt="1"/>
          </p:nvPr>
        </p:nvSpPr>
        <p:spPr>
          <a:xfrm>
            <a:off x="5590275" y="2009678"/>
            <a:ext cx="6229429" cy="2584733"/>
          </a:xfrm>
        </p:spPr>
        <p:txBody>
          <a:bodyPr anchor="b"/>
          <a:lstStyle>
            <a:lvl1pPr algn="l">
              <a:defRPr sz="6600" cap="all" baseline="0">
                <a:solidFill>
                  <a:schemeClr val="tx1">
                    <a:lumMod val="95000"/>
                  </a:schemeClr>
                </a:solidFill>
              </a:defRPr>
            </a:lvl1pPr>
          </a:lstStyle>
          <a:p>
            <a:r>
              <a:rPr lang="en-US"/>
              <a:t>DIVIDER Header or Callout</a:t>
            </a:r>
          </a:p>
        </p:txBody>
      </p:sp>
      <p:sp>
        <p:nvSpPr>
          <p:cNvPr id="3" name="Text Placeholder 2">
            <a:extLst>
              <a:ext uri="{FF2B5EF4-FFF2-40B4-BE49-F238E27FC236}">
                <a16:creationId xmlns:a16="http://schemas.microsoft.com/office/drawing/2014/main" id="{C10E0E0F-643C-4EE2-B4B4-39684E2614E3}"/>
              </a:ext>
            </a:extLst>
          </p:cNvPr>
          <p:cNvSpPr>
            <a:spLocks noGrp="1"/>
          </p:cNvSpPr>
          <p:nvPr>
            <p:ph type="body" idx="1" hasCustomPrompt="1"/>
          </p:nvPr>
        </p:nvSpPr>
        <p:spPr>
          <a:xfrm>
            <a:off x="5590274" y="4764831"/>
            <a:ext cx="6229430" cy="430028"/>
          </a:xfrm>
        </p:spPr>
        <p:txBody>
          <a:bodyPr/>
          <a:lstStyle>
            <a:lvl1pPr marL="0" indent="0" algn="l">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Subheading, optional</a:t>
            </a:r>
          </a:p>
        </p:txBody>
      </p:sp>
    </p:spTree>
    <p:extLst>
      <p:ext uri="{BB962C8B-B14F-4D97-AF65-F5344CB8AC3E}">
        <p14:creationId xmlns:p14="http://schemas.microsoft.com/office/powerpoint/2010/main" val="3599203728"/>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ull Image Background Option 1">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515B009-1BDC-47A6-9FDB-7E9186DA10D7}"/>
              </a:ext>
            </a:extLst>
          </p:cNvPr>
          <p:cNvSpPr/>
          <p:nvPr userDrawn="1"/>
        </p:nvSpPr>
        <p:spPr bwMode="white">
          <a:xfrm>
            <a:off x="-1" y="0"/>
            <a:ext cx="12192001" cy="6857999"/>
          </a:xfrm>
          <a:prstGeom prst="rect">
            <a:avLst/>
          </a:prstGeom>
          <a:gradFill flip="none" rotWithShape="1">
            <a:gsLst>
              <a:gs pos="39000">
                <a:schemeClr val="bg2">
                  <a:alpha val="0"/>
                </a:schemeClr>
              </a:gs>
              <a:gs pos="100000">
                <a:schemeClr val="bg2">
                  <a:alpha val="67666"/>
                </a:schemeClr>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12">
            <a:extLst>
              <a:ext uri="{FF2B5EF4-FFF2-40B4-BE49-F238E27FC236}">
                <a16:creationId xmlns:a16="http://schemas.microsoft.com/office/drawing/2014/main" id="{936C1A3C-9EBB-4EB3-96B1-9496B212E1CD}"/>
              </a:ext>
            </a:extLst>
          </p:cNvPr>
          <p:cNvSpPr>
            <a:spLocks noGrp="1"/>
          </p:cNvSpPr>
          <p:nvPr>
            <p:ph type="body" sz="quarter" idx="13"/>
          </p:nvPr>
        </p:nvSpPr>
        <p:spPr>
          <a:xfrm>
            <a:off x="399621" y="4974760"/>
            <a:ext cx="4444785" cy="1301750"/>
          </a:xfrm>
        </p:spPr>
        <p:txBody>
          <a:bodyPr/>
          <a:lstStyle>
            <a:lvl1pPr>
              <a:buClr>
                <a:schemeClr val="accent4"/>
              </a:buClr>
              <a:defRPr/>
            </a:lvl1pPr>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itle 13">
            <a:extLst>
              <a:ext uri="{FF2B5EF4-FFF2-40B4-BE49-F238E27FC236}">
                <a16:creationId xmlns:a16="http://schemas.microsoft.com/office/drawing/2014/main" id="{7275158B-7A67-426D-ACEC-E545021D665E}"/>
              </a:ext>
            </a:extLst>
          </p:cNvPr>
          <p:cNvSpPr>
            <a:spLocks noGrp="1"/>
          </p:cNvSpPr>
          <p:nvPr>
            <p:ph type="title" hasCustomPrompt="1"/>
          </p:nvPr>
        </p:nvSpPr>
        <p:spPr>
          <a:xfrm>
            <a:off x="403508" y="2566472"/>
            <a:ext cx="4444786" cy="2295693"/>
          </a:xfrm>
        </p:spPr>
        <p:txBody>
          <a:bodyPr/>
          <a:lstStyle>
            <a:lvl1pPr>
              <a:defRPr>
                <a:solidFill>
                  <a:schemeClr val="tx1"/>
                </a:solidFill>
              </a:defRPr>
            </a:lvl1pPr>
          </a:lstStyle>
          <a:p>
            <a:r>
              <a:rPr lang="en-US"/>
              <a:t>Divider or Impact Slide Option1</a:t>
            </a:r>
          </a:p>
        </p:txBody>
      </p:sp>
      <p:sp>
        <p:nvSpPr>
          <p:cNvPr id="12" name="TextBox 11">
            <a:extLst>
              <a:ext uri="{FF2B5EF4-FFF2-40B4-BE49-F238E27FC236}">
                <a16:creationId xmlns:a16="http://schemas.microsoft.com/office/drawing/2014/main" id="{8C16FE3C-5752-48B8-9DA4-7968A6B1B334}"/>
              </a:ext>
            </a:extLst>
          </p:cNvPr>
          <p:cNvSpPr txBox="1"/>
          <p:nvPr userDrawn="1"/>
        </p:nvSpPr>
        <p:spPr>
          <a:xfrm>
            <a:off x="-1377387" y="5251"/>
            <a:ext cx="1319384" cy="3600986"/>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To change the image, right-click on the image and choose “Format Background.” Select Picture or Texture Fill. Select a Full-Image-Slide approved image from the library on SharePoint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Marketing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Documents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Design Resources &gt;  PowerPoint Templates &gt; </a:t>
            </a:r>
            <a:r>
              <a:rPr lang="en-US" sz="900">
                <a:solidFill>
                  <a:schemeClr val="bg1"/>
                </a:solidFill>
              </a:rPr>
              <a:t>Anytime Fitness </a:t>
            </a:r>
            <a:r>
              <a:rPr kumimoji="0" lang="en-US" sz="900" b="0" i="0" u="none" strike="noStrike" kern="0" cap="none" spc="0" normalizeH="0" baseline="0" noProof="0">
                <a:ln>
                  <a:noFill/>
                </a:ln>
                <a:solidFill>
                  <a:srgbClr val="161614"/>
                </a:solidFill>
                <a:effectLst/>
                <a:uLnTx/>
                <a:uFillTx/>
              </a:rPr>
              <a:t>&gt;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PPT Image Library.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Or, simply type in this URL: </a:t>
            </a:r>
            <a:r>
              <a:rPr lang="en-US" sz="900">
                <a:hlinkClick r:id="rId3"/>
              </a:rPr>
              <a:t>bit.ly/AF-PPT</a:t>
            </a:r>
            <a:r>
              <a:rPr lang="en-US" sz="900"/>
              <a:t> </a:t>
            </a:r>
            <a:endParaRPr lang="en-US" sz="900" i="1"/>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161614"/>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You may move the text boxes depending on the image you use. </a:t>
            </a:r>
          </a:p>
        </p:txBody>
      </p:sp>
      <p:pic>
        <p:nvPicPr>
          <p:cNvPr id="5" name="Picture 4">
            <a:extLst>
              <a:ext uri="{FF2B5EF4-FFF2-40B4-BE49-F238E27FC236}">
                <a16:creationId xmlns:a16="http://schemas.microsoft.com/office/drawing/2014/main" id="{C9AE4D0D-76A0-97AF-129B-81454A90A178}"/>
              </a:ext>
            </a:extLst>
          </p:cNvPr>
          <p:cNvPicPr>
            <a:picLocks noChangeAspect="1"/>
          </p:cNvPicPr>
          <p:nvPr userDrawn="1"/>
        </p:nvPicPr>
        <p:blipFill>
          <a:blip r:embed="rId4"/>
          <a:stretch>
            <a:fillRect/>
          </a:stretch>
        </p:blipFill>
        <p:spPr>
          <a:xfrm>
            <a:off x="11228832" y="0"/>
            <a:ext cx="963168" cy="6858000"/>
          </a:xfrm>
          <a:prstGeom prst="rect">
            <a:avLst/>
          </a:prstGeom>
        </p:spPr>
      </p:pic>
      <p:pic>
        <p:nvPicPr>
          <p:cNvPr id="3" name="Graphic 2">
            <a:extLst>
              <a:ext uri="{FF2B5EF4-FFF2-40B4-BE49-F238E27FC236}">
                <a16:creationId xmlns:a16="http://schemas.microsoft.com/office/drawing/2014/main" id="{7B5D1954-B6FD-5BA5-7306-5D2F90DA81DD}"/>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26370194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tatement or Quote Option 1">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3BFD7D5-14DE-CC2F-5ED0-1A0F545D6B18}"/>
              </a:ext>
            </a:extLst>
          </p:cNvPr>
          <p:cNvSpPr/>
          <p:nvPr userDrawn="1"/>
        </p:nvSpPr>
        <p:spPr>
          <a:xfrm>
            <a:off x="2693772" y="0"/>
            <a:ext cx="9498227" cy="520219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ED72B5-0DE3-480A-A47C-380A51CCE9BF}"/>
              </a:ext>
            </a:extLst>
          </p:cNvPr>
          <p:cNvSpPr>
            <a:spLocks noGrp="1"/>
          </p:cNvSpPr>
          <p:nvPr>
            <p:ph type="title" hasCustomPrompt="1"/>
          </p:nvPr>
        </p:nvSpPr>
        <p:spPr>
          <a:xfrm>
            <a:off x="3726537" y="1039058"/>
            <a:ext cx="5823863" cy="2615662"/>
          </a:xfrm>
        </p:spPr>
        <p:txBody>
          <a:bodyPr/>
          <a:lstStyle>
            <a:lvl1pPr algn="l">
              <a:defRPr sz="3600">
                <a:solidFill>
                  <a:schemeClr val="tx1"/>
                </a:solidFill>
              </a:defRPr>
            </a:lvl1pPr>
          </a:lstStyle>
          <a:p>
            <a:r>
              <a:rPr lang="en-US"/>
              <a:t>Use brief story-prompting or high-impact statements </a:t>
            </a:r>
            <a:br>
              <a:rPr lang="en-US"/>
            </a:br>
            <a:r>
              <a:rPr lang="en-US"/>
              <a:t>or quotes.</a:t>
            </a:r>
          </a:p>
        </p:txBody>
      </p:sp>
      <p:sp>
        <p:nvSpPr>
          <p:cNvPr id="3" name="Date Placeholder 2">
            <a:extLst>
              <a:ext uri="{FF2B5EF4-FFF2-40B4-BE49-F238E27FC236}">
                <a16:creationId xmlns:a16="http://schemas.microsoft.com/office/drawing/2014/main" id="{77AABBCA-B42C-4879-939D-9EEF3E0CD065}"/>
              </a:ext>
            </a:extLst>
          </p:cNvPr>
          <p:cNvSpPr>
            <a:spLocks noGrp="1"/>
          </p:cNvSpPr>
          <p:nvPr>
            <p:ph type="dt" sz="half" idx="10"/>
          </p:nvPr>
        </p:nvSpPr>
        <p:spPr/>
        <p:txBody>
          <a:bodyPr/>
          <a:lstStyle/>
          <a:p>
            <a:fld id="{331BE257-1BCB-4EE5-A7A7-89254DCC1A7D}" type="datetime1">
              <a:rPr lang="en-US" smtClean="0"/>
              <a:t>4/17/24</a:t>
            </a:fld>
            <a:endParaRPr lang="en-US"/>
          </a:p>
        </p:txBody>
      </p:sp>
      <p:sp>
        <p:nvSpPr>
          <p:cNvPr id="5" name="Slide Number Placeholder 4">
            <a:extLst>
              <a:ext uri="{FF2B5EF4-FFF2-40B4-BE49-F238E27FC236}">
                <a16:creationId xmlns:a16="http://schemas.microsoft.com/office/drawing/2014/main" id="{5A70E992-8B9B-4752-AFD5-FA7BDF4AFFEC}"/>
              </a:ext>
            </a:extLst>
          </p:cNvPr>
          <p:cNvSpPr>
            <a:spLocks noGrp="1"/>
          </p:cNvSpPr>
          <p:nvPr>
            <p:ph type="sldNum" sz="quarter" idx="12"/>
          </p:nvPr>
        </p:nvSpPr>
        <p:spPr/>
        <p:txBody>
          <a:bodyPr/>
          <a:lstStyle/>
          <a:p>
            <a:fld id="{545951DD-1C6A-495F-8185-4C73F8F8B75A}" type="slidenum">
              <a:rPr lang="en-US" smtClean="0"/>
              <a:pPr/>
              <a:t>‹#›</a:t>
            </a:fld>
            <a:endParaRPr lang="en-US"/>
          </a:p>
        </p:txBody>
      </p:sp>
      <p:sp>
        <p:nvSpPr>
          <p:cNvPr id="7" name="Text Placeholder 6">
            <a:extLst>
              <a:ext uri="{FF2B5EF4-FFF2-40B4-BE49-F238E27FC236}">
                <a16:creationId xmlns:a16="http://schemas.microsoft.com/office/drawing/2014/main" id="{19A8536F-2A26-424C-A525-B200AC38198B}"/>
              </a:ext>
            </a:extLst>
          </p:cNvPr>
          <p:cNvSpPr>
            <a:spLocks noGrp="1"/>
          </p:cNvSpPr>
          <p:nvPr>
            <p:ph type="body" sz="quarter" idx="13" hasCustomPrompt="1"/>
          </p:nvPr>
        </p:nvSpPr>
        <p:spPr>
          <a:xfrm>
            <a:off x="3726537" y="3710886"/>
            <a:ext cx="4738925" cy="585941"/>
          </a:xfrm>
        </p:spPr>
        <p:txBody>
          <a:bodyPr/>
          <a:lstStyle>
            <a:lvl1pPr marL="0" indent="0" algn="l">
              <a:spcBef>
                <a:spcPts val="0"/>
              </a:spcBef>
              <a:buNone/>
              <a:defRPr sz="1000" b="0" cap="none" baseline="0">
                <a:solidFill>
                  <a:schemeClr val="tx1"/>
                </a:solidFill>
              </a:defRPr>
            </a:lvl1pPr>
            <a:lvl2pPr algn="ctr">
              <a:spcBef>
                <a:spcPts val="0"/>
              </a:spcBef>
              <a:buNone/>
              <a:defRPr sz="1000" b="0" cap="none" baseline="0"/>
            </a:lvl2pPr>
            <a:lvl3pPr marL="0" indent="0" algn="ctr">
              <a:spcBef>
                <a:spcPts val="0"/>
              </a:spcBef>
              <a:buNone/>
              <a:defRPr sz="1000" b="0" cap="none" baseline="0"/>
            </a:lvl3pPr>
            <a:lvl4pPr marL="0" indent="0" algn="ctr">
              <a:spcBef>
                <a:spcPts val="0"/>
              </a:spcBef>
              <a:buNone/>
              <a:defRPr sz="1000" b="0" cap="none" baseline="0"/>
            </a:lvl4pPr>
            <a:lvl5pPr marL="0" indent="0" algn="ctr">
              <a:spcBef>
                <a:spcPts val="0"/>
              </a:spcBef>
              <a:buNone/>
              <a:defRPr sz="1000" b="0" cap="none" baseline="0"/>
            </a:lvl5pPr>
          </a:lstStyle>
          <a:p>
            <a:pPr lvl="0"/>
            <a:r>
              <a:rPr lang="en-US"/>
              <a:t>Keep supporting copy simple or non existent.</a:t>
            </a:r>
          </a:p>
        </p:txBody>
      </p:sp>
      <p:sp>
        <p:nvSpPr>
          <p:cNvPr id="4" name="Footer Placeholder 3">
            <a:extLst>
              <a:ext uri="{FF2B5EF4-FFF2-40B4-BE49-F238E27FC236}">
                <a16:creationId xmlns:a16="http://schemas.microsoft.com/office/drawing/2014/main" id="{2005B65F-262C-483B-B42F-49281270B352}"/>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7275680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tatement or Quote Option 2">
    <p:bg>
      <p:bgPr>
        <a:solidFill>
          <a:schemeClr val="accent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FF2893E-8E09-0041-F569-01FD765F9A7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688"/>
            <a:ext cx="12192000" cy="6856622"/>
          </a:xfrm>
          <a:prstGeom prst="rect">
            <a:avLst/>
          </a:prstGeom>
        </p:spPr>
      </p:pic>
      <p:sp>
        <p:nvSpPr>
          <p:cNvPr id="12" name="Rectangle: Single Corner Rounded 11">
            <a:extLst>
              <a:ext uri="{FF2B5EF4-FFF2-40B4-BE49-F238E27FC236}">
                <a16:creationId xmlns:a16="http://schemas.microsoft.com/office/drawing/2014/main" id="{FFB97BF6-4D74-4C17-A650-2877BE077A03}"/>
              </a:ext>
            </a:extLst>
          </p:cNvPr>
          <p:cNvSpPr/>
          <p:nvPr userDrawn="1"/>
        </p:nvSpPr>
        <p:spPr bwMode="ltGray">
          <a:xfrm rot="10800000" flipH="1">
            <a:off x="-1" y="0"/>
            <a:ext cx="9844601" cy="5591654"/>
          </a:xfrm>
          <a:prstGeom prst="round1Rect">
            <a:avLst>
              <a:gd name="adj" fmla="val 0"/>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ED72B5-0DE3-480A-A47C-380A51CCE9BF}"/>
              </a:ext>
            </a:extLst>
          </p:cNvPr>
          <p:cNvSpPr>
            <a:spLocks noGrp="1"/>
          </p:cNvSpPr>
          <p:nvPr>
            <p:ph type="title" hasCustomPrompt="1"/>
          </p:nvPr>
        </p:nvSpPr>
        <p:spPr>
          <a:xfrm>
            <a:off x="1019498" y="1425815"/>
            <a:ext cx="7420892" cy="2153884"/>
          </a:xfrm>
        </p:spPr>
        <p:txBody>
          <a:bodyPr/>
          <a:lstStyle>
            <a:lvl1pPr algn="l">
              <a:defRPr sz="4000">
                <a:solidFill>
                  <a:schemeClr val="tx1"/>
                </a:solidFill>
              </a:defRPr>
            </a:lvl1pPr>
          </a:lstStyle>
          <a:p>
            <a:r>
              <a:rPr lang="en-US"/>
              <a:t>Use brief story-prompting or high-impact statements/</a:t>
            </a:r>
            <a:br>
              <a:rPr lang="en-US"/>
            </a:br>
            <a:r>
              <a:rPr lang="en-US"/>
              <a:t>quotes on these slides.</a:t>
            </a:r>
          </a:p>
        </p:txBody>
      </p:sp>
      <p:sp>
        <p:nvSpPr>
          <p:cNvPr id="3" name="Date Placeholder 2">
            <a:extLst>
              <a:ext uri="{FF2B5EF4-FFF2-40B4-BE49-F238E27FC236}">
                <a16:creationId xmlns:a16="http://schemas.microsoft.com/office/drawing/2014/main" id="{77AABBCA-B42C-4879-939D-9EEF3E0CD065}"/>
              </a:ext>
            </a:extLst>
          </p:cNvPr>
          <p:cNvSpPr>
            <a:spLocks noGrp="1"/>
          </p:cNvSpPr>
          <p:nvPr>
            <p:ph type="dt" sz="half" idx="10"/>
          </p:nvPr>
        </p:nvSpPr>
        <p:spPr/>
        <p:txBody>
          <a:bodyPr/>
          <a:lstStyle/>
          <a:p>
            <a:fld id="{9844FC6D-65AC-4F88-94EF-36A26B67D3BC}" type="datetime1">
              <a:rPr lang="en-US" smtClean="0"/>
              <a:t>4/17/24</a:t>
            </a:fld>
            <a:endParaRPr lang="en-US"/>
          </a:p>
        </p:txBody>
      </p:sp>
      <p:sp>
        <p:nvSpPr>
          <p:cNvPr id="4" name="Footer Placeholder 3">
            <a:extLst>
              <a:ext uri="{FF2B5EF4-FFF2-40B4-BE49-F238E27FC236}">
                <a16:creationId xmlns:a16="http://schemas.microsoft.com/office/drawing/2014/main" id="{2005B65F-262C-483B-B42F-49281270B352}"/>
              </a:ext>
            </a:extLst>
          </p:cNvPr>
          <p:cNvSpPr>
            <a:spLocks noGrp="1"/>
          </p:cNvSpPr>
          <p:nvPr>
            <p:ph type="ftr" sz="quarter" idx="11"/>
          </p:nvPr>
        </p:nvSpPr>
        <p:spPr/>
        <p:txBody>
          <a:bodyPr/>
          <a:lstStyle>
            <a:lvl1pPr>
              <a:defRPr>
                <a:solidFill>
                  <a:schemeClr val="tx1"/>
                </a:solidFill>
              </a:defRPr>
            </a:lvl1pPr>
          </a:lstStyle>
          <a:p>
            <a:endParaRPr lang="en-US"/>
          </a:p>
        </p:txBody>
      </p:sp>
      <p:sp>
        <p:nvSpPr>
          <p:cNvPr id="5" name="Slide Number Placeholder 4">
            <a:extLst>
              <a:ext uri="{FF2B5EF4-FFF2-40B4-BE49-F238E27FC236}">
                <a16:creationId xmlns:a16="http://schemas.microsoft.com/office/drawing/2014/main" id="{5A70E992-8B9B-4752-AFD5-FA7BDF4AFFEC}"/>
              </a:ext>
            </a:extLst>
          </p:cNvPr>
          <p:cNvSpPr>
            <a:spLocks noGrp="1"/>
          </p:cNvSpPr>
          <p:nvPr>
            <p:ph type="sldNum" sz="quarter" idx="12"/>
          </p:nvPr>
        </p:nvSpPr>
        <p:spPr bwMode="white"/>
        <p:txBody>
          <a:bodyPr/>
          <a:lstStyle/>
          <a:p>
            <a:fld id="{545951DD-1C6A-495F-8185-4C73F8F8B75A}" type="slidenum">
              <a:rPr lang="en-US" smtClean="0"/>
              <a:pPr/>
              <a:t>‹#›</a:t>
            </a:fld>
            <a:endParaRPr lang="en-US"/>
          </a:p>
        </p:txBody>
      </p:sp>
      <p:sp>
        <p:nvSpPr>
          <p:cNvPr id="7" name="Text Placeholder 6">
            <a:extLst>
              <a:ext uri="{FF2B5EF4-FFF2-40B4-BE49-F238E27FC236}">
                <a16:creationId xmlns:a16="http://schemas.microsoft.com/office/drawing/2014/main" id="{19A8536F-2A26-424C-A525-B200AC38198B}"/>
              </a:ext>
            </a:extLst>
          </p:cNvPr>
          <p:cNvSpPr>
            <a:spLocks noGrp="1"/>
          </p:cNvSpPr>
          <p:nvPr>
            <p:ph type="body" sz="quarter" idx="13" hasCustomPrompt="1"/>
          </p:nvPr>
        </p:nvSpPr>
        <p:spPr>
          <a:xfrm>
            <a:off x="1062834" y="3790031"/>
            <a:ext cx="5486400" cy="917813"/>
          </a:xfrm>
        </p:spPr>
        <p:txBody>
          <a:bodyPr/>
          <a:lstStyle>
            <a:lvl1pPr marL="0" indent="0" algn="l">
              <a:spcBef>
                <a:spcPts val="0"/>
              </a:spcBef>
              <a:buNone/>
              <a:defRPr sz="1000" b="0" cap="none" baseline="0">
                <a:solidFill>
                  <a:schemeClr val="tx1"/>
                </a:solidFill>
              </a:defRPr>
            </a:lvl1pPr>
            <a:lvl2pPr algn="ctr">
              <a:spcBef>
                <a:spcPts val="0"/>
              </a:spcBef>
              <a:buNone/>
              <a:defRPr sz="1000" b="0" cap="none" baseline="0"/>
            </a:lvl2pPr>
            <a:lvl3pPr marL="0" indent="0" algn="ctr">
              <a:spcBef>
                <a:spcPts val="0"/>
              </a:spcBef>
              <a:buNone/>
              <a:defRPr sz="1000" b="0" cap="none" baseline="0"/>
            </a:lvl3pPr>
            <a:lvl4pPr marL="0" indent="0" algn="ctr">
              <a:spcBef>
                <a:spcPts val="0"/>
              </a:spcBef>
              <a:buNone/>
              <a:defRPr sz="1000" b="0" cap="none" baseline="0"/>
            </a:lvl4pPr>
            <a:lvl5pPr marL="0" indent="0" algn="ctr">
              <a:spcBef>
                <a:spcPts val="0"/>
              </a:spcBef>
              <a:buNone/>
              <a:defRPr sz="1000" b="0" cap="none" baseline="0"/>
            </a:lvl5pPr>
          </a:lstStyle>
          <a:p>
            <a:pPr lvl="0"/>
            <a:r>
              <a:rPr lang="en-US"/>
              <a:t>Keep supporting copy simple or non existent.</a:t>
            </a:r>
          </a:p>
        </p:txBody>
      </p:sp>
      <p:pic>
        <p:nvPicPr>
          <p:cNvPr id="13" name="Graphic 12">
            <a:extLst>
              <a:ext uri="{FF2B5EF4-FFF2-40B4-BE49-F238E27FC236}">
                <a16:creationId xmlns:a16="http://schemas.microsoft.com/office/drawing/2014/main" id="{83378094-0398-414F-B98D-F20A339EF086}"/>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28312978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tatement or Quote Option 3">
    <p:bg>
      <p:bgRef idx="1001">
        <a:schemeClr val="bg1"/>
      </p:bgRef>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90639498-EAFC-AFC5-76E3-74C0285BDAF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4723" t="18912" r="4478" b="289"/>
          <a:stretch/>
        </p:blipFill>
        <p:spPr>
          <a:xfrm>
            <a:off x="10700" y="4810"/>
            <a:ext cx="12185897" cy="6853190"/>
          </a:xfrm>
          <a:prstGeom prst="rect">
            <a:avLst/>
          </a:prstGeom>
        </p:spPr>
      </p:pic>
      <p:sp>
        <p:nvSpPr>
          <p:cNvPr id="12" name="Rectangle: Single Corner Rounded 11">
            <a:extLst>
              <a:ext uri="{FF2B5EF4-FFF2-40B4-BE49-F238E27FC236}">
                <a16:creationId xmlns:a16="http://schemas.microsoft.com/office/drawing/2014/main" id="{FFB97BF6-4D74-4C17-A650-2877BE077A03}"/>
              </a:ext>
            </a:extLst>
          </p:cNvPr>
          <p:cNvSpPr/>
          <p:nvPr userDrawn="1"/>
        </p:nvSpPr>
        <p:spPr bwMode="ltGray">
          <a:xfrm rot="10800000" flipH="1">
            <a:off x="1246468" y="0"/>
            <a:ext cx="9844601" cy="5591654"/>
          </a:xfrm>
          <a:prstGeom prst="round1Rect">
            <a:avLst>
              <a:gd name="adj" fmla="val 0"/>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ED72B5-0DE3-480A-A47C-380A51CCE9BF}"/>
              </a:ext>
            </a:extLst>
          </p:cNvPr>
          <p:cNvSpPr>
            <a:spLocks noGrp="1"/>
          </p:cNvSpPr>
          <p:nvPr>
            <p:ph type="title" hasCustomPrompt="1"/>
          </p:nvPr>
        </p:nvSpPr>
        <p:spPr>
          <a:xfrm>
            <a:off x="2265967" y="1425815"/>
            <a:ext cx="7420892" cy="2153884"/>
          </a:xfrm>
        </p:spPr>
        <p:txBody>
          <a:bodyPr/>
          <a:lstStyle>
            <a:lvl1pPr algn="l">
              <a:defRPr sz="4000">
                <a:solidFill>
                  <a:schemeClr val="accent1"/>
                </a:solidFill>
              </a:defRPr>
            </a:lvl1pPr>
          </a:lstStyle>
          <a:p>
            <a:r>
              <a:rPr lang="en-US"/>
              <a:t>Use brief story-prompting or high-impact statements/</a:t>
            </a:r>
            <a:br>
              <a:rPr lang="en-US"/>
            </a:br>
            <a:r>
              <a:rPr lang="en-US"/>
              <a:t>quotes on these slides.</a:t>
            </a:r>
          </a:p>
        </p:txBody>
      </p:sp>
      <p:sp>
        <p:nvSpPr>
          <p:cNvPr id="3" name="Date Placeholder 2">
            <a:extLst>
              <a:ext uri="{FF2B5EF4-FFF2-40B4-BE49-F238E27FC236}">
                <a16:creationId xmlns:a16="http://schemas.microsoft.com/office/drawing/2014/main" id="{77AABBCA-B42C-4879-939D-9EEF3E0CD065}"/>
              </a:ext>
            </a:extLst>
          </p:cNvPr>
          <p:cNvSpPr>
            <a:spLocks noGrp="1"/>
          </p:cNvSpPr>
          <p:nvPr>
            <p:ph type="dt" sz="half" idx="10"/>
          </p:nvPr>
        </p:nvSpPr>
        <p:spPr/>
        <p:txBody>
          <a:bodyPr/>
          <a:lstStyle/>
          <a:p>
            <a:fld id="{9844FC6D-65AC-4F88-94EF-36A26B67D3BC}" type="datetime1">
              <a:rPr lang="en-US" smtClean="0"/>
              <a:t>4/17/24</a:t>
            </a:fld>
            <a:endParaRPr lang="en-US"/>
          </a:p>
        </p:txBody>
      </p:sp>
      <p:sp>
        <p:nvSpPr>
          <p:cNvPr id="4" name="Footer Placeholder 3">
            <a:extLst>
              <a:ext uri="{FF2B5EF4-FFF2-40B4-BE49-F238E27FC236}">
                <a16:creationId xmlns:a16="http://schemas.microsoft.com/office/drawing/2014/main" id="{2005B65F-262C-483B-B42F-49281270B352}"/>
              </a:ext>
            </a:extLst>
          </p:cNvPr>
          <p:cNvSpPr>
            <a:spLocks noGrp="1"/>
          </p:cNvSpPr>
          <p:nvPr>
            <p:ph type="ftr" sz="quarter" idx="11"/>
          </p:nvPr>
        </p:nvSpPr>
        <p:spPr/>
        <p:txBody>
          <a:bodyPr/>
          <a:lstStyle>
            <a:lvl1pPr>
              <a:defRPr>
                <a:solidFill>
                  <a:schemeClr val="tx1"/>
                </a:solidFill>
              </a:defRPr>
            </a:lvl1pPr>
          </a:lstStyle>
          <a:p>
            <a:endParaRPr lang="en-US"/>
          </a:p>
        </p:txBody>
      </p:sp>
      <p:sp>
        <p:nvSpPr>
          <p:cNvPr id="7" name="Text Placeholder 6">
            <a:extLst>
              <a:ext uri="{FF2B5EF4-FFF2-40B4-BE49-F238E27FC236}">
                <a16:creationId xmlns:a16="http://schemas.microsoft.com/office/drawing/2014/main" id="{19A8536F-2A26-424C-A525-B200AC38198B}"/>
              </a:ext>
            </a:extLst>
          </p:cNvPr>
          <p:cNvSpPr>
            <a:spLocks noGrp="1"/>
          </p:cNvSpPr>
          <p:nvPr>
            <p:ph type="body" sz="quarter" idx="13" hasCustomPrompt="1"/>
          </p:nvPr>
        </p:nvSpPr>
        <p:spPr>
          <a:xfrm>
            <a:off x="2309303" y="3790031"/>
            <a:ext cx="5486400" cy="917813"/>
          </a:xfrm>
        </p:spPr>
        <p:txBody>
          <a:bodyPr/>
          <a:lstStyle>
            <a:lvl1pPr marL="0" indent="0" algn="l">
              <a:spcBef>
                <a:spcPts val="0"/>
              </a:spcBef>
              <a:buNone/>
              <a:defRPr sz="1000" b="0" cap="none" baseline="0">
                <a:solidFill>
                  <a:schemeClr val="accent1"/>
                </a:solidFill>
              </a:defRPr>
            </a:lvl1pPr>
            <a:lvl2pPr algn="ctr">
              <a:spcBef>
                <a:spcPts val="0"/>
              </a:spcBef>
              <a:buNone/>
              <a:defRPr sz="1000" b="0" cap="none" baseline="0"/>
            </a:lvl2pPr>
            <a:lvl3pPr marL="0" indent="0" algn="ctr">
              <a:spcBef>
                <a:spcPts val="0"/>
              </a:spcBef>
              <a:buNone/>
              <a:defRPr sz="1000" b="0" cap="none" baseline="0"/>
            </a:lvl3pPr>
            <a:lvl4pPr marL="0" indent="0" algn="ctr">
              <a:spcBef>
                <a:spcPts val="0"/>
              </a:spcBef>
              <a:buNone/>
              <a:defRPr sz="1000" b="0" cap="none" baseline="0"/>
            </a:lvl4pPr>
            <a:lvl5pPr marL="0" indent="0" algn="ctr">
              <a:spcBef>
                <a:spcPts val="0"/>
              </a:spcBef>
              <a:buNone/>
              <a:defRPr sz="1000" b="0" cap="none" baseline="0"/>
            </a:lvl5pPr>
          </a:lstStyle>
          <a:p>
            <a:pPr lvl="0"/>
            <a:r>
              <a:rPr lang="en-US"/>
              <a:t>Keep supporting copy simple or non existent.</a:t>
            </a:r>
          </a:p>
        </p:txBody>
      </p:sp>
      <p:sp>
        <p:nvSpPr>
          <p:cNvPr id="6" name="Slide Number Placeholder 3">
            <a:extLst>
              <a:ext uri="{FF2B5EF4-FFF2-40B4-BE49-F238E27FC236}">
                <a16:creationId xmlns:a16="http://schemas.microsoft.com/office/drawing/2014/main" id="{7DD6D999-E340-093D-5C46-0A4C04855D2C}"/>
              </a:ext>
            </a:extLst>
          </p:cNvPr>
          <p:cNvSpPr>
            <a:spLocks noGrp="1"/>
          </p:cNvSpPr>
          <p:nvPr>
            <p:ph type="sldNum" sz="quarter" idx="14"/>
          </p:nvPr>
        </p:nvSpPr>
        <p:spPr>
          <a:xfrm>
            <a:off x="11674225" y="5477347"/>
            <a:ext cx="305503" cy="306298"/>
          </a:xfrm>
          <a:ln>
            <a:solidFill>
              <a:schemeClr val="accent1"/>
            </a:solidFill>
          </a:ln>
        </p:spPr>
        <p:txBody>
          <a:bodyPr/>
          <a:lstStyle>
            <a:lvl1pPr>
              <a:defRPr>
                <a:solidFill>
                  <a:schemeClr val="accent1"/>
                </a:solidFill>
              </a:defRPr>
            </a:lvl1pPr>
          </a:lstStyle>
          <a:p>
            <a:fld id="{545951DD-1C6A-495F-8185-4C73F8F8B75A}" type="slidenum">
              <a:rPr lang="en-US" smtClean="0"/>
              <a:pPr/>
              <a:t>‹#›</a:t>
            </a:fld>
            <a:endParaRPr lang="en-US"/>
          </a:p>
        </p:txBody>
      </p:sp>
      <p:grpSp>
        <p:nvGrpSpPr>
          <p:cNvPr id="9" name="Graphic 11">
            <a:extLst>
              <a:ext uri="{FF2B5EF4-FFF2-40B4-BE49-F238E27FC236}">
                <a16:creationId xmlns:a16="http://schemas.microsoft.com/office/drawing/2014/main" id="{3AFDA6EC-F399-73DA-5027-21768A87A387}"/>
              </a:ext>
            </a:extLst>
          </p:cNvPr>
          <p:cNvGrpSpPr/>
          <p:nvPr userDrawn="1"/>
        </p:nvGrpSpPr>
        <p:grpSpPr>
          <a:xfrm rot="16200000">
            <a:off x="11384220" y="6170961"/>
            <a:ext cx="912230" cy="242400"/>
            <a:chOff x="11384220" y="6170961"/>
            <a:chExt cx="912230" cy="242400"/>
          </a:xfrm>
          <a:solidFill>
            <a:srgbClr val="2D2926"/>
          </a:solidFill>
        </p:grpSpPr>
        <p:sp>
          <p:nvSpPr>
            <p:cNvPr id="10" name="Freeform: Shape 10">
              <a:extLst>
                <a:ext uri="{FF2B5EF4-FFF2-40B4-BE49-F238E27FC236}">
                  <a16:creationId xmlns:a16="http://schemas.microsoft.com/office/drawing/2014/main" id="{B0F1A0E7-BC14-6BEB-4D44-142936A7F3F9}"/>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1" name="Freeform: Shape 11">
              <a:extLst>
                <a:ext uri="{FF2B5EF4-FFF2-40B4-BE49-F238E27FC236}">
                  <a16:creationId xmlns:a16="http://schemas.microsoft.com/office/drawing/2014/main" id="{2CE81242-5C8E-924A-9828-0CB634771F83}"/>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4" name="Freeform: Shape 12">
              <a:extLst>
                <a:ext uri="{FF2B5EF4-FFF2-40B4-BE49-F238E27FC236}">
                  <a16:creationId xmlns:a16="http://schemas.microsoft.com/office/drawing/2014/main" id="{7015C2C1-45EC-5F91-E37E-5F3025A2B683}"/>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5" name="Freeform: Shape 13">
              <a:extLst>
                <a:ext uri="{FF2B5EF4-FFF2-40B4-BE49-F238E27FC236}">
                  <a16:creationId xmlns:a16="http://schemas.microsoft.com/office/drawing/2014/main" id="{566D63CC-9FB0-18CD-27BF-7968C3F13528}"/>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6" name="Freeform: Shape 14">
              <a:extLst>
                <a:ext uri="{FF2B5EF4-FFF2-40B4-BE49-F238E27FC236}">
                  <a16:creationId xmlns:a16="http://schemas.microsoft.com/office/drawing/2014/main" id="{911285A1-54CB-C6B4-E58D-E9C2EEFA1BE7}"/>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7" name="Freeform: Shape 15">
              <a:extLst>
                <a:ext uri="{FF2B5EF4-FFF2-40B4-BE49-F238E27FC236}">
                  <a16:creationId xmlns:a16="http://schemas.microsoft.com/office/drawing/2014/main" id="{6EB8AF23-D146-AF5D-FF34-4E574E78360B}"/>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8" name="Freeform: Shape 16">
              <a:extLst>
                <a:ext uri="{FF2B5EF4-FFF2-40B4-BE49-F238E27FC236}">
                  <a16:creationId xmlns:a16="http://schemas.microsoft.com/office/drawing/2014/main" id="{D4981D79-CE1C-53B6-FB4F-5C6A988B259C}"/>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9" name="Freeform: Shape 17">
              <a:extLst>
                <a:ext uri="{FF2B5EF4-FFF2-40B4-BE49-F238E27FC236}">
                  <a16:creationId xmlns:a16="http://schemas.microsoft.com/office/drawing/2014/main" id="{8E6C08C5-8CF0-5A81-6FE5-463A27F018FF}"/>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0" name="Freeform: Shape 18">
              <a:extLst>
                <a:ext uri="{FF2B5EF4-FFF2-40B4-BE49-F238E27FC236}">
                  <a16:creationId xmlns:a16="http://schemas.microsoft.com/office/drawing/2014/main" id="{8E3929A0-BD91-8861-D4A1-861A98497A84}"/>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1" name="Freeform: Shape 19">
              <a:extLst>
                <a:ext uri="{FF2B5EF4-FFF2-40B4-BE49-F238E27FC236}">
                  <a16:creationId xmlns:a16="http://schemas.microsoft.com/office/drawing/2014/main" id="{2B591DD1-A37D-502F-6266-721E037CC846}"/>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2" name="Freeform: Shape 20">
              <a:extLst>
                <a:ext uri="{FF2B5EF4-FFF2-40B4-BE49-F238E27FC236}">
                  <a16:creationId xmlns:a16="http://schemas.microsoft.com/office/drawing/2014/main" id="{DB750035-2449-0DD6-62D0-542701723180}"/>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3" name="Freeform: Shape 21">
              <a:extLst>
                <a:ext uri="{FF2B5EF4-FFF2-40B4-BE49-F238E27FC236}">
                  <a16:creationId xmlns:a16="http://schemas.microsoft.com/office/drawing/2014/main" id="{2CC0C1BC-95E9-A6CB-9604-0007B89D65C5}"/>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4" name="Freeform: Shape 22">
              <a:extLst>
                <a:ext uri="{FF2B5EF4-FFF2-40B4-BE49-F238E27FC236}">
                  <a16:creationId xmlns:a16="http://schemas.microsoft.com/office/drawing/2014/main" id="{3A10A75D-3A37-AE9B-411B-23EBC3CF469F}"/>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5" name="Freeform: Shape 23">
              <a:extLst>
                <a:ext uri="{FF2B5EF4-FFF2-40B4-BE49-F238E27FC236}">
                  <a16:creationId xmlns:a16="http://schemas.microsoft.com/office/drawing/2014/main" id="{59156A5E-038E-D347-1BA1-374169C58F17}"/>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6" name="Freeform: Shape 24">
              <a:extLst>
                <a:ext uri="{FF2B5EF4-FFF2-40B4-BE49-F238E27FC236}">
                  <a16:creationId xmlns:a16="http://schemas.microsoft.com/office/drawing/2014/main" id="{3102E551-0352-7D17-63DD-1B30AFFA59F0}"/>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7" name="Freeform: Shape 25">
              <a:extLst>
                <a:ext uri="{FF2B5EF4-FFF2-40B4-BE49-F238E27FC236}">
                  <a16:creationId xmlns:a16="http://schemas.microsoft.com/office/drawing/2014/main" id="{80C8959A-6147-1A5C-2C9C-EC29F22B5429}"/>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8" name="Freeform: Shape 26">
              <a:extLst>
                <a:ext uri="{FF2B5EF4-FFF2-40B4-BE49-F238E27FC236}">
                  <a16:creationId xmlns:a16="http://schemas.microsoft.com/office/drawing/2014/main" id="{F273E2A4-1D37-9AB2-241C-6DA9523063F6}"/>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rgbClr val="6E38D5"/>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9" name="Freeform: Shape 27">
              <a:extLst>
                <a:ext uri="{FF2B5EF4-FFF2-40B4-BE49-F238E27FC236}">
                  <a16:creationId xmlns:a16="http://schemas.microsoft.com/office/drawing/2014/main" id="{5BD551A1-2506-8B46-D680-2BECC08CD431}"/>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rgbClr val="6E38D5"/>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grpSp>
    </p:spTree>
    <p:extLst>
      <p:ext uri="{BB962C8B-B14F-4D97-AF65-F5344CB8AC3E}">
        <p14:creationId xmlns:p14="http://schemas.microsoft.com/office/powerpoint/2010/main" val="4285288161"/>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4CF92-F2B5-449F-9CD2-4B523555DB43}"/>
              </a:ext>
            </a:extLst>
          </p:cNvPr>
          <p:cNvSpPr>
            <a:spLocks noGrp="1"/>
          </p:cNvSpPr>
          <p:nvPr>
            <p:ph type="title"/>
          </p:nvPr>
        </p:nvSpPr>
        <p:spPr/>
        <p:txBody>
          <a:bodyPr anchor="ctr"/>
          <a:lstStyle>
            <a:lvl1pPr algn="ctr">
              <a:defRPr>
                <a:solidFill>
                  <a:schemeClr val="tx1">
                    <a:lumMod val="95000"/>
                  </a:schemeClr>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1B7AAF6-E3B6-4889-995F-680EA15D1B23}"/>
              </a:ext>
            </a:extLst>
          </p:cNvPr>
          <p:cNvSpPr>
            <a:spLocks noGrp="1"/>
          </p:cNvSpPr>
          <p:nvPr>
            <p:ph idx="1"/>
          </p:nvPr>
        </p:nvSpPr>
        <p:spPr/>
        <p:txBody>
          <a:bodyPr/>
          <a:lstStyle>
            <a:lvl1pPr>
              <a:spcBef>
                <a:spcPts val="1000"/>
              </a:spcBef>
              <a:buClr>
                <a:schemeClr val="accent4"/>
              </a:buClr>
              <a:defRPr sz="1600"/>
            </a:lvl1pPr>
            <a:lvl2pPr>
              <a:spcBef>
                <a:spcPts val="500"/>
              </a:spcBef>
              <a:defRPr sz="1400"/>
            </a:lvl2pPr>
            <a:lvl3pPr>
              <a:spcBef>
                <a:spcPts val="500"/>
              </a:spcBef>
              <a:defRPr sz="1200"/>
            </a:lvl3pPr>
            <a:lvl4pPr>
              <a:spcBef>
                <a:spcPts val="500"/>
              </a:spcBef>
              <a:defRPr sz="1050"/>
            </a:lvl4pPr>
            <a:lvl5pPr>
              <a:spcBef>
                <a:spcPts val="50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291F72-C969-484D-8553-B7C5876B23FB}"/>
              </a:ext>
            </a:extLst>
          </p:cNvPr>
          <p:cNvSpPr>
            <a:spLocks noGrp="1"/>
          </p:cNvSpPr>
          <p:nvPr>
            <p:ph type="dt" sz="half" idx="10"/>
          </p:nvPr>
        </p:nvSpPr>
        <p:spPr/>
        <p:txBody>
          <a:bodyPr/>
          <a:lstStyle/>
          <a:p>
            <a:fld id="{8BEBF235-CE04-47F3-A62B-EBFE5C5FCB13}" type="datetime1">
              <a:rPr lang="en-US" smtClean="0"/>
              <a:t>4/17/24</a:t>
            </a:fld>
            <a:endParaRPr lang="en-US"/>
          </a:p>
        </p:txBody>
      </p:sp>
      <p:sp>
        <p:nvSpPr>
          <p:cNvPr id="8" name="Footer Placeholder 7">
            <a:extLst>
              <a:ext uri="{FF2B5EF4-FFF2-40B4-BE49-F238E27FC236}">
                <a16:creationId xmlns:a16="http://schemas.microsoft.com/office/drawing/2014/main" id="{901A6DAF-CE58-4DD4-9386-F52DFE4F7B9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3236377-B647-4ADD-AED3-3AB7F40DAFAC}"/>
              </a:ext>
            </a:extLst>
          </p:cNvPr>
          <p:cNvSpPr>
            <a:spLocks noGrp="1"/>
          </p:cNvSpPr>
          <p:nvPr>
            <p:ph type="sldNum" sz="quarter" idx="12"/>
          </p:nvPr>
        </p:nvSpPr>
        <p:spPr/>
        <p:txBody>
          <a:bodyPr/>
          <a:lstStyle/>
          <a:p>
            <a:fld id="{545951DD-1C6A-495F-8185-4C73F8F8B75A}" type="slidenum">
              <a:rPr lang="en-US" smtClean="0"/>
              <a:pPr/>
              <a:t>‹#›</a:t>
            </a:fld>
            <a:endParaRPr lang="en-US"/>
          </a:p>
        </p:txBody>
      </p:sp>
      <p:pic>
        <p:nvPicPr>
          <p:cNvPr id="5" name="Picture 4">
            <a:extLst>
              <a:ext uri="{FF2B5EF4-FFF2-40B4-BE49-F238E27FC236}">
                <a16:creationId xmlns:a16="http://schemas.microsoft.com/office/drawing/2014/main" id="{33D008CB-0769-6E3F-3298-9EB9BECB5217}"/>
              </a:ext>
            </a:extLst>
          </p:cNvPr>
          <p:cNvPicPr>
            <a:picLocks noChangeAspect="1"/>
          </p:cNvPicPr>
          <p:nvPr userDrawn="1"/>
        </p:nvPicPr>
        <p:blipFill>
          <a:blip r:embed="rId2"/>
          <a:stretch>
            <a:fillRect/>
          </a:stretch>
        </p:blipFill>
        <p:spPr>
          <a:xfrm>
            <a:off x="0" y="0"/>
            <a:ext cx="12192000" cy="304800"/>
          </a:xfrm>
          <a:prstGeom prst="rect">
            <a:avLst/>
          </a:prstGeom>
        </p:spPr>
      </p:pic>
    </p:spTree>
    <p:extLst>
      <p:ext uri="{BB962C8B-B14F-4D97-AF65-F5344CB8AC3E}">
        <p14:creationId xmlns:p14="http://schemas.microsoft.com/office/powerpoint/2010/main" val="34788814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with Stripes">
    <p:bg>
      <p:bgPr>
        <a:solidFill>
          <a:schemeClr val="accent1"/>
        </a:solidFill>
        <a:effectLst/>
      </p:bgPr>
    </p:bg>
    <p:spTree>
      <p:nvGrpSpPr>
        <p:cNvPr id="1" name=""/>
        <p:cNvGrpSpPr/>
        <p:nvPr/>
      </p:nvGrpSpPr>
      <p:grpSpPr>
        <a:xfrm>
          <a:off x="0" y="0"/>
          <a:ext cx="0" cy="0"/>
          <a:chOff x="0" y="0"/>
          <a:chExt cx="0" cy="0"/>
        </a:xfrm>
      </p:grpSpPr>
      <p:pic>
        <p:nvPicPr>
          <p:cNvPr id="4" name="Picture 3" descr="A picture containing coelenterate&#10;&#10;Description automatically generated">
            <a:extLst>
              <a:ext uri="{FF2B5EF4-FFF2-40B4-BE49-F238E27FC236}">
                <a16:creationId xmlns:a16="http://schemas.microsoft.com/office/drawing/2014/main" id="{378659EB-C540-3CC9-9102-6F981BCB68F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5625"/>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015C013-E1B7-1FCC-FB3D-C2E9C6B0EF51}"/>
              </a:ext>
            </a:extLst>
          </p:cNvPr>
          <p:cNvSpPr/>
          <p:nvPr userDrawn="1"/>
        </p:nvSpPr>
        <p:spPr>
          <a:xfrm>
            <a:off x="624348" y="1"/>
            <a:ext cx="10943303" cy="629533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64CF92-F2B5-449F-9CD2-4B523555DB43}"/>
              </a:ext>
            </a:extLst>
          </p:cNvPr>
          <p:cNvSpPr>
            <a:spLocks noGrp="1"/>
          </p:cNvSpPr>
          <p:nvPr>
            <p:ph type="title"/>
          </p:nvPr>
        </p:nvSpPr>
        <p:spPr/>
        <p:txBody>
          <a:bodyPr anchor="ctr"/>
          <a:lstStyle>
            <a:lvl1pPr algn="ctr">
              <a:defRPr>
                <a:solidFill>
                  <a:schemeClr val="tx1">
                    <a:lumMod val="95000"/>
                  </a:schemeClr>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1B7AAF6-E3B6-4889-995F-680EA15D1B23}"/>
              </a:ext>
            </a:extLst>
          </p:cNvPr>
          <p:cNvSpPr>
            <a:spLocks noGrp="1"/>
          </p:cNvSpPr>
          <p:nvPr>
            <p:ph idx="1"/>
          </p:nvPr>
        </p:nvSpPr>
        <p:spPr/>
        <p:txBody>
          <a:bodyPr/>
          <a:lstStyle>
            <a:lvl1pPr>
              <a:spcBef>
                <a:spcPts val="1000"/>
              </a:spcBef>
              <a:defRPr sz="1600"/>
            </a:lvl1pPr>
            <a:lvl2pPr>
              <a:spcBef>
                <a:spcPts val="500"/>
              </a:spcBef>
              <a:defRPr sz="1400"/>
            </a:lvl2pPr>
            <a:lvl3pPr>
              <a:spcBef>
                <a:spcPts val="500"/>
              </a:spcBef>
              <a:defRPr sz="1200"/>
            </a:lvl3pPr>
            <a:lvl4pPr>
              <a:spcBef>
                <a:spcPts val="500"/>
              </a:spcBef>
              <a:defRPr sz="1050"/>
            </a:lvl4pPr>
            <a:lvl5pPr>
              <a:spcBef>
                <a:spcPts val="50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291F72-C969-484D-8553-B7C5876B23FB}"/>
              </a:ext>
            </a:extLst>
          </p:cNvPr>
          <p:cNvSpPr>
            <a:spLocks noGrp="1"/>
          </p:cNvSpPr>
          <p:nvPr>
            <p:ph type="dt" sz="half" idx="10"/>
          </p:nvPr>
        </p:nvSpPr>
        <p:spPr/>
        <p:txBody>
          <a:bodyPr/>
          <a:lstStyle/>
          <a:p>
            <a:fld id="{8BEBF235-CE04-47F3-A62B-EBFE5C5FCB13}" type="datetime1">
              <a:rPr lang="en-US" smtClean="0"/>
              <a:t>4/17/24</a:t>
            </a:fld>
            <a:endParaRPr lang="en-US"/>
          </a:p>
        </p:txBody>
      </p:sp>
      <p:sp>
        <p:nvSpPr>
          <p:cNvPr id="8" name="Footer Placeholder 7">
            <a:extLst>
              <a:ext uri="{FF2B5EF4-FFF2-40B4-BE49-F238E27FC236}">
                <a16:creationId xmlns:a16="http://schemas.microsoft.com/office/drawing/2014/main" id="{901A6DAF-CE58-4DD4-9386-F52DFE4F7B9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3236377-B647-4ADD-AED3-3AB7F40DAFAC}"/>
              </a:ext>
            </a:extLst>
          </p:cNvPr>
          <p:cNvSpPr>
            <a:spLocks noGrp="1"/>
          </p:cNvSpPr>
          <p:nvPr>
            <p:ph type="sldNum" sz="quarter" idx="12"/>
          </p:nvPr>
        </p:nvSpPr>
        <p:spPr/>
        <p:txBody>
          <a:bodyPr/>
          <a:lstStyle/>
          <a:p>
            <a:fld id="{545951DD-1C6A-495F-8185-4C73F8F8B75A}" type="slidenum">
              <a:rPr lang="en-US" smtClean="0"/>
              <a:pPr/>
              <a:t>‹#›</a:t>
            </a:fld>
            <a:endParaRPr lang="en-US"/>
          </a:p>
        </p:txBody>
      </p:sp>
    </p:spTree>
    <p:extLst>
      <p:ext uri="{BB962C8B-B14F-4D97-AF65-F5344CB8AC3E}">
        <p14:creationId xmlns:p14="http://schemas.microsoft.com/office/powerpoint/2010/main" val="293437490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obj" preserve="1">
  <p:cSld name="Title and Content - Light Bg">
    <p:bg>
      <p:bgRef idx="1001">
        <a:schemeClr val="bg1"/>
      </p:bgRef>
    </p:bg>
    <p:spTree>
      <p:nvGrpSpPr>
        <p:cNvPr id="1" name=""/>
        <p:cNvGrpSpPr/>
        <p:nvPr/>
      </p:nvGrpSpPr>
      <p:grpSpPr>
        <a:xfrm>
          <a:off x="0" y="0"/>
          <a:ext cx="0" cy="0"/>
          <a:chOff x="0" y="0"/>
          <a:chExt cx="0" cy="0"/>
        </a:xfrm>
      </p:grpSpPr>
      <p:pic>
        <p:nvPicPr>
          <p:cNvPr id="29" name="Picture 28" descr="A picture containing coelenterate&#10;&#10;Description automatically generated">
            <a:extLst>
              <a:ext uri="{FF2B5EF4-FFF2-40B4-BE49-F238E27FC236}">
                <a16:creationId xmlns:a16="http://schemas.microsoft.com/office/drawing/2014/main" id="{8059FA69-BA72-6A26-8F76-555D3953C3C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5625" r="95882"/>
          <a:stretch/>
        </p:blipFill>
        <p:spPr>
          <a:xfrm>
            <a:off x="0" y="0"/>
            <a:ext cx="502086" cy="6858000"/>
          </a:xfrm>
          <a:prstGeom prst="rect">
            <a:avLst/>
          </a:prstGeom>
        </p:spPr>
      </p:pic>
      <p:sp>
        <p:nvSpPr>
          <p:cNvPr id="2" name="Title 1">
            <a:extLst>
              <a:ext uri="{FF2B5EF4-FFF2-40B4-BE49-F238E27FC236}">
                <a16:creationId xmlns:a16="http://schemas.microsoft.com/office/drawing/2014/main" id="{A764CF92-F2B5-449F-9CD2-4B523555DB43}"/>
              </a:ext>
            </a:extLst>
          </p:cNvPr>
          <p:cNvSpPr>
            <a:spLocks noGrp="1"/>
          </p:cNvSpPr>
          <p:nvPr>
            <p:ph type="title"/>
          </p:nvPr>
        </p:nvSpPr>
        <p:spPr/>
        <p:txBody>
          <a:bodyPr anchor="ctr"/>
          <a:lstStyle>
            <a:lvl1pPr algn="ctr">
              <a:defRPr>
                <a:solidFill>
                  <a:schemeClr val="accent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1B7AAF6-E3B6-4889-995F-680EA15D1B23}"/>
              </a:ext>
            </a:extLst>
          </p:cNvPr>
          <p:cNvSpPr>
            <a:spLocks noGrp="1"/>
          </p:cNvSpPr>
          <p:nvPr>
            <p:ph idx="1"/>
          </p:nvPr>
        </p:nvSpPr>
        <p:spPr/>
        <p:txBody>
          <a:bodyPr/>
          <a:lstStyle>
            <a:lvl1pPr>
              <a:spcBef>
                <a:spcPts val="1000"/>
              </a:spcBef>
              <a:buClr>
                <a:schemeClr val="accent4"/>
              </a:buClr>
              <a:defRPr sz="1600">
                <a:solidFill>
                  <a:schemeClr val="tx1"/>
                </a:solidFill>
              </a:defRPr>
            </a:lvl1pPr>
            <a:lvl2pPr>
              <a:spcBef>
                <a:spcPts val="500"/>
              </a:spcBef>
              <a:buClr>
                <a:schemeClr val="tx1"/>
              </a:buClr>
              <a:defRPr sz="1400">
                <a:solidFill>
                  <a:schemeClr val="tx1"/>
                </a:solidFill>
              </a:defRPr>
            </a:lvl2pPr>
            <a:lvl3pPr>
              <a:spcBef>
                <a:spcPts val="500"/>
              </a:spcBef>
              <a:buClr>
                <a:schemeClr val="tx1"/>
              </a:buClr>
              <a:defRPr sz="1200">
                <a:solidFill>
                  <a:schemeClr val="tx1"/>
                </a:solidFill>
              </a:defRPr>
            </a:lvl3pPr>
            <a:lvl4pPr>
              <a:spcBef>
                <a:spcPts val="500"/>
              </a:spcBef>
              <a:buClr>
                <a:schemeClr val="tx1"/>
              </a:buClr>
              <a:defRPr sz="1050">
                <a:solidFill>
                  <a:schemeClr val="tx1"/>
                </a:solidFill>
              </a:defRPr>
            </a:lvl4pPr>
            <a:lvl5pPr>
              <a:spcBef>
                <a:spcPts val="500"/>
              </a:spcBef>
              <a:buClr>
                <a:schemeClr val="tx1"/>
              </a:buCl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291F72-C969-484D-8553-B7C5876B23FB}"/>
              </a:ext>
            </a:extLst>
          </p:cNvPr>
          <p:cNvSpPr>
            <a:spLocks noGrp="1"/>
          </p:cNvSpPr>
          <p:nvPr>
            <p:ph type="dt" sz="half" idx="10"/>
          </p:nvPr>
        </p:nvSpPr>
        <p:spPr/>
        <p:txBody>
          <a:bodyPr/>
          <a:lstStyle/>
          <a:p>
            <a:fld id="{373BEA2D-691C-4F73-B97E-B731DE7C6E1A}" type="datetime1">
              <a:rPr lang="en-US" smtClean="0"/>
              <a:t>4/17/24</a:t>
            </a:fld>
            <a:endParaRPr lang="en-US"/>
          </a:p>
        </p:txBody>
      </p:sp>
      <p:sp>
        <p:nvSpPr>
          <p:cNvPr id="8" name="Footer Placeholder 7">
            <a:extLst>
              <a:ext uri="{FF2B5EF4-FFF2-40B4-BE49-F238E27FC236}">
                <a16:creationId xmlns:a16="http://schemas.microsoft.com/office/drawing/2014/main" id="{901A6DAF-CE58-4DD4-9386-F52DFE4F7B93}"/>
              </a:ext>
            </a:extLst>
          </p:cNvPr>
          <p:cNvSpPr>
            <a:spLocks noGrp="1"/>
          </p:cNvSpPr>
          <p:nvPr>
            <p:ph type="ftr" sz="quarter" idx="11"/>
          </p:nvPr>
        </p:nvSpPr>
        <p:spPr>
          <a:xfrm>
            <a:off x="880782" y="6394105"/>
            <a:ext cx="9721979" cy="365125"/>
          </a:xfrm>
        </p:spPr>
        <p:txBody>
          <a:bodyPr/>
          <a:lstStyle/>
          <a:p>
            <a:endParaRPr lang="en-US"/>
          </a:p>
        </p:txBody>
      </p:sp>
      <p:sp>
        <p:nvSpPr>
          <p:cNvPr id="10" name="Slide Number Placeholder 6">
            <a:extLst>
              <a:ext uri="{FF2B5EF4-FFF2-40B4-BE49-F238E27FC236}">
                <a16:creationId xmlns:a16="http://schemas.microsoft.com/office/drawing/2014/main" id="{8FCD7872-5F89-9EC8-BDCF-42C979D76E4F}"/>
              </a:ext>
            </a:extLst>
          </p:cNvPr>
          <p:cNvSpPr>
            <a:spLocks noGrp="1"/>
          </p:cNvSpPr>
          <p:nvPr>
            <p:ph type="sldNum" sz="quarter" idx="12"/>
          </p:nvPr>
        </p:nvSpPr>
        <p:spPr>
          <a:xfrm>
            <a:off x="11674225" y="5477347"/>
            <a:ext cx="305503" cy="306298"/>
          </a:xfrm>
          <a:ln>
            <a:solidFill>
              <a:schemeClr val="accent2"/>
            </a:solidFill>
          </a:ln>
        </p:spPr>
        <p:txBody>
          <a:bodyPr/>
          <a:lstStyle>
            <a:lvl1pPr>
              <a:defRPr>
                <a:solidFill>
                  <a:schemeClr val="accent2"/>
                </a:solidFill>
              </a:defRPr>
            </a:lvl1pPr>
          </a:lstStyle>
          <a:p>
            <a:fld id="{545951DD-1C6A-495F-8185-4C73F8F8B75A}" type="slidenum">
              <a:rPr lang="en-US" smtClean="0"/>
              <a:pPr/>
              <a:t>‹#›</a:t>
            </a:fld>
            <a:endParaRPr lang="en-US"/>
          </a:p>
        </p:txBody>
      </p:sp>
      <p:grpSp>
        <p:nvGrpSpPr>
          <p:cNvPr id="12" name="Graphic 11">
            <a:extLst>
              <a:ext uri="{FF2B5EF4-FFF2-40B4-BE49-F238E27FC236}">
                <a16:creationId xmlns:a16="http://schemas.microsoft.com/office/drawing/2014/main" id="{8DA8CF5D-D3E2-44E8-BCE7-0232A0D9B8C0}"/>
              </a:ext>
            </a:extLst>
          </p:cNvPr>
          <p:cNvGrpSpPr/>
          <p:nvPr userDrawn="1"/>
        </p:nvGrpSpPr>
        <p:grpSpPr>
          <a:xfrm rot="16200000">
            <a:off x="11384220" y="6170961"/>
            <a:ext cx="912230" cy="242400"/>
            <a:chOff x="11384220" y="6170961"/>
            <a:chExt cx="912230" cy="242400"/>
          </a:xfrm>
          <a:solidFill>
            <a:schemeClr val="tx1"/>
          </a:solidFill>
        </p:grpSpPr>
        <p:sp>
          <p:nvSpPr>
            <p:cNvPr id="28" name="Freeform: Shape 10">
              <a:extLst>
                <a:ext uri="{FF2B5EF4-FFF2-40B4-BE49-F238E27FC236}">
                  <a16:creationId xmlns:a16="http://schemas.microsoft.com/office/drawing/2014/main" id="{EE4F8DC9-A37A-9BEA-5301-33067CD42A82}"/>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31" name="Freeform: Shape 11">
              <a:extLst>
                <a:ext uri="{FF2B5EF4-FFF2-40B4-BE49-F238E27FC236}">
                  <a16:creationId xmlns:a16="http://schemas.microsoft.com/office/drawing/2014/main" id="{38909B39-88F8-D172-4F78-F77AF15DEC66}"/>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32" name="Freeform: Shape 12">
              <a:extLst>
                <a:ext uri="{FF2B5EF4-FFF2-40B4-BE49-F238E27FC236}">
                  <a16:creationId xmlns:a16="http://schemas.microsoft.com/office/drawing/2014/main" id="{C840FD6D-AD97-5A42-536D-64587B3082CF}"/>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33" name="Freeform: Shape 13">
              <a:extLst>
                <a:ext uri="{FF2B5EF4-FFF2-40B4-BE49-F238E27FC236}">
                  <a16:creationId xmlns:a16="http://schemas.microsoft.com/office/drawing/2014/main" id="{956C1CA8-CDE2-4013-F5C2-D09F149C4467}"/>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34" name="Freeform: Shape 14">
              <a:extLst>
                <a:ext uri="{FF2B5EF4-FFF2-40B4-BE49-F238E27FC236}">
                  <a16:creationId xmlns:a16="http://schemas.microsoft.com/office/drawing/2014/main" id="{7618EBC2-9437-B75D-6148-FEA0871F8CBE}"/>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35" name="Freeform: Shape 15">
              <a:extLst>
                <a:ext uri="{FF2B5EF4-FFF2-40B4-BE49-F238E27FC236}">
                  <a16:creationId xmlns:a16="http://schemas.microsoft.com/office/drawing/2014/main" id="{289D85EA-87B5-B7FC-97E3-654D1C4B4EFB}"/>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36" name="Freeform: Shape 16">
              <a:extLst>
                <a:ext uri="{FF2B5EF4-FFF2-40B4-BE49-F238E27FC236}">
                  <a16:creationId xmlns:a16="http://schemas.microsoft.com/office/drawing/2014/main" id="{38CC7974-2FDA-DC27-3A7B-31194B3BE2D8}"/>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37" name="Freeform: Shape 17">
              <a:extLst>
                <a:ext uri="{FF2B5EF4-FFF2-40B4-BE49-F238E27FC236}">
                  <a16:creationId xmlns:a16="http://schemas.microsoft.com/office/drawing/2014/main" id="{5554AE7E-B50F-ADDE-1A3F-2EAF8E37BFA7}"/>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38" name="Freeform: Shape 18">
              <a:extLst>
                <a:ext uri="{FF2B5EF4-FFF2-40B4-BE49-F238E27FC236}">
                  <a16:creationId xmlns:a16="http://schemas.microsoft.com/office/drawing/2014/main" id="{EF1CC554-9132-5DCE-E6DB-F4201F9B41AA}"/>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39" name="Freeform: Shape 19">
              <a:extLst>
                <a:ext uri="{FF2B5EF4-FFF2-40B4-BE49-F238E27FC236}">
                  <a16:creationId xmlns:a16="http://schemas.microsoft.com/office/drawing/2014/main" id="{9ED09513-F09E-0794-314C-E914F381C2C0}"/>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40" name="Freeform: Shape 20">
              <a:extLst>
                <a:ext uri="{FF2B5EF4-FFF2-40B4-BE49-F238E27FC236}">
                  <a16:creationId xmlns:a16="http://schemas.microsoft.com/office/drawing/2014/main" id="{CC794AE6-B3B6-DBDB-D945-CE0E5E1D8DFB}"/>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41" name="Freeform: Shape 21">
              <a:extLst>
                <a:ext uri="{FF2B5EF4-FFF2-40B4-BE49-F238E27FC236}">
                  <a16:creationId xmlns:a16="http://schemas.microsoft.com/office/drawing/2014/main" id="{E588AD3A-8750-95B2-32FC-CC193B42FE8F}"/>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42" name="Freeform: Shape 22">
              <a:extLst>
                <a:ext uri="{FF2B5EF4-FFF2-40B4-BE49-F238E27FC236}">
                  <a16:creationId xmlns:a16="http://schemas.microsoft.com/office/drawing/2014/main" id="{3B74E4CF-87C3-6A96-D26C-98DD68B2FB1F}"/>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43" name="Freeform: Shape 23">
              <a:extLst>
                <a:ext uri="{FF2B5EF4-FFF2-40B4-BE49-F238E27FC236}">
                  <a16:creationId xmlns:a16="http://schemas.microsoft.com/office/drawing/2014/main" id="{4119569E-ADCC-845B-7911-E6C1FACD98D5}"/>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44" name="Freeform: Shape 24">
              <a:extLst>
                <a:ext uri="{FF2B5EF4-FFF2-40B4-BE49-F238E27FC236}">
                  <a16:creationId xmlns:a16="http://schemas.microsoft.com/office/drawing/2014/main" id="{B19243CA-0F61-CABF-2E2D-EDC8660025C8}"/>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45" name="Freeform: Shape 25">
              <a:extLst>
                <a:ext uri="{FF2B5EF4-FFF2-40B4-BE49-F238E27FC236}">
                  <a16:creationId xmlns:a16="http://schemas.microsoft.com/office/drawing/2014/main" id="{7C71C91B-3AAD-44C5-E5CC-D2F7D9B97F9F}"/>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46" name="Freeform: Shape 26">
              <a:extLst>
                <a:ext uri="{FF2B5EF4-FFF2-40B4-BE49-F238E27FC236}">
                  <a16:creationId xmlns:a16="http://schemas.microsoft.com/office/drawing/2014/main" id="{4DD03CA3-0B99-9A6C-5B4E-E26E10068154}"/>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47" name="Freeform: Shape 27">
              <a:extLst>
                <a:ext uri="{FF2B5EF4-FFF2-40B4-BE49-F238E27FC236}">
                  <a16:creationId xmlns:a16="http://schemas.microsoft.com/office/drawing/2014/main" id="{185CBD20-1EF0-0F48-BE3F-131DF4D66562}"/>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Tree>
    <p:extLst>
      <p:ext uri="{BB962C8B-B14F-4D97-AF65-F5344CB8AC3E}">
        <p14:creationId xmlns:p14="http://schemas.microsoft.com/office/powerpoint/2010/main" val="3506910309"/>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5AFAE97-B568-36DB-E5FF-3291FB6602B8}"/>
              </a:ext>
            </a:extLst>
          </p:cNvPr>
          <p:cNvSpPr/>
          <p:nvPr userDrawn="1"/>
        </p:nvSpPr>
        <p:spPr>
          <a:xfrm>
            <a:off x="624349" y="371061"/>
            <a:ext cx="10943303" cy="64931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EBECD9-3F44-41D8-BE2D-2C8CD871B676}"/>
              </a:ext>
            </a:extLst>
          </p:cNvPr>
          <p:cNvSpPr>
            <a:spLocks noGrp="1"/>
          </p:cNvSpPr>
          <p:nvPr>
            <p:ph type="title" hasCustomPrompt="1"/>
          </p:nvPr>
        </p:nvSpPr>
        <p:spPr/>
        <p:txBody>
          <a:bodyPr anchor="ctr"/>
          <a:lstStyle>
            <a:lvl1pPr algn="ctr">
              <a:defRPr>
                <a:solidFill>
                  <a:schemeClr val="tx1">
                    <a:lumMod val="95000"/>
                  </a:schemeClr>
                </a:solidFill>
              </a:defRPr>
            </a:lvl1pPr>
          </a:lstStyle>
          <a:p>
            <a:r>
              <a:rPr lang="en-US"/>
              <a:t>Two Content Areas</a:t>
            </a:r>
          </a:p>
        </p:txBody>
      </p:sp>
      <p:sp>
        <p:nvSpPr>
          <p:cNvPr id="3" name="Content Placeholder 2">
            <a:extLst>
              <a:ext uri="{FF2B5EF4-FFF2-40B4-BE49-F238E27FC236}">
                <a16:creationId xmlns:a16="http://schemas.microsoft.com/office/drawing/2014/main" id="{A7B770DC-99EF-4497-AA60-9E6AD9EA7F02}"/>
              </a:ext>
            </a:extLst>
          </p:cNvPr>
          <p:cNvSpPr>
            <a:spLocks noGrp="1"/>
          </p:cNvSpPr>
          <p:nvPr>
            <p:ph sz="half" idx="1"/>
          </p:nvPr>
        </p:nvSpPr>
        <p:spPr>
          <a:xfrm>
            <a:off x="876300" y="1825625"/>
            <a:ext cx="4974040" cy="3834784"/>
          </a:xfrm>
        </p:spPr>
        <p:txBody>
          <a:bodyPr lIns="182880" tIns="182880" rIns="182880" bIns="182880"/>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C248545-1700-4237-885E-58E318B8B662}"/>
              </a:ext>
            </a:extLst>
          </p:cNvPr>
          <p:cNvSpPr>
            <a:spLocks noGrp="1"/>
          </p:cNvSpPr>
          <p:nvPr>
            <p:ph sz="half" idx="2"/>
          </p:nvPr>
        </p:nvSpPr>
        <p:spPr>
          <a:xfrm>
            <a:off x="6172199" y="1825625"/>
            <a:ext cx="5123329" cy="3834784"/>
          </a:xfrm>
        </p:spPr>
        <p:txBody>
          <a:bodyPr lIns="182880" tIns="182880" rIns="182880" bIns="182880"/>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8179CA4-3F84-4812-9AEC-55599F2E2601}"/>
              </a:ext>
            </a:extLst>
          </p:cNvPr>
          <p:cNvSpPr>
            <a:spLocks noGrp="1"/>
          </p:cNvSpPr>
          <p:nvPr>
            <p:ph type="dt" sz="half" idx="10"/>
          </p:nvPr>
        </p:nvSpPr>
        <p:spPr/>
        <p:txBody>
          <a:bodyPr/>
          <a:lstStyle/>
          <a:p>
            <a:fld id="{D57027F9-FE09-42C7-B299-70480480A9DD}" type="datetime1">
              <a:rPr lang="en-US" smtClean="0"/>
              <a:t>4/17/24</a:t>
            </a:fld>
            <a:endParaRPr lang="en-US"/>
          </a:p>
        </p:txBody>
      </p:sp>
      <p:sp>
        <p:nvSpPr>
          <p:cNvPr id="6" name="Footer Placeholder 5">
            <a:extLst>
              <a:ext uri="{FF2B5EF4-FFF2-40B4-BE49-F238E27FC236}">
                <a16:creationId xmlns:a16="http://schemas.microsoft.com/office/drawing/2014/main" id="{A89B2987-1499-402F-A5D7-B4495FC2E0A9}"/>
              </a:ext>
            </a:extLst>
          </p:cNvPr>
          <p:cNvSpPr>
            <a:spLocks noGrp="1"/>
          </p:cNvSpPr>
          <p:nvPr>
            <p:ph type="ftr" sz="quarter" idx="11"/>
          </p:nvPr>
        </p:nvSpPr>
        <p:spPr>
          <a:xfrm>
            <a:off x="876300" y="6394105"/>
            <a:ext cx="9726461" cy="365125"/>
          </a:xfrm>
        </p:spPr>
        <p:txBody>
          <a:bodyPr/>
          <a:lstStyle/>
          <a:p>
            <a:endParaRPr lang="en-US"/>
          </a:p>
        </p:txBody>
      </p:sp>
      <p:sp>
        <p:nvSpPr>
          <p:cNvPr id="7" name="Slide Number Placeholder 6">
            <a:extLst>
              <a:ext uri="{FF2B5EF4-FFF2-40B4-BE49-F238E27FC236}">
                <a16:creationId xmlns:a16="http://schemas.microsoft.com/office/drawing/2014/main" id="{4B75D937-8211-42B3-A4EB-A0813FD961CA}"/>
              </a:ext>
            </a:extLst>
          </p:cNvPr>
          <p:cNvSpPr>
            <a:spLocks noGrp="1"/>
          </p:cNvSpPr>
          <p:nvPr>
            <p:ph type="sldNum" sz="quarter" idx="12"/>
          </p:nvPr>
        </p:nvSpPr>
        <p:spPr/>
        <p:txBody>
          <a:bodyPr/>
          <a:lstStyle/>
          <a:p>
            <a:fld id="{545951DD-1C6A-495F-8185-4C73F8F8B75A}" type="slidenum">
              <a:rPr lang="en-US" smtClean="0"/>
              <a:t>‹#›</a:t>
            </a:fld>
            <a:endParaRPr lang="en-US"/>
          </a:p>
        </p:txBody>
      </p:sp>
    </p:spTree>
    <p:extLst>
      <p:ext uri="{BB962C8B-B14F-4D97-AF65-F5344CB8AC3E}">
        <p14:creationId xmlns:p14="http://schemas.microsoft.com/office/powerpoint/2010/main" val="266750876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twoObj" preserve="1">
  <p:cSld name="Two Content - Light Bg">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BECD9-3F44-41D8-BE2D-2C8CD871B676}"/>
              </a:ext>
            </a:extLst>
          </p:cNvPr>
          <p:cNvSpPr>
            <a:spLocks noGrp="1"/>
          </p:cNvSpPr>
          <p:nvPr>
            <p:ph type="title" hasCustomPrompt="1"/>
          </p:nvPr>
        </p:nvSpPr>
        <p:spPr/>
        <p:txBody>
          <a:bodyPr anchor="ctr"/>
          <a:lstStyle>
            <a:lvl1pPr algn="ctr">
              <a:defRPr>
                <a:solidFill>
                  <a:schemeClr val="accent1"/>
                </a:solidFill>
              </a:defRPr>
            </a:lvl1pPr>
          </a:lstStyle>
          <a:p>
            <a:r>
              <a:rPr lang="en-US"/>
              <a:t>Two Content Areas</a:t>
            </a:r>
          </a:p>
        </p:txBody>
      </p:sp>
      <p:sp>
        <p:nvSpPr>
          <p:cNvPr id="3" name="Content Placeholder 2">
            <a:extLst>
              <a:ext uri="{FF2B5EF4-FFF2-40B4-BE49-F238E27FC236}">
                <a16:creationId xmlns:a16="http://schemas.microsoft.com/office/drawing/2014/main" id="{A7B770DC-99EF-4497-AA60-9E6AD9EA7F02}"/>
              </a:ext>
            </a:extLst>
          </p:cNvPr>
          <p:cNvSpPr>
            <a:spLocks noGrp="1"/>
          </p:cNvSpPr>
          <p:nvPr>
            <p:ph sz="half" idx="1"/>
          </p:nvPr>
        </p:nvSpPr>
        <p:spPr>
          <a:xfrm>
            <a:off x="876300" y="1825625"/>
            <a:ext cx="4974040" cy="3834784"/>
          </a:xfrm>
        </p:spPr>
        <p:txBody>
          <a:bodyPr lIns="182880" tIns="182880" rIns="182880" bIns="182880"/>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C248545-1700-4237-885E-58E318B8B662}"/>
              </a:ext>
            </a:extLst>
          </p:cNvPr>
          <p:cNvSpPr>
            <a:spLocks noGrp="1"/>
          </p:cNvSpPr>
          <p:nvPr>
            <p:ph sz="half" idx="2"/>
          </p:nvPr>
        </p:nvSpPr>
        <p:spPr>
          <a:xfrm>
            <a:off x="6172199" y="1825625"/>
            <a:ext cx="5123329" cy="3834784"/>
          </a:xfrm>
        </p:spPr>
        <p:txBody>
          <a:bodyPr lIns="182880" tIns="182880" rIns="182880" bIns="182880"/>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8179CA4-3F84-4812-9AEC-55599F2E2601}"/>
              </a:ext>
            </a:extLst>
          </p:cNvPr>
          <p:cNvSpPr>
            <a:spLocks noGrp="1"/>
          </p:cNvSpPr>
          <p:nvPr>
            <p:ph type="dt" sz="half" idx="10"/>
          </p:nvPr>
        </p:nvSpPr>
        <p:spPr/>
        <p:txBody>
          <a:bodyPr/>
          <a:lstStyle/>
          <a:p>
            <a:fld id="{D57027F9-FE09-42C7-B299-70480480A9DD}" type="datetime1">
              <a:rPr lang="en-US" smtClean="0"/>
              <a:t>4/17/24</a:t>
            </a:fld>
            <a:endParaRPr lang="en-US"/>
          </a:p>
        </p:txBody>
      </p:sp>
      <p:sp>
        <p:nvSpPr>
          <p:cNvPr id="6" name="Footer Placeholder 5">
            <a:extLst>
              <a:ext uri="{FF2B5EF4-FFF2-40B4-BE49-F238E27FC236}">
                <a16:creationId xmlns:a16="http://schemas.microsoft.com/office/drawing/2014/main" id="{A89B2987-1499-402F-A5D7-B4495FC2E0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75D937-8211-42B3-A4EB-A0813FD961CA}"/>
              </a:ext>
            </a:extLst>
          </p:cNvPr>
          <p:cNvSpPr>
            <a:spLocks noGrp="1"/>
          </p:cNvSpPr>
          <p:nvPr>
            <p:ph type="sldNum" sz="quarter" idx="12"/>
          </p:nvPr>
        </p:nvSpPr>
        <p:spPr>
          <a:ln>
            <a:solidFill>
              <a:schemeClr val="accent2"/>
            </a:solidFill>
          </a:ln>
        </p:spPr>
        <p:txBody>
          <a:bodyPr/>
          <a:lstStyle>
            <a:lvl1pPr>
              <a:defRPr>
                <a:solidFill>
                  <a:schemeClr val="accent2"/>
                </a:solidFill>
              </a:defRPr>
            </a:lvl1pPr>
          </a:lstStyle>
          <a:p>
            <a:fld id="{545951DD-1C6A-495F-8185-4C73F8F8B75A}" type="slidenum">
              <a:rPr lang="en-US" smtClean="0"/>
              <a:pPr/>
              <a:t>‹#›</a:t>
            </a:fld>
            <a:endParaRPr lang="en-US"/>
          </a:p>
        </p:txBody>
      </p:sp>
      <p:grpSp>
        <p:nvGrpSpPr>
          <p:cNvPr id="10" name="Graphic 11">
            <a:extLst>
              <a:ext uri="{FF2B5EF4-FFF2-40B4-BE49-F238E27FC236}">
                <a16:creationId xmlns:a16="http://schemas.microsoft.com/office/drawing/2014/main" id="{5EDD6EAF-3491-4DED-95E5-C9B675F650B1}"/>
              </a:ext>
            </a:extLst>
          </p:cNvPr>
          <p:cNvGrpSpPr/>
          <p:nvPr userDrawn="1"/>
        </p:nvGrpSpPr>
        <p:grpSpPr>
          <a:xfrm rot="16200000">
            <a:off x="11384220" y="6170961"/>
            <a:ext cx="912230" cy="242400"/>
            <a:chOff x="11384220" y="6170961"/>
            <a:chExt cx="912230" cy="242400"/>
          </a:xfrm>
          <a:solidFill>
            <a:schemeClr val="tx1"/>
          </a:solidFill>
        </p:grpSpPr>
        <p:sp>
          <p:nvSpPr>
            <p:cNvPr id="11" name="Freeform: Shape 10">
              <a:extLst>
                <a:ext uri="{FF2B5EF4-FFF2-40B4-BE49-F238E27FC236}">
                  <a16:creationId xmlns:a16="http://schemas.microsoft.com/office/drawing/2014/main" id="{0657A6F7-A6C5-4CF9-817C-5D2ABE1DB43A}"/>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4D671506-1CB1-4BE4-9EA6-5738AC676227}"/>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102DF189-3AC7-47B8-A29F-B3549135E4E3}"/>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4573A624-953A-4B2A-BAFB-04ADE5DF3819}"/>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84D2E889-DDCB-4E86-B36C-B3691C6715A1}"/>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6F0B94D-C445-4D16-B566-CDE84049B9E7}"/>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242167FF-8206-49C8-8F24-685B9FA0D757}"/>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D51FA3F1-EAB7-4F9D-A3A4-76CED4D027EB}"/>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8A4FFAC8-B4CE-4EA4-8349-DA7B23C4233F}"/>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EFEE9CB3-08F3-4009-B4B9-4E288E5DA4E3}"/>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4479500D-A1F7-46BC-84F0-A21767BF481A}"/>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D1A0F95A-C9BF-4BD2-A532-2CBD2CF5F863}"/>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C1AC8414-F433-41AD-82E8-19A70E74FE09}"/>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800FF2B-7E0F-4FD0-8C07-208662F7757E}"/>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7A720E36-448C-4542-AB9B-6CC90A36A0CF}"/>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39ABF7E2-8688-4D07-99AF-149EB1D9024F}"/>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8A6A4200-BEC9-46AD-90A8-7ED62CF17469}"/>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462EDDC8-C738-495A-A3D5-AFCA4BFF1DE4}"/>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pic>
        <p:nvPicPr>
          <p:cNvPr id="8" name="Picture 7">
            <a:extLst>
              <a:ext uri="{FF2B5EF4-FFF2-40B4-BE49-F238E27FC236}">
                <a16:creationId xmlns:a16="http://schemas.microsoft.com/office/drawing/2014/main" id="{33D62977-DD1C-6BFF-8532-1FD64BA32B0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Tree>
    <p:extLst>
      <p:ext uri="{BB962C8B-B14F-4D97-AF65-F5344CB8AC3E}">
        <p14:creationId xmlns:p14="http://schemas.microsoft.com/office/powerpoint/2010/main" val="3644453180"/>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1"/>
        </a:solidFill>
        <a:effectLst/>
      </p:bgPr>
    </p:bg>
    <p:spTree>
      <p:nvGrpSpPr>
        <p:cNvPr id="1" name=""/>
        <p:cNvGrpSpPr/>
        <p:nvPr/>
      </p:nvGrpSpPr>
      <p:grpSpPr>
        <a:xfrm>
          <a:off x="0" y="0"/>
          <a:ext cx="0" cy="0"/>
          <a:chOff x="0" y="0"/>
          <a:chExt cx="0" cy="0"/>
        </a:xfrm>
      </p:grpSpPr>
      <p:sp>
        <p:nvSpPr>
          <p:cNvPr id="5" name="Content Placeholder 3">
            <a:extLst>
              <a:ext uri="{FF2B5EF4-FFF2-40B4-BE49-F238E27FC236}">
                <a16:creationId xmlns:a16="http://schemas.microsoft.com/office/drawing/2014/main" id="{BADA5333-09F7-95E8-2244-541A189B88D2}"/>
              </a:ext>
            </a:extLst>
          </p:cNvPr>
          <p:cNvSpPr>
            <a:spLocks noGrp="1"/>
          </p:cNvSpPr>
          <p:nvPr>
            <p:ph sz="half" idx="14"/>
          </p:nvPr>
        </p:nvSpPr>
        <p:spPr bwMode="ltGray">
          <a:xfrm>
            <a:off x="6432565" y="2380840"/>
            <a:ext cx="3530904" cy="3284036"/>
          </a:xfrm>
          <a:prstGeom prst="rect">
            <a:avLst/>
          </a:prstGeom>
          <a:noFill/>
          <a:ln>
            <a:noFill/>
          </a:ln>
        </p:spPr>
        <p:txBody>
          <a:bodyPr lIns="0" tIns="91440" rIns="0" bIns="0"/>
          <a:lstStyle>
            <a:lvl1pPr>
              <a:buClr>
                <a:schemeClr val="accent4"/>
              </a:buClr>
              <a:defRPr>
                <a:solidFill>
                  <a:schemeClr val="tx1"/>
                </a:solidFill>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solidFill>
                  <a:schemeClr val="tx1"/>
                </a:solidFill>
              </a:defRPr>
            </a:lvl3pPr>
            <a:lvl4pPr marL="573088" indent="-115888">
              <a:defRPr sz="900">
                <a:solidFill>
                  <a:schemeClr val="tx1"/>
                </a:solidFill>
              </a:defRPr>
            </a:lvl4pPr>
            <a:lvl5pPr marL="687388" indent="-111125">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CCA4325-2A16-4E59-984D-DD439B3D42A9}"/>
              </a:ext>
            </a:extLst>
          </p:cNvPr>
          <p:cNvSpPr>
            <a:spLocks noGrp="1"/>
          </p:cNvSpPr>
          <p:nvPr>
            <p:ph sz="half" idx="2"/>
          </p:nvPr>
        </p:nvSpPr>
        <p:spPr bwMode="ltGray">
          <a:xfrm>
            <a:off x="2298555" y="2380840"/>
            <a:ext cx="3530904" cy="3284036"/>
          </a:xfrm>
          <a:prstGeom prst="rect">
            <a:avLst/>
          </a:prstGeom>
          <a:noFill/>
          <a:ln>
            <a:noFill/>
          </a:ln>
        </p:spPr>
        <p:txBody>
          <a:bodyPr lIns="0" tIns="91440" rIns="0" bIns="0"/>
          <a:lstStyle>
            <a:lvl1pPr>
              <a:buClr>
                <a:schemeClr val="accent4"/>
              </a:buClr>
              <a:defRPr>
                <a:solidFill>
                  <a:schemeClr val="tx1"/>
                </a:solidFill>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solidFill>
                  <a:schemeClr val="tx1"/>
                </a:solidFill>
              </a:defRPr>
            </a:lvl3pPr>
            <a:lvl4pPr marL="573088" indent="-115888">
              <a:defRPr sz="900">
                <a:solidFill>
                  <a:schemeClr val="tx1"/>
                </a:solidFill>
              </a:defRPr>
            </a:lvl4pPr>
            <a:lvl5pPr marL="687388" indent="-111125">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2D906BD4-2413-4A90-B04A-7B96E026DD1E}" type="datetime1">
              <a:rPr lang="en-US" smtClean="0"/>
              <a:t>4/17/24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sp>
        <p:nvSpPr>
          <p:cNvPr id="15" name="Title 1">
            <a:extLst>
              <a:ext uri="{FF2B5EF4-FFF2-40B4-BE49-F238E27FC236}">
                <a16:creationId xmlns:a16="http://schemas.microsoft.com/office/drawing/2014/main" id="{17CD4A9C-F46B-3030-6E82-425BEBFF414C}"/>
              </a:ext>
            </a:extLst>
          </p:cNvPr>
          <p:cNvSpPr>
            <a:spLocks noGrp="1"/>
          </p:cNvSpPr>
          <p:nvPr>
            <p:ph type="title" hasCustomPrompt="1"/>
          </p:nvPr>
        </p:nvSpPr>
        <p:spPr>
          <a:xfrm>
            <a:off x="839788" y="519426"/>
            <a:ext cx="10515600" cy="1325563"/>
          </a:xfrm>
        </p:spPr>
        <p:txBody>
          <a:bodyPr anchor="ctr"/>
          <a:lstStyle>
            <a:lvl1pPr algn="ctr">
              <a:defRPr>
                <a:solidFill>
                  <a:schemeClr val="tx1"/>
                </a:solidFill>
              </a:defRPr>
            </a:lvl1pPr>
          </a:lstStyle>
          <a:p>
            <a:r>
              <a:rPr lang="en-US"/>
              <a:t>2-Column Comparison Layout</a:t>
            </a:r>
          </a:p>
        </p:txBody>
      </p:sp>
      <p:sp>
        <p:nvSpPr>
          <p:cNvPr id="21" name="Text Placeholder 2">
            <a:extLst>
              <a:ext uri="{FF2B5EF4-FFF2-40B4-BE49-F238E27FC236}">
                <a16:creationId xmlns:a16="http://schemas.microsoft.com/office/drawing/2014/main" id="{D1044536-CF7F-CE5A-2370-FFA3855AAA03}"/>
              </a:ext>
            </a:extLst>
          </p:cNvPr>
          <p:cNvSpPr>
            <a:spLocks noGrp="1"/>
          </p:cNvSpPr>
          <p:nvPr>
            <p:ph type="body" idx="16" hasCustomPrompt="1"/>
          </p:nvPr>
        </p:nvSpPr>
        <p:spPr>
          <a:xfrm>
            <a:off x="2298555" y="1961516"/>
            <a:ext cx="3530904"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2" name="Text Placeholder 2">
            <a:extLst>
              <a:ext uri="{FF2B5EF4-FFF2-40B4-BE49-F238E27FC236}">
                <a16:creationId xmlns:a16="http://schemas.microsoft.com/office/drawing/2014/main" id="{B95AFFA7-E436-9E56-03E3-FD736679D5E2}"/>
              </a:ext>
            </a:extLst>
          </p:cNvPr>
          <p:cNvSpPr>
            <a:spLocks noGrp="1"/>
          </p:cNvSpPr>
          <p:nvPr>
            <p:ph type="body" idx="17" hasCustomPrompt="1"/>
          </p:nvPr>
        </p:nvSpPr>
        <p:spPr>
          <a:xfrm>
            <a:off x="6432564" y="1961516"/>
            <a:ext cx="3530904"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pic>
        <p:nvPicPr>
          <p:cNvPr id="6" name="Picture 5">
            <a:extLst>
              <a:ext uri="{FF2B5EF4-FFF2-40B4-BE49-F238E27FC236}">
                <a16:creationId xmlns:a16="http://schemas.microsoft.com/office/drawing/2014/main" id="{17A36431-59F4-E271-40CD-D2438F2BA2A8}"/>
              </a:ext>
            </a:extLst>
          </p:cNvPr>
          <p:cNvPicPr>
            <a:picLocks noChangeAspect="1"/>
          </p:cNvPicPr>
          <p:nvPr userDrawn="1"/>
        </p:nvPicPr>
        <p:blipFill>
          <a:blip r:embed="rId2"/>
          <a:stretch>
            <a:fillRect/>
          </a:stretch>
        </p:blipFill>
        <p:spPr>
          <a:xfrm>
            <a:off x="0" y="0"/>
            <a:ext cx="12192000" cy="304800"/>
          </a:xfrm>
          <a:prstGeom prst="rect">
            <a:avLst/>
          </a:prstGeom>
        </p:spPr>
      </p:pic>
    </p:spTree>
    <p:extLst>
      <p:ext uri="{BB962C8B-B14F-4D97-AF65-F5344CB8AC3E}">
        <p14:creationId xmlns:p14="http://schemas.microsoft.com/office/powerpoint/2010/main" val="155477396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Comparison on Lt Purple">
    <p:bg>
      <p:bgPr>
        <a:solidFill>
          <a:schemeClr val="accent2"/>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D66D716-406C-36DD-49E4-F9328F94C06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1" r="221"/>
          <a:stretch/>
        </p:blipFill>
        <p:spPr>
          <a:xfrm>
            <a:off x="9014" y="0"/>
            <a:ext cx="12182985" cy="6881992"/>
          </a:xfrm>
          <a:prstGeom prst="rect">
            <a:avLst/>
          </a:prstGeom>
        </p:spPr>
      </p:pic>
      <p:sp>
        <p:nvSpPr>
          <p:cNvPr id="40" name="Rectangle 39">
            <a:extLst>
              <a:ext uri="{FF2B5EF4-FFF2-40B4-BE49-F238E27FC236}">
                <a16:creationId xmlns:a16="http://schemas.microsoft.com/office/drawing/2014/main" id="{26134057-B7F3-3D57-4F73-ABCC3F543067}"/>
              </a:ext>
            </a:extLst>
          </p:cNvPr>
          <p:cNvSpPr/>
          <p:nvPr userDrawn="1"/>
        </p:nvSpPr>
        <p:spPr>
          <a:xfrm>
            <a:off x="624348" y="7883"/>
            <a:ext cx="10943303" cy="629533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 Placeholder 2">
            <a:extLst>
              <a:ext uri="{FF2B5EF4-FFF2-40B4-BE49-F238E27FC236}">
                <a16:creationId xmlns:a16="http://schemas.microsoft.com/office/drawing/2014/main" id="{1CF4998F-7F3F-50BB-409C-DF72C4639530}"/>
              </a:ext>
            </a:extLst>
          </p:cNvPr>
          <p:cNvSpPr>
            <a:spLocks noGrp="1"/>
          </p:cNvSpPr>
          <p:nvPr>
            <p:ph type="body" idx="1" hasCustomPrompt="1"/>
          </p:nvPr>
        </p:nvSpPr>
        <p:spPr>
          <a:xfrm>
            <a:off x="2298555" y="1969401"/>
            <a:ext cx="3530904"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2" name="Content Placeholder 3">
            <a:extLst>
              <a:ext uri="{FF2B5EF4-FFF2-40B4-BE49-F238E27FC236}">
                <a16:creationId xmlns:a16="http://schemas.microsoft.com/office/drawing/2014/main" id="{4FAEB5A6-612B-0615-E4AC-714FE3FABDBA}"/>
              </a:ext>
            </a:extLst>
          </p:cNvPr>
          <p:cNvSpPr>
            <a:spLocks noGrp="1"/>
          </p:cNvSpPr>
          <p:nvPr>
            <p:ph sz="half" idx="2"/>
          </p:nvPr>
        </p:nvSpPr>
        <p:spPr bwMode="ltGray">
          <a:xfrm>
            <a:off x="2298555" y="2374630"/>
            <a:ext cx="3530904" cy="3284036"/>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Date Placeholder 6">
            <a:extLst>
              <a:ext uri="{FF2B5EF4-FFF2-40B4-BE49-F238E27FC236}">
                <a16:creationId xmlns:a16="http://schemas.microsoft.com/office/drawing/2014/main" id="{909CDFD2-51AB-8C70-72C4-5677DA5D65C8}"/>
              </a:ext>
            </a:extLst>
          </p:cNvPr>
          <p:cNvSpPr>
            <a:spLocks noGrp="1"/>
          </p:cNvSpPr>
          <p:nvPr>
            <p:ph type="dt" sz="half" idx="10"/>
          </p:nvPr>
        </p:nvSpPr>
        <p:spPr>
          <a:xfrm>
            <a:off x="10602762" y="6382494"/>
            <a:ext cx="692767" cy="365125"/>
          </a:xfrm>
        </p:spPr>
        <p:txBody>
          <a:bodyPr/>
          <a:lstStyle>
            <a:lvl1pPr>
              <a:defRPr>
                <a:solidFill>
                  <a:schemeClr val="bg1"/>
                </a:solidFill>
              </a:defRPr>
            </a:lvl1pPr>
          </a:lstStyle>
          <a:p>
            <a:fld id="{2D906BD4-2413-4A90-B04A-7B96E026DD1E}" type="datetime1">
              <a:rPr lang="en-US" smtClean="0"/>
              <a:pPr/>
              <a:t>4/17/24</a:t>
            </a:fld>
            <a:endParaRPr lang="en-US"/>
          </a:p>
        </p:txBody>
      </p:sp>
      <p:sp>
        <p:nvSpPr>
          <p:cNvPr id="35" name="Footer Placeholder 7">
            <a:extLst>
              <a:ext uri="{FF2B5EF4-FFF2-40B4-BE49-F238E27FC236}">
                <a16:creationId xmlns:a16="http://schemas.microsoft.com/office/drawing/2014/main" id="{BB0B9A30-913A-AF66-AEF6-E48F574D867C}"/>
              </a:ext>
            </a:extLst>
          </p:cNvPr>
          <p:cNvSpPr>
            <a:spLocks noGrp="1"/>
          </p:cNvSpPr>
          <p:nvPr>
            <p:ph type="ftr" sz="quarter" idx="11"/>
          </p:nvPr>
        </p:nvSpPr>
        <p:spPr>
          <a:xfrm>
            <a:off x="342900" y="6394105"/>
            <a:ext cx="10259861" cy="365125"/>
          </a:xfrm>
        </p:spPr>
        <p:txBody>
          <a:bodyPr/>
          <a:lstStyle>
            <a:lvl1pPr>
              <a:defRPr>
                <a:solidFill>
                  <a:schemeClr val="bg1"/>
                </a:solidFill>
              </a:defRPr>
            </a:lvl1pPr>
          </a:lstStyle>
          <a:p>
            <a:endParaRPr lang="en-US"/>
          </a:p>
        </p:txBody>
      </p:sp>
      <p:sp>
        <p:nvSpPr>
          <p:cNvPr id="38" name="Text Placeholder 2">
            <a:extLst>
              <a:ext uri="{FF2B5EF4-FFF2-40B4-BE49-F238E27FC236}">
                <a16:creationId xmlns:a16="http://schemas.microsoft.com/office/drawing/2014/main" id="{B0262FED-DEA5-713F-9E79-38779BD0EDBA}"/>
              </a:ext>
            </a:extLst>
          </p:cNvPr>
          <p:cNvSpPr>
            <a:spLocks noGrp="1"/>
          </p:cNvSpPr>
          <p:nvPr>
            <p:ph type="body" idx="13" hasCustomPrompt="1"/>
          </p:nvPr>
        </p:nvSpPr>
        <p:spPr>
          <a:xfrm>
            <a:off x="6434327" y="1969401"/>
            <a:ext cx="3530904"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Slide Number Placeholder 8">
            <a:extLst>
              <a:ext uri="{FF2B5EF4-FFF2-40B4-BE49-F238E27FC236}">
                <a16:creationId xmlns:a16="http://schemas.microsoft.com/office/drawing/2014/main" id="{24F8CBD6-8AC1-7279-EECE-BB3D7827F87B}"/>
              </a:ext>
            </a:extLst>
          </p:cNvPr>
          <p:cNvSpPr>
            <a:spLocks noGrp="1"/>
          </p:cNvSpPr>
          <p:nvPr>
            <p:ph type="sldNum" sz="quarter" idx="12"/>
          </p:nvPr>
        </p:nvSpPr>
        <p:spPr>
          <a:xfrm>
            <a:off x="11674225" y="5440276"/>
            <a:ext cx="305503" cy="306298"/>
          </a:xfrm>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grpSp>
        <p:nvGrpSpPr>
          <p:cNvPr id="42" name="Graphic 11">
            <a:extLst>
              <a:ext uri="{FF2B5EF4-FFF2-40B4-BE49-F238E27FC236}">
                <a16:creationId xmlns:a16="http://schemas.microsoft.com/office/drawing/2014/main" id="{491DE3A3-6C12-D07C-F62B-73188E535214}"/>
              </a:ext>
            </a:extLst>
          </p:cNvPr>
          <p:cNvGrpSpPr/>
          <p:nvPr userDrawn="1"/>
        </p:nvGrpSpPr>
        <p:grpSpPr>
          <a:xfrm rot="16200000">
            <a:off x="11384220" y="6170961"/>
            <a:ext cx="912230" cy="242400"/>
            <a:chOff x="11384220" y="6170961"/>
            <a:chExt cx="912230" cy="242400"/>
          </a:xfrm>
          <a:solidFill>
            <a:schemeClr val="bg1"/>
          </a:solidFill>
        </p:grpSpPr>
        <p:sp>
          <p:nvSpPr>
            <p:cNvPr id="43" name="Freeform: Shape 4">
              <a:extLst>
                <a:ext uri="{FF2B5EF4-FFF2-40B4-BE49-F238E27FC236}">
                  <a16:creationId xmlns:a16="http://schemas.microsoft.com/office/drawing/2014/main" id="{B04BA0E4-5605-35B8-4613-3F5DAE0FDA0C}"/>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44" name="Freeform: Shape 5">
              <a:extLst>
                <a:ext uri="{FF2B5EF4-FFF2-40B4-BE49-F238E27FC236}">
                  <a16:creationId xmlns:a16="http://schemas.microsoft.com/office/drawing/2014/main" id="{99B86F9D-C9E6-6EA1-B72F-4C14E21F4A80}"/>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45" name="Freeform: Shape 10">
              <a:extLst>
                <a:ext uri="{FF2B5EF4-FFF2-40B4-BE49-F238E27FC236}">
                  <a16:creationId xmlns:a16="http://schemas.microsoft.com/office/drawing/2014/main" id="{8909B5CE-87D7-A464-AB31-A6A3E0509BBF}"/>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46" name="Freeform: Shape 12">
              <a:extLst>
                <a:ext uri="{FF2B5EF4-FFF2-40B4-BE49-F238E27FC236}">
                  <a16:creationId xmlns:a16="http://schemas.microsoft.com/office/drawing/2014/main" id="{315F964F-5EB1-E817-1608-544A403FCB17}"/>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47" name="Freeform: Shape 13">
              <a:extLst>
                <a:ext uri="{FF2B5EF4-FFF2-40B4-BE49-F238E27FC236}">
                  <a16:creationId xmlns:a16="http://schemas.microsoft.com/office/drawing/2014/main" id="{3C412AAE-330A-D886-0E8D-F823B023378C}"/>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48" name="Freeform: Shape 14">
              <a:extLst>
                <a:ext uri="{FF2B5EF4-FFF2-40B4-BE49-F238E27FC236}">
                  <a16:creationId xmlns:a16="http://schemas.microsoft.com/office/drawing/2014/main" id="{9839C854-E30A-4831-EBCE-480E2F22B3B2}"/>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49" name="Freeform: Shape 15">
              <a:extLst>
                <a:ext uri="{FF2B5EF4-FFF2-40B4-BE49-F238E27FC236}">
                  <a16:creationId xmlns:a16="http://schemas.microsoft.com/office/drawing/2014/main" id="{B144DA6E-DFC5-686B-FADC-2DA8E65128B6}"/>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50" name="Freeform: Shape 16">
              <a:extLst>
                <a:ext uri="{FF2B5EF4-FFF2-40B4-BE49-F238E27FC236}">
                  <a16:creationId xmlns:a16="http://schemas.microsoft.com/office/drawing/2014/main" id="{4E41BFFC-EE41-FBE7-69E9-26423ACD4236}"/>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51" name="Freeform: Shape 17">
              <a:extLst>
                <a:ext uri="{FF2B5EF4-FFF2-40B4-BE49-F238E27FC236}">
                  <a16:creationId xmlns:a16="http://schemas.microsoft.com/office/drawing/2014/main" id="{70F4C0BF-16CA-5D17-F93B-BFFE57168AEA}"/>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52" name="Freeform: Shape 18">
              <a:extLst>
                <a:ext uri="{FF2B5EF4-FFF2-40B4-BE49-F238E27FC236}">
                  <a16:creationId xmlns:a16="http://schemas.microsoft.com/office/drawing/2014/main" id="{4C3A4C8C-6493-BE7B-60F4-D91133FF6C9C}"/>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53" name="Freeform: Shape 19">
              <a:extLst>
                <a:ext uri="{FF2B5EF4-FFF2-40B4-BE49-F238E27FC236}">
                  <a16:creationId xmlns:a16="http://schemas.microsoft.com/office/drawing/2014/main" id="{5A616AA1-B574-34B2-9493-5FC82813B7A1}"/>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54" name="Freeform: Shape 20">
              <a:extLst>
                <a:ext uri="{FF2B5EF4-FFF2-40B4-BE49-F238E27FC236}">
                  <a16:creationId xmlns:a16="http://schemas.microsoft.com/office/drawing/2014/main" id="{C29E207B-313D-3A5A-25B2-B0E70E71017A}"/>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55" name="Freeform: Shape 21">
              <a:extLst>
                <a:ext uri="{FF2B5EF4-FFF2-40B4-BE49-F238E27FC236}">
                  <a16:creationId xmlns:a16="http://schemas.microsoft.com/office/drawing/2014/main" id="{B7114406-F44C-54A5-6396-E7DA9A90648A}"/>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56" name="Freeform: Shape 22">
              <a:extLst>
                <a:ext uri="{FF2B5EF4-FFF2-40B4-BE49-F238E27FC236}">
                  <a16:creationId xmlns:a16="http://schemas.microsoft.com/office/drawing/2014/main" id="{EB752763-F6D5-22A7-D2CC-BDDBA8230785}"/>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57" name="Freeform: Shape 23">
              <a:extLst>
                <a:ext uri="{FF2B5EF4-FFF2-40B4-BE49-F238E27FC236}">
                  <a16:creationId xmlns:a16="http://schemas.microsoft.com/office/drawing/2014/main" id="{C07C6E36-25DD-DBE4-586A-F99BD94C8D76}"/>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58" name="Freeform: Shape 24">
              <a:extLst>
                <a:ext uri="{FF2B5EF4-FFF2-40B4-BE49-F238E27FC236}">
                  <a16:creationId xmlns:a16="http://schemas.microsoft.com/office/drawing/2014/main" id="{E5F37716-72D3-01BA-9A62-2A8964D4B475}"/>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sp>
          <p:nvSpPr>
            <p:cNvPr id="59" name="Freeform: Shape 25">
              <a:extLst>
                <a:ext uri="{FF2B5EF4-FFF2-40B4-BE49-F238E27FC236}">
                  <a16:creationId xmlns:a16="http://schemas.microsoft.com/office/drawing/2014/main" id="{0BE6737D-AAA8-1C2C-248C-4C4BAC813277}"/>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60" name="Freeform: Shape 26">
              <a:extLst>
                <a:ext uri="{FF2B5EF4-FFF2-40B4-BE49-F238E27FC236}">
                  <a16:creationId xmlns:a16="http://schemas.microsoft.com/office/drawing/2014/main" id="{B6F0FE35-E9E6-F572-0ECB-B924FB566084}"/>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sp>
        <p:nvSpPr>
          <p:cNvPr id="61" name="Title 1">
            <a:extLst>
              <a:ext uri="{FF2B5EF4-FFF2-40B4-BE49-F238E27FC236}">
                <a16:creationId xmlns:a16="http://schemas.microsoft.com/office/drawing/2014/main" id="{84A47278-038A-E352-94CA-258CEF3DA586}"/>
              </a:ext>
            </a:extLst>
          </p:cNvPr>
          <p:cNvSpPr>
            <a:spLocks noGrp="1"/>
          </p:cNvSpPr>
          <p:nvPr>
            <p:ph type="title" hasCustomPrompt="1"/>
          </p:nvPr>
        </p:nvSpPr>
        <p:spPr>
          <a:xfrm>
            <a:off x="839788" y="519426"/>
            <a:ext cx="10515600" cy="1325563"/>
          </a:xfrm>
        </p:spPr>
        <p:txBody>
          <a:bodyPr anchor="ctr"/>
          <a:lstStyle>
            <a:lvl1pPr algn="ctr">
              <a:defRPr>
                <a:solidFill>
                  <a:schemeClr val="bg1"/>
                </a:solidFill>
              </a:defRPr>
            </a:lvl1pPr>
          </a:lstStyle>
          <a:p>
            <a:r>
              <a:rPr lang="en-US"/>
              <a:t>2-Column Comparison Layout</a:t>
            </a:r>
          </a:p>
        </p:txBody>
      </p:sp>
      <p:sp>
        <p:nvSpPr>
          <p:cNvPr id="2" name="Content Placeholder 3">
            <a:extLst>
              <a:ext uri="{FF2B5EF4-FFF2-40B4-BE49-F238E27FC236}">
                <a16:creationId xmlns:a16="http://schemas.microsoft.com/office/drawing/2014/main" id="{757618CE-AA05-B4E6-872D-0BC550134213}"/>
              </a:ext>
            </a:extLst>
          </p:cNvPr>
          <p:cNvSpPr>
            <a:spLocks noGrp="1"/>
          </p:cNvSpPr>
          <p:nvPr>
            <p:ph sz="half" idx="14"/>
          </p:nvPr>
        </p:nvSpPr>
        <p:spPr bwMode="ltGray">
          <a:xfrm>
            <a:off x="6440787" y="2374630"/>
            <a:ext cx="3530904" cy="3284036"/>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90216249"/>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omparison - Stroked on Light Bg">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401C5765-43BC-4387-261E-F79CD2129EF6}"/>
              </a:ext>
            </a:extLst>
          </p:cNvPr>
          <p:cNvSpPr/>
          <p:nvPr userDrawn="1"/>
        </p:nvSpPr>
        <p:spPr>
          <a:xfrm>
            <a:off x="624348" y="350698"/>
            <a:ext cx="10943303" cy="5952519"/>
          </a:xfrm>
          <a:prstGeom prst="rect">
            <a:avLst/>
          </a:prstGeom>
          <a:solidFill>
            <a:srgbClr val="44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BCF2E2-C158-42C8-966A-12FC2DC18EEA}"/>
              </a:ext>
            </a:extLst>
          </p:cNvPr>
          <p:cNvSpPr>
            <a:spLocks noGrp="1"/>
          </p:cNvSpPr>
          <p:nvPr>
            <p:ph type="title" hasCustomPrompt="1"/>
          </p:nvPr>
        </p:nvSpPr>
        <p:spPr>
          <a:xfrm>
            <a:off x="839788" y="519426"/>
            <a:ext cx="10515600" cy="1325563"/>
          </a:xfrm>
        </p:spPr>
        <p:txBody>
          <a:bodyPr anchor="ctr"/>
          <a:lstStyle>
            <a:lvl1pPr algn="ctr">
              <a:defRPr>
                <a:solidFill>
                  <a:schemeClr val="bg1"/>
                </a:solidFill>
              </a:defRPr>
            </a:lvl1pPr>
          </a:lstStyle>
          <a:p>
            <a:r>
              <a:rPr lang="en-US"/>
              <a:t>2-Column Comparison Layout</a:t>
            </a:r>
          </a:p>
        </p:txBody>
      </p:sp>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lvl1pPr>
              <a:defRPr>
                <a:solidFill>
                  <a:schemeClr val="bg1"/>
                </a:solidFill>
              </a:defRPr>
            </a:lvl1pPr>
          </a:lstStyle>
          <a:p>
            <a:fld id="{2D906BD4-2413-4A90-B04A-7B96E026DD1E}" type="datetime1">
              <a:rPr lang="en-US" smtClean="0"/>
              <a:pPr/>
              <a:t>4/17/24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a:xfrm>
            <a:off x="839788" y="6394105"/>
            <a:ext cx="9762973" cy="365125"/>
          </a:xfrm>
        </p:spPr>
        <p:txBody>
          <a:bodyPr/>
          <a:lstStyle>
            <a:lvl1pPr>
              <a:defRPr>
                <a:solidFill>
                  <a:schemeClr val="bg1"/>
                </a:solidFill>
              </a:defRPr>
            </a:lvl1p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grpSp>
        <p:nvGrpSpPr>
          <p:cNvPr id="12" name="Graphic 11">
            <a:extLst>
              <a:ext uri="{FF2B5EF4-FFF2-40B4-BE49-F238E27FC236}">
                <a16:creationId xmlns:a16="http://schemas.microsoft.com/office/drawing/2014/main" id="{0A7F6100-F583-4F7E-BAEE-005425A8513D}"/>
              </a:ext>
            </a:extLst>
          </p:cNvPr>
          <p:cNvGrpSpPr/>
          <p:nvPr userDrawn="1"/>
        </p:nvGrpSpPr>
        <p:grpSpPr>
          <a:xfrm rot="16200000">
            <a:off x="11384220" y="6170961"/>
            <a:ext cx="912230" cy="242400"/>
            <a:chOff x="11384220" y="6170961"/>
            <a:chExt cx="912230" cy="242400"/>
          </a:xfrm>
          <a:solidFill>
            <a:schemeClr val="bg1"/>
          </a:solidFill>
        </p:grpSpPr>
        <p:sp>
          <p:nvSpPr>
            <p:cNvPr id="13" name="Freeform: Shape 12">
              <a:extLst>
                <a:ext uri="{FF2B5EF4-FFF2-40B4-BE49-F238E27FC236}">
                  <a16:creationId xmlns:a16="http://schemas.microsoft.com/office/drawing/2014/main" id="{32419910-49D9-4DB3-98D2-1917CE78DDC5}"/>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1A1B71FE-5B58-4449-9C51-ED464C6DE536}"/>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6C729E27-7293-48B3-A2DC-0B8D98B8E0D8}"/>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F6B24689-FE85-47BB-804A-58C7F8F6EE71}"/>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CC36FDF5-5725-46EC-8F94-12C18079D8FE}"/>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AE21A98E-DBBB-4598-936C-63B4732F8C8B}"/>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0ACDE724-36AA-4EE8-BBA8-D9C279EBD9C2}"/>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2887B1FD-6F89-493A-8126-8D208FCAF598}"/>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16D70DF5-56D8-4111-9CD7-7243612FA7F2}"/>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4050B6B0-A6C8-496F-BB2F-B491FC0E90B1}"/>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A1D58504-A63B-454E-8C5C-0E1E4CA769CE}"/>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EBB74CBF-BCCF-45AC-881F-5E1BA9AF5EB6}"/>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5825A49A-5567-41AE-A0DE-717D6AC2FB70}"/>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478B2DF0-F588-4E63-B3C3-04D17E6D3C33}"/>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E4DE7CAC-68B6-4773-90E1-C301B68B361C}"/>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47B81F84-A5AB-42F3-9EE3-B4A95FD907F6}"/>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B2612E94-0C2C-425B-8FD7-B3FA6B1B6002}"/>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2C14BCE4-E20F-4BCB-8AF8-0B768A37BB42}"/>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sp>
        <p:nvSpPr>
          <p:cNvPr id="11" name="Text Placeholder 2">
            <a:extLst>
              <a:ext uri="{FF2B5EF4-FFF2-40B4-BE49-F238E27FC236}">
                <a16:creationId xmlns:a16="http://schemas.microsoft.com/office/drawing/2014/main" id="{3F54F572-40B2-4DF4-DCEF-BD0FBBA6CBE4}"/>
              </a:ext>
            </a:extLst>
          </p:cNvPr>
          <p:cNvSpPr>
            <a:spLocks noGrp="1"/>
          </p:cNvSpPr>
          <p:nvPr>
            <p:ph type="body" idx="1" hasCustomPrompt="1"/>
          </p:nvPr>
        </p:nvSpPr>
        <p:spPr>
          <a:xfrm>
            <a:off x="2298555" y="1973128"/>
            <a:ext cx="3530904" cy="303663"/>
          </a:xfrm>
          <a:noFill/>
        </p:spPr>
        <p:txBody>
          <a:bodyPr lIns="0" tIns="91440" rIns="0" bIns="91440" anchor="ctr"/>
          <a:lstStyle>
            <a:lvl1pPr marL="0" indent="0" algn="l">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4" name="Text Placeholder 2">
            <a:extLst>
              <a:ext uri="{FF2B5EF4-FFF2-40B4-BE49-F238E27FC236}">
                <a16:creationId xmlns:a16="http://schemas.microsoft.com/office/drawing/2014/main" id="{F7465710-8A94-E492-CA82-FC8726BFC9E3}"/>
              </a:ext>
            </a:extLst>
          </p:cNvPr>
          <p:cNvSpPr>
            <a:spLocks noGrp="1"/>
          </p:cNvSpPr>
          <p:nvPr>
            <p:ph type="body" idx="13" hasCustomPrompt="1"/>
          </p:nvPr>
        </p:nvSpPr>
        <p:spPr>
          <a:xfrm>
            <a:off x="6434327" y="1973128"/>
            <a:ext cx="3530904" cy="303663"/>
          </a:xfrm>
          <a:noFill/>
        </p:spPr>
        <p:txBody>
          <a:bodyPr lIns="0" tIns="91440" rIns="0" bIns="91440" anchor="ctr"/>
          <a:lstStyle>
            <a:lvl1pPr marL="0" indent="0" algn="l">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 name="Content Placeholder 3">
            <a:extLst>
              <a:ext uri="{FF2B5EF4-FFF2-40B4-BE49-F238E27FC236}">
                <a16:creationId xmlns:a16="http://schemas.microsoft.com/office/drawing/2014/main" id="{F7E92C58-C16A-48B5-4649-1F879374E8B4}"/>
              </a:ext>
            </a:extLst>
          </p:cNvPr>
          <p:cNvSpPr>
            <a:spLocks noGrp="1"/>
          </p:cNvSpPr>
          <p:nvPr>
            <p:ph sz="half" idx="2"/>
          </p:nvPr>
        </p:nvSpPr>
        <p:spPr bwMode="ltGray">
          <a:xfrm>
            <a:off x="2298555" y="2378357"/>
            <a:ext cx="3530904" cy="3284036"/>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5414898-020C-D28D-70B3-726EE9DB9E3D}"/>
              </a:ext>
            </a:extLst>
          </p:cNvPr>
          <p:cNvSpPr>
            <a:spLocks noGrp="1"/>
          </p:cNvSpPr>
          <p:nvPr>
            <p:ph sz="half" idx="14"/>
          </p:nvPr>
        </p:nvSpPr>
        <p:spPr bwMode="ltGray">
          <a:xfrm>
            <a:off x="6440787" y="2378357"/>
            <a:ext cx="3530904" cy="3284036"/>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37213060"/>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Comparison - Dark on Light Bg">
    <p:bg>
      <p:bgRef idx="1001">
        <a:schemeClr val="bg1"/>
      </p:bgRef>
    </p:bg>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2D906BD4-2413-4A90-B04A-7B96E026DD1E}" type="datetime1">
              <a:rPr lang="en-US" smtClean="0"/>
              <a:t>4/17/24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grpSp>
        <p:nvGrpSpPr>
          <p:cNvPr id="12" name="Graphic 11">
            <a:extLst>
              <a:ext uri="{FF2B5EF4-FFF2-40B4-BE49-F238E27FC236}">
                <a16:creationId xmlns:a16="http://schemas.microsoft.com/office/drawing/2014/main" id="{992BE47C-90C2-46CE-90AE-CEFE0732F1BC}"/>
              </a:ext>
            </a:extLst>
          </p:cNvPr>
          <p:cNvGrpSpPr/>
          <p:nvPr userDrawn="1"/>
        </p:nvGrpSpPr>
        <p:grpSpPr>
          <a:xfrm rot="16200000">
            <a:off x="11384220" y="6170961"/>
            <a:ext cx="912230" cy="242400"/>
            <a:chOff x="11384220" y="6170961"/>
            <a:chExt cx="912230" cy="242400"/>
          </a:xfrm>
          <a:solidFill>
            <a:schemeClr val="tx1"/>
          </a:solidFill>
        </p:grpSpPr>
        <p:sp>
          <p:nvSpPr>
            <p:cNvPr id="13" name="Freeform: Shape 12">
              <a:extLst>
                <a:ext uri="{FF2B5EF4-FFF2-40B4-BE49-F238E27FC236}">
                  <a16:creationId xmlns:a16="http://schemas.microsoft.com/office/drawing/2014/main" id="{E52677E4-BD7F-4053-89FC-3C6E4C056923}"/>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450A4F6A-7B4C-42B6-937B-62EA8200162F}"/>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4EDA4297-BDC6-48EA-909D-1908E17A6248}"/>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6EDADE1-DDA0-4011-9FA5-4B9E24FA90DB}"/>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3F641A17-5BE6-4EC0-91EE-2EA283B0A277}"/>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6198556E-AB9C-4176-81F5-3279D8A7A708}"/>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9B5272D2-885B-4C4C-BD01-F486F00D730C}"/>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B0FEA1AF-56EB-415B-BFB7-0E033209AAE8}"/>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75FA9EEF-FCC0-466B-BAD9-E9F943715CA6}"/>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05DE07C2-6761-40DB-A2DD-9EFAC1FADA0C}"/>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0771909B-04CA-49D9-9291-319F1820E0A3}"/>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DC8388B3-3736-4BF2-B20F-40EE94022DD1}"/>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97425CE4-0046-4A66-A0CD-6EEEAB2B75B9}"/>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A08D9CA7-8BD3-43CD-AE33-89F3FA2277E1}"/>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400D16D8-9CAD-4182-99F6-07CF6DE182E1}"/>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E5FA30EF-A221-46D7-A158-C151592E944C}"/>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1490DF44-9E14-4CBC-B661-843360D66995}"/>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A61335D3-D5E5-40BD-A027-169B7D0FB492}"/>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
        <p:nvSpPr>
          <p:cNvPr id="11" name="Text Placeholder 2">
            <a:extLst>
              <a:ext uri="{FF2B5EF4-FFF2-40B4-BE49-F238E27FC236}">
                <a16:creationId xmlns:a16="http://schemas.microsoft.com/office/drawing/2014/main" id="{4946EA5B-1D77-F90D-48B2-573255F27523}"/>
              </a:ext>
            </a:extLst>
          </p:cNvPr>
          <p:cNvSpPr>
            <a:spLocks noGrp="1"/>
          </p:cNvSpPr>
          <p:nvPr>
            <p:ph type="body" idx="1" hasCustomPrompt="1"/>
          </p:nvPr>
        </p:nvSpPr>
        <p:spPr>
          <a:xfrm>
            <a:off x="2298555" y="1973128"/>
            <a:ext cx="3530904" cy="303663"/>
          </a:xfrm>
          <a:noFill/>
        </p:spPr>
        <p:txBody>
          <a:bodyPr lIns="0" tIns="91440" rIns="0" bIns="91440" anchor="ctr"/>
          <a:lstStyle>
            <a:lvl1pPr marL="0" indent="0" algn="l">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7" name="Text Placeholder 2">
            <a:extLst>
              <a:ext uri="{FF2B5EF4-FFF2-40B4-BE49-F238E27FC236}">
                <a16:creationId xmlns:a16="http://schemas.microsoft.com/office/drawing/2014/main" id="{4A77FD70-D677-909E-82E5-DD8B131154EB}"/>
              </a:ext>
            </a:extLst>
          </p:cNvPr>
          <p:cNvSpPr>
            <a:spLocks noGrp="1"/>
          </p:cNvSpPr>
          <p:nvPr>
            <p:ph type="body" idx="13" hasCustomPrompt="1"/>
          </p:nvPr>
        </p:nvSpPr>
        <p:spPr>
          <a:xfrm>
            <a:off x="6434327" y="1973128"/>
            <a:ext cx="3530904" cy="303663"/>
          </a:xfrm>
          <a:noFill/>
        </p:spPr>
        <p:txBody>
          <a:bodyPr lIns="0" tIns="91440" rIns="0" bIns="91440" anchor="ctr"/>
          <a:lstStyle>
            <a:lvl1pPr marL="0" indent="0" algn="l">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9" name="Title 1">
            <a:extLst>
              <a:ext uri="{FF2B5EF4-FFF2-40B4-BE49-F238E27FC236}">
                <a16:creationId xmlns:a16="http://schemas.microsoft.com/office/drawing/2014/main" id="{1D1FAD5B-7F52-B925-BD41-F2326F121ACC}"/>
              </a:ext>
            </a:extLst>
          </p:cNvPr>
          <p:cNvSpPr>
            <a:spLocks noGrp="1"/>
          </p:cNvSpPr>
          <p:nvPr>
            <p:ph type="title" hasCustomPrompt="1"/>
          </p:nvPr>
        </p:nvSpPr>
        <p:spPr>
          <a:xfrm>
            <a:off x="839788" y="519426"/>
            <a:ext cx="10515600" cy="1325563"/>
          </a:xfrm>
        </p:spPr>
        <p:txBody>
          <a:bodyPr anchor="ctr"/>
          <a:lstStyle>
            <a:lvl1pPr algn="ctr">
              <a:defRPr>
                <a:solidFill>
                  <a:schemeClr val="accent1"/>
                </a:solidFill>
              </a:defRPr>
            </a:lvl1pPr>
          </a:lstStyle>
          <a:p>
            <a:r>
              <a:rPr lang="en-US"/>
              <a:t>2-Column Comparison Layout</a:t>
            </a:r>
          </a:p>
        </p:txBody>
      </p:sp>
      <p:pic>
        <p:nvPicPr>
          <p:cNvPr id="40" name="Picture 39">
            <a:extLst>
              <a:ext uri="{FF2B5EF4-FFF2-40B4-BE49-F238E27FC236}">
                <a16:creationId xmlns:a16="http://schemas.microsoft.com/office/drawing/2014/main" id="{50C03FB4-920B-8A6E-3B6D-9510A3EC846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
        <p:nvSpPr>
          <p:cNvPr id="41" name="Content Placeholder 3">
            <a:extLst>
              <a:ext uri="{FF2B5EF4-FFF2-40B4-BE49-F238E27FC236}">
                <a16:creationId xmlns:a16="http://schemas.microsoft.com/office/drawing/2014/main" id="{35F4C2E9-F1B0-1474-4F6B-91A53F854FFB}"/>
              </a:ext>
            </a:extLst>
          </p:cNvPr>
          <p:cNvSpPr>
            <a:spLocks noGrp="1"/>
          </p:cNvSpPr>
          <p:nvPr>
            <p:ph sz="half" idx="14"/>
          </p:nvPr>
        </p:nvSpPr>
        <p:spPr bwMode="ltGray">
          <a:xfrm>
            <a:off x="6432565" y="2386646"/>
            <a:ext cx="3530904" cy="3284036"/>
          </a:xfrm>
          <a:prstGeom prst="rect">
            <a:avLst/>
          </a:prstGeom>
          <a:noFill/>
          <a:ln>
            <a:noFill/>
          </a:ln>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2" name="Content Placeholder 3">
            <a:extLst>
              <a:ext uri="{FF2B5EF4-FFF2-40B4-BE49-F238E27FC236}">
                <a16:creationId xmlns:a16="http://schemas.microsoft.com/office/drawing/2014/main" id="{9CE62C7A-C92B-0102-D4E5-4E0638E6103C}"/>
              </a:ext>
            </a:extLst>
          </p:cNvPr>
          <p:cNvSpPr>
            <a:spLocks noGrp="1"/>
          </p:cNvSpPr>
          <p:nvPr>
            <p:ph sz="half" idx="2"/>
          </p:nvPr>
        </p:nvSpPr>
        <p:spPr bwMode="ltGray">
          <a:xfrm>
            <a:off x="2298555" y="2386646"/>
            <a:ext cx="3530904" cy="3284036"/>
          </a:xfrm>
          <a:prstGeom prst="rect">
            <a:avLst/>
          </a:prstGeom>
          <a:noFill/>
          <a:ln>
            <a:noFill/>
          </a:ln>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33485310"/>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Column Comparison">
    <p:bg>
      <p:bgPr>
        <a:solidFill>
          <a:schemeClr val="accent1"/>
        </a:solidFill>
        <a:effectLst/>
      </p:bgPr>
    </p:bg>
    <p:spTree>
      <p:nvGrpSpPr>
        <p:cNvPr id="1" name=""/>
        <p:cNvGrpSpPr/>
        <p:nvPr/>
      </p:nvGrpSpPr>
      <p:grpSpPr>
        <a:xfrm>
          <a:off x="0" y="0"/>
          <a:ext cx="0" cy="0"/>
          <a:chOff x="0" y="0"/>
          <a:chExt cx="0" cy="0"/>
        </a:xfrm>
      </p:grpSpPr>
      <p:sp>
        <p:nvSpPr>
          <p:cNvPr id="15" name="Text Placeholder 2">
            <a:extLst>
              <a:ext uri="{FF2B5EF4-FFF2-40B4-BE49-F238E27FC236}">
                <a16:creationId xmlns:a16="http://schemas.microsoft.com/office/drawing/2014/main" id="{B6678BE2-75EF-1F1C-8F1C-A3E0126B2D40}"/>
              </a:ext>
            </a:extLst>
          </p:cNvPr>
          <p:cNvSpPr>
            <a:spLocks noGrp="1"/>
          </p:cNvSpPr>
          <p:nvPr>
            <p:ph type="body" idx="16" hasCustomPrompt="1"/>
          </p:nvPr>
        </p:nvSpPr>
        <p:spPr>
          <a:xfrm>
            <a:off x="836612" y="1954596"/>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CCA4325-2A16-4E59-984D-DD439B3D42A9}"/>
              </a:ext>
            </a:extLst>
          </p:cNvPr>
          <p:cNvSpPr>
            <a:spLocks noGrp="1"/>
          </p:cNvSpPr>
          <p:nvPr>
            <p:ph sz="half" idx="2"/>
          </p:nvPr>
        </p:nvSpPr>
        <p:spPr bwMode="ltGray">
          <a:xfrm>
            <a:off x="839788" y="2378216"/>
            <a:ext cx="3304615" cy="3684588"/>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65DF209C-A28E-4A04-8EE4-E2684080C509}" type="datetime1">
              <a:rPr lang="en-US" smtClean="0"/>
              <a:t>4/17/24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sp>
        <p:nvSpPr>
          <p:cNvPr id="17" name="Text Placeholder 2">
            <a:extLst>
              <a:ext uri="{FF2B5EF4-FFF2-40B4-BE49-F238E27FC236}">
                <a16:creationId xmlns:a16="http://schemas.microsoft.com/office/drawing/2014/main" id="{B2B390B0-37FD-1C66-A829-A0D06E14382D}"/>
              </a:ext>
            </a:extLst>
          </p:cNvPr>
          <p:cNvSpPr>
            <a:spLocks noGrp="1"/>
          </p:cNvSpPr>
          <p:nvPr>
            <p:ph type="body" idx="17" hasCustomPrompt="1"/>
          </p:nvPr>
        </p:nvSpPr>
        <p:spPr>
          <a:xfrm>
            <a:off x="4420640" y="1954596"/>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2">
            <a:extLst>
              <a:ext uri="{FF2B5EF4-FFF2-40B4-BE49-F238E27FC236}">
                <a16:creationId xmlns:a16="http://schemas.microsoft.com/office/drawing/2014/main" id="{6EEACA0D-7DC5-01F3-8464-D4BA9640AE24}"/>
              </a:ext>
            </a:extLst>
          </p:cNvPr>
          <p:cNvSpPr>
            <a:spLocks noGrp="1"/>
          </p:cNvSpPr>
          <p:nvPr>
            <p:ph type="body" idx="19" hasCustomPrompt="1"/>
          </p:nvPr>
        </p:nvSpPr>
        <p:spPr>
          <a:xfrm>
            <a:off x="8036199" y="1954596"/>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Title 1">
            <a:extLst>
              <a:ext uri="{FF2B5EF4-FFF2-40B4-BE49-F238E27FC236}">
                <a16:creationId xmlns:a16="http://schemas.microsoft.com/office/drawing/2014/main" id="{4FDB0CA3-9633-8290-5CA4-4B77E1935CD2}"/>
              </a:ext>
            </a:extLst>
          </p:cNvPr>
          <p:cNvSpPr>
            <a:spLocks noGrp="1"/>
          </p:cNvSpPr>
          <p:nvPr>
            <p:ph type="title" hasCustomPrompt="1"/>
          </p:nvPr>
        </p:nvSpPr>
        <p:spPr>
          <a:xfrm>
            <a:off x="839788" y="519426"/>
            <a:ext cx="10515600" cy="1325563"/>
          </a:xfrm>
        </p:spPr>
        <p:txBody>
          <a:bodyPr anchor="ctr"/>
          <a:lstStyle>
            <a:lvl1pPr algn="ctr">
              <a:defRPr baseline="0">
                <a:solidFill>
                  <a:schemeClr val="tx1">
                    <a:lumMod val="95000"/>
                  </a:schemeClr>
                </a:solidFill>
              </a:defRPr>
            </a:lvl1pPr>
          </a:lstStyle>
          <a:p>
            <a:r>
              <a:rPr lang="en-US"/>
              <a:t>3-Column Comparison Layout</a:t>
            </a:r>
          </a:p>
        </p:txBody>
      </p:sp>
      <p:sp>
        <p:nvSpPr>
          <p:cNvPr id="3" name="Content Placeholder 3">
            <a:extLst>
              <a:ext uri="{FF2B5EF4-FFF2-40B4-BE49-F238E27FC236}">
                <a16:creationId xmlns:a16="http://schemas.microsoft.com/office/drawing/2014/main" id="{CF7CAE34-33F8-0A69-52D3-B435DFAF0F8C}"/>
              </a:ext>
            </a:extLst>
          </p:cNvPr>
          <p:cNvSpPr>
            <a:spLocks noGrp="1"/>
          </p:cNvSpPr>
          <p:nvPr>
            <p:ph sz="half" idx="20"/>
          </p:nvPr>
        </p:nvSpPr>
        <p:spPr bwMode="ltGray">
          <a:xfrm>
            <a:off x="4402794" y="2378216"/>
            <a:ext cx="3304615" cy="3684588"/>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id="{46707D49-09D3-7E2A-4112-92EB98F04713}"/>
              </a:ext>
            </a:extLst>
          </p:cNvPr>
          <p:cNvSpPr>
            <a:spLocks noGrp="1"/>
          </p:cNvSpPr>
          <p:nvPr>
            <p:ph sz="half" idx="21"/>
          </p:nvPr>
        </p:nvSpPr>
        <p:spPr bwMode="ltGray">
          <a:xfrm>
            <a:off x="8018352" y="2378216"/>
            <a:ext cx="3304615" cy="3684588"/>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a:extLst>
              <a:ext uri="{FF2B5EF4-FFF2-40B4-BE49-F238E27FC236}">
                <a16:creationId xmlns:a16="http://schemas.microsoft.com/office/drawing/2014/main" id="{EC1FE095-1FC2-2EBA-56C9-99D255475BE6}"/>
              </a:ext>
            </a:extLst>
          </p:cNvPr>
          <p:cNvPicPr>
            <a:picLocks noChangeAspect="1"/>
          </p:cNvPicPr>
          <p:nvPr userDrawn="1"/>
        </p:nvPicPr>
        <p:blipFill>
          <a:blip r:embed="rId2"/>
          <a:stretch>
            <a:fillRect/>
          </a:stretch>
        </p:blipFill>
        <p:spPr>
          <a:xfrm>
            <a:off x="0" y="0"/>
            <a:ext cx="12192000" cy="304800"/>
          </a:xfrm>
          <a:prstGeom prst="rect">
            <a:avLst/>
          </a:prstGeom>
        </p:spPr>
      </p:pic>
    </p:spTree>
    <p:extLst>
      <p:ext uri="{BB962C8B-B14F-4D97-AF65-F5344CB8AC3E}">
        <p14:creationId xmlns:p14="http://schemas.microsoft.com/office/powerpoint/2010/main" val="115863779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3-Column Comparison on Lt Purple">
    <p:bg>
      <p:bgPr>
        <a:solidFill>
          <a:schemeClr val="accent2"/>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627E39E-887E-F7BD-05D9-E63C92A5F37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1" r="221"/>
          <a:stretch/>
        </p:blipFill>
        <p:spPr>
          <a:xfrm>
            <a:off x="9014" y="0"/>
            <a:ext cx="12182985" cy="6881992"/>
          </a:xfrm>
          <a:prstGeom prst="rect">
            <a:avLst/>
          </a:prstGeom>
        </p:spPr>
      </p:pic>
      <p:sp>
        <p:nvSpPr>
          <p:cNvPr id="5" name="Rectangle 4">
            <a:extLst>
              <a:ext uri="{FF2B5EF4-FFF2-40B4-BE49-F238E27FC236}">
                <a16:creationId xmlns:a16="http://schemas.microsoft.com/office/drawing/2014/main" id="{51D04206-384F-3335-8E56-80FA86D76127}"/>
              </a:ext>
            </a:extLst>
          </p:cNvPr>
          <p:cNvSpPr/>
          <p:nvPr userDrawn="1"/>
        </p:nvSpPr>
        <p:spPr>
          <a:xfrm>
            <a:off x="624348" y="1"/>
            <a:ext cx="10943303" cy="629533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2" name="Graphic 11">
            <a:extLst>
              <a:ext uri="{FF2B5EF4-FFF2-40B4-BE49-F238E27FC236}">
                <a16:creationId xmlns:a16="http://schemas.microsoft.com/office/drawing/2014/main" id="{DFCEA103-2BA6-4E0B-B138-7F7C90C25338}"/>
              </a:ext>
            </a:extLst>
          </p:cNvPr>
          <p:cNvGrpSpPr/>
          <p:nvPr userDrawn="1"/>
        </p:nvGrpSpPr>
        <p:grpSpPr>
          <a:xfrm rot="16200000">
            <a:off x="11384220" y="6170961"/>
            <a:ext cx="912230" cy="242400"/>
            <a:chOff x="11384220" y="6170961"/>
            <a:chExt cx="912230" cy="242400"/>
          </a:xfrm>
          <a:solidFill>
            <a:schemeClr val="bg1"/>
          </a:solidFill>
        </p:grpSpPr>
        <p:sp>
          <p:nvSpPr>
            <p:cNvPr id="33" name="Freeform: Shape 32">
              <a:extLst>
                <a:ext uri="{FF2B5EF4-FFF2-40B4-BE49-F238E27FC236}">
                  <a16:creationId xmlns:a16="http://schemas.microsoft.com/office/drawing/2014/main" id="{9F6A2A6F-EEFF-463D-BFA4-1D0418152A2D}"/>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6FD8DEE0-57EA-4A59-9DF9-F924AC7DCB98}"/>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0014A642-9127-4D21-9EE4-17051BAEDCF0}"/>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2A1F0C59-EE67-4F87-83FB-13A93F87F411}"/>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511786CC-8040-4477-A871-ADE22F9B29C9}"/>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E8E449A1-7C20-41CA-BE11-D636F62A9839}"/>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680FD0E3-F2A6-4243-BDAE-ACE818FCEFBD}"/>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A64D691E-23AB-4618-9323-3DC7D40A1E02}"/>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FEABC8CF-098E-442B-879A-BC7FE3375EF3}"/>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78D1F85B-9929-423F-B414-C43E2E112629}"/>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03CDF06E-4F69-48FE-9843-E12AF6997D2A}"/>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4A1901CB-658C-4F36-811F-4FCFBBCE78D9}"/>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122D3737-E1F2-407C-9DB8-26AC64423CDC}"/>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664C6A77-AE22-4385-8AB0-DE3FBF08ACAD}"/>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0FE03CF2-CF56-4FA0-8969-F2FDE22967E0}"/>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E1E1D51F-A63E-4CCB-982A-50BE091F5FAA}"/>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31E4B643-7132-47F4-950F-7B6F450B5768}"/>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09DAC575-6ADD-4DE9-9550-514D0E4EF14B}"/>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sp>
        <p:nvSpPr>
          <p:cNvPr id="26" name="Text Placeholder 2">
            <a:extLst>
              <a:ext uri="{FF2B5EF4-FFF2-40B4-BE49-F238E27FC236}">
                <a16:creationId xmlns:a16="http://schemas.microsoft.com/office/drawing/2014/main" id="{5F3110BE-105D-CC26-DDEB-7331AE1964BA}"/>
              </a:ext>
            </a:extLst>
          </p:cNvPr>
          <p:cNvSpPr>
            <a:spLocks noGrp="1"/>
          </p:cNvSpPr>
          <p:nvPr>
            <p:ph type="body" idx="16" hasCustomPrompt="1"/>
          </p:nvPr>
        </p:nvSpPr>
        <p:spPr>
          <a:xfrm>
            <a:off x="836612" y="1962965"/>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8" name="Content Placeholder 3">
            <a:extLst>
              <a:ext uri="{FF2B5EF4-FFF2-40B4-BE49-F238E27FC236}">
                <a16:creationId xmlns:a16="http://schemas.microsoft.com/office/drawing/2014/main" id="{B4654FB0-09A1-6719-CA4D-E46CD3C33B9D}"/>
              </a:ext>
            </a:extLst>
          </p:cNvPr>
          <p:cNvSpPr>
            <a:spLocks noGrp="1"/>
          </p:cNvSpPr>
          <p:nvPr>
            <p:ph sz="half" idx="2"/>
          </p:nvPr>
        </p:nvSpPr>
        <p:spPr bwMode="ltGray">
          <a:xfrm>
            <a:off x="839788" y="2386585"/>
            <a:ext cx="3304615" cy="3684588"/>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Date Placeholder 6">
            <a:extLst>
              <a:ext uri="{FF2B5EF4-FFF2-40B4-BE49-F238E27FC236}">
                <a16:creationId xmlns:a16="http://schemas.microsoft.com/office/drawing/2014/main" id="{BC0ACF3E-B411-3A6B-87AB-035727C10BDA}"/>
              </a:ext>
            </a:extLst>
          </p:cNvPr>
          <p:cNvSpPr>
            <a:spLocks noGrp="1"/>
          </p:cNvSpPr>
          <p:nvPr>
            <p:ph type="dt" sz="half" idx="10"/>
          </p:nvPr>
        </p:nvSpPr>
        <p:spPr>
          <a:xfrm>
            <a:off x="10602762" y="6382494"/>
            <a:ext cx="692767" cy="365125"/>
          </a:xfrm>
        </p:spPr>
        <p:txBody>
          <a:bodyPr/>
          <a:lstStyle>
            <a:lvl1pPr>
              <a:defRPr>
                <a:solidFill>
                  <a:schemeClr val="bg1"/>
                </a:solidFill>
              </a:defRPr>
            </a:lvl1pPr>
          </a:lstStyle>
          <a:p>
            <a:fld id="{65DF209C-A28E-4A04-8EE4-E2684080C509}" type="datetime1">
              <a:rPr lang="en-US" smtClean="0"/>
              <a:pPr/>
              <a:t>4/17/24</a:t>
            </a:fld>
            <a:endParaRPr lang="en-US"/>
          </a:p>
        </p:txBody>
      </p:sp>
      <p:sp>
        <p:nvSpPr>
          <p:cNvPr id="30" name="Footer Placeholder 7">
            <a:extLst>
              <a:ext uri="{FF2B5EF4-FFF2-40B4-BE49-F238E27FC236}">
                <a16:creationId xmlns:a16="http://schemas.microsoft.com/office/drawing/2014/main" id="{B7ABC10F-1230-6D1F-8FB1-A5953EECE31F}"/>
              </a:ext>
            </a:extLst>
          </p:cNvPr>
          <p:cNvSpPr>
            <a:spLocks noGrp="1"/>
          </p:cNvSpPr>
          <p:nvPr>
            <p:ph type="ftr" sz="quarter" idx="11"/>
          </p:nvPr>
        </p:nvSpPr>
        <p:spPr>
          <a:xfrm>
            <a:off x="342900" y="6394105"/>
            <a:ext cx="10259861" cy="365125"/>
          </a:xfrm>
        </p:spPr>
        <p:txBody>
          <a:bodyPr/>
          <a:lstStyle>
            <a:lvl1pPr>
              <a:defRPr>
                <a:solidFill>
                  <a:schemeClr val="bg1"/>
                </a:solidFill>
              </a:defRPr>
            </a:lvl1pPr>
          </a:lstStyle>
          <a:p>
            <a:endParaRPr lang="en-US"/>
          </a:p>
        </p:txBody>
      </p:sp>
      <p:sp>
        <p:nvSpPr>
          <p:cNvPr id="31" name="Slide Number Placeholder 8">
            <a:extLst>
              <a:ext uri="{FF2B5EF4-FFF2-40B4-BE49-F238E27FC236}">
                <a16:creationId xmlns:a16="http://schemas.microsoft.com/office/drawing/2014/main" id="{8513861D-1909-CDF7-1F11-AD2069C51FC6}"/>
              </a:ext>
            </a:extLst>
          </p:cNvPr>
          <p:cNvSpPr>
            <a:spLocks noGrp="1"/>
          </p:cNvSpPr>
          <p:nvPr>
            <p:ph type="sldNum" sz="quarter" idx="12"/>
          </p:nvPr>
        </p:nvSpPr>
        <p:spPr>
          <a:xfrm>
            <a:off x="11674225" y="5477347"/>
            <a:ext cx="305503" cy="306298"/>
          </a:xfrm>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sp>
        <p:nvSpPr>
          <p:cNvPr id="52" name="Text Placeholder 2">
            <a:extLst>
              <a:ext uri="{FF2B5EF4-FFF2-40B4-BE49-F238E27FC236}">
                <a16:creationId xmlns:a16="http://schemas.microsoft.com/office/drawing/2014/main" id="{EB3D3630-FE0D-8337-ABFF-0DB657F09620}"/>
              </a:ext>
            </a:extLst>
          </p:cNvPr>
          <p:cNvSpPr>
            <a:spLocks noGrp="1"/>
          </p:cNvSpPr>
          <p:nvPr>
            <p:ph type="body" idx="17" hasCustomPrompt="1"/>
          </p:nvPr>
        </p:nvSpPr>
        <p:spPr>
          <a:xfrm>
            <a:off x="4420640" y="1962965"/>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5" name="Text Placeholder 2">
            <a:extLst>
              <a:ext uri="{FF2B5EF4-FFF2-40B4-BE49-F238E27FC236}">
                <a16:creationId xmlns:a16="http://schemas.microsoft.com/office/drawing/2014/main" id="{0B90BB25-0474-4262-7C7A-53E4D28AC452}"/>
              </a:ext>
            </a:extLst>
          </p:cNvPr>
          <p:cNvSpPr>
            <a:spLocks noGrp="1"/>
          </p:cNvSpPr>
          <p:nvPr>
            <p:ph type="body" idx="19" hasCustomPrompt="1"/>
          </p:nvPr>
        </p:nvSpPr>
        <p:spPr>
          <a:xfrm>
            <a:off x="8036199" y="1962965"/>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Content Placeholder 3">
            <a:extLst>
              <a:ext uri="{FF2B5EF4-FFF2-40B4-BE49-F238E27FC236}">
                <a16:creationId xmlns:a16="http://schemas.microsoft.com/office/drawing/2014/main" id="{28E7A0A2-0E31-8725-90B3-D20101CAE128}"/>
              </a:ext>
            </a:extLst>
          </p:cNvPr>
          <p:cNvSpPr>
            <a:spLocks noGrp="1"/>
          </p:cNvSpPr>
          <p:nvPr>
            <p:ph sz="half" idx="20"/>
          </p:nvPr>
        </p:nvSpPr>
        <p:spPr bwMode="ltGray">
          <a:xfrm>
            <a:off x="4415092" y="2386585"/>
            <a:ext cx="3304615" cy="3684588"/>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3">
            <a:extLst>
              <a:ext uri="{FF2B5EF4-FFF2-40B4-BE49-F238E27FC236}">
                <a16:creationId xmlns:a16="http://schemas.microsoft.com/office/drawing/2014/main" id="{5435E167-979E-BCAD-653E-C1532BCA0880}"/>
              </a:ext>
            </a:extLst>
          </p:cNvPr>
          <p:cNvSpPr>
            <a:spLocks noGrp="1"/>
          </p:cNvSpPr>
          <p:nvPr>
            <p:ph sz="half" idx="21"/>
          </p:nvPr>
        </p:nvSpPr>
        <p:spPr bwMode="ltGray">
          <a:xfrm>
            <a:off x="8036116" y="2386585"/>
            <a:ext cx="3304615" cy="3684588"/>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1">
            <a:extLst>
              <a:ext uri="{FF2B5EF4-FFF2-40B4-BE49-F238E27FC236}">
                <a16:creationId xmlns:a16="http://schemas.microsoft.com/office/drawing/2014/main" id="{D1B250E5-1624-59FD-A02C-AB9B82EAC5FC}"/>
              </a:ext>
            </a:extLst>
          </p:cNvPr>
          <p:cNvSpPr>
            <a:spLocks noGrp="1"/>
          </p:cNvSpPr>
          <p:nvPr>
            <p:ph type="title" hasCustomPrompt="1"/>
          </p:nvPr>
        </p:nvSpPr>
        <p:spPr>
          <a:xfrm>
            <a:off x="839788" y="519426"/>
            <a:ext cx="10515600" cy="1325563"/>
          </a:xfrm>
        </p:spPr>
        <p:txBody>
          <a:bodyPr anchor="ctr"/>
          <a:lstStyle>
            <a:lvl1pPr algn="ctr">
              <a:defRPr>
                <a:solidFill>
                  <a:schemeClr val="bg1"/>
                </a:solidFill>
              </a:defRPr>
            </a:lvl1pPr>
          </a:lstStyle>
          <a:p>
            <a:r>
              <a:rPr lang="en-US"/>
              <a:t>3-Column Comparison Layout</a:t>
            </a:r>
            <a:br>
              <a:rPr lang="en-US"/>
            </a:br>
            <a:r>
              <a:rPr lang="en-US"/>
              <a:t>Two Lines</a:t>
            </a:r>
          </a:p>
        </p:txBody>
      </p:sp>
    </p:spTree>
    <p:extLst>
      <p:ext uri="{BB962C8B-B14F-4D97-AF65-F5344CB8AC3E}">
        <p14:creationId xmlns:p14="http://schemas.microsoft.com/office/powerpoint/2010/main" val="556558282"/>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3-Column Comparison - Stroked on Light Bg">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65" name="Rectangle 64">
            <a:extLst>
              <a:ext uri="{FF2B5EF4-FFF2-40B4-BE49-F238E27FC236}">
                <a16:creationId xmlns:a16="http://schemas.microsoft.com/office/drawing/2014/main" id="{74ECEDFA-1992-0888-813F-86DAFA2DDDF5}"/>
              </a:ext>
            </a:extLst>
          </p:cNvPr>
          <p:cNvSpPr/>
          <p:nvPr userDrawn="1"/>
        </p:nvSpPr>
        <p:spPr>
          <a:xfrm>
            <a:off x="624348" y="426011"/>
            <a:ext cx="10943303" cy="5912563"/>
          </a:xfrm>
          <a:prstGeom prst="rect">
            <a:avLst/>
          </a:prstGeom>
          <a:solidFill>
            <a:srgbClr val="44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 name="Graphic 11">
            <a:extLst>
              <a:ext uri="{FF2B5EF4-FFF2-40B4-BE49-F238E27FC236}">
                <a16:creationId xmlns:a16="http://schemas.microsoft.com/office/drawing/2014/main" id="{3A343C29-3E88-04BA-B5B7-0882AB09F565}"/>
              </a:ext>
            </a:extLst>
          </p:cNvPr>
          <p:cNvGrpSpPr/>
          <p:nvPr userDrawn="1"/>
        </p:nvGrpSpPr>
        <p:grpSpPr>
          <a:xfrm rot="16200000">
            <a:off x="11384220" y="6170961"/>
            <a:ext cx="912230" cy="242400"/>
            <a:chOff x="11384220" y="6170961"/>
            <a:chExt cx="912230" cy="242400"/>
          </a:xfrm>
          <a:solidFill>
            <a:schemeClr val="bg1"/>
          </a:solidFill>
        </p:grpSpPr>
        <p:sp>
          <p:nvSpPr>
            <p:cNvPr id="34" name="Freeform: Shape 32">
              <a:extLst>
                <a:ext uri="{FF2B5EF4-FFF2-40B4-BE49-F238E27FC236}">
                  <a16:creationId xmlns:a16="http://schemas.microsoft.com/office/drawing/2014/main" id="{1737232B-B2FE-CB1C-0389-B0995BEA3F6E}"/>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35" name="Freeform: Shape 33">
              <a:extLst>
                <a:ext uri="{FF2B5EF4-FFF2-40B4-BE49-F238E27FC236}">
                  <a16:creationId xmlns:a16="http://schemas.microsoft.com/office/drawing/2014/main" id="{8882189B-2B72-8F33-FE01-09472D8CD096}"/>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36" name="Freeform: Shape 34">
              <a:extLst>
                <a:ext uri="{FF2B5EF4-FFF2-40B4-BE49-F238E27FC236}">
                  <a16:creationId xmlns:a16="http://schemas.microsoft.com/office/drawing/2014/main" id="{5489615C-1F22-A4A6-139A-3E4023915B5E}"/>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37" name="Freeform: Shape 35">
              <a:extLst>
                <a:ext uri="{FF2B5EF4-FFF2-40B4-BE49-F238E27FC236}">
                  <a16:creationId xmlns:a16="http://schemas.microsoft.com/office/drawing/2014/main" id="{7A732541-25B0-1D61-5D50-3272F0A72200}"/>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38" name="Freeform: Shape 36">
              <a:extLst>
                <a:ext uri="{FF2B5EF4-FFF2-40B4-BE49-F238E27FC236}">
                  <a16:creationId xmlns:a16="http://schemas.microsoft.com/office/drawing/2014/main" id="{2C0F794D-6F9A-1FEB-496F-A2FC90CCA615}"/>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39" name="Freeform: Shape 37">
              <a:extLst>
                <a:ext uri="{FF2B5EF4-FFF2-40B4-BE49-F238E27FC236}">
                  <a16:creationId xmlns:a16="http://schemas.microsoft.com/office/drawing/2014/main" id="{E61613AA-DDDC-C1A5-25F2-8B55922DE702}"/>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40" name="Freeform: Shape 38">
              <a:extLst>
                <a:ext uri="{FF2B5EF4-FFF2-40B4-BE49-F238E27FC236}">
                  <a16:creationId xmlns:a16="http://schemas.microsoft.com/office/drawing/2014/main" id="{B287282E-7C9A-744E-57FE-002319CF9716}"/>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41" name="Freeform: Shape 39">
              <a:extLst>
                <a:ext uri="{FF2B5EF4-FFF2-40B4-BE49-F238E27FC236}">
                  <a16:creationId xmlns:a16="http://schemas.microsoft.com/office/drawing/2014/main" id="{F81F1CC9-CF1C-78CD-F48F-6270A1A1B8C8}"/>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42" name="Freeform: Shape 40">
              <a:extLst>
                <a:ext uri="{FF2B5EF4-FFF2-40B4-BE49-F238E27FC236}">
                  <a16:creationId xmlns:a16="http://schemas.microsoft.com/office/drawing/2014/main" id="{3B41525D-FE2E-C52B-D794-E58928C1E1F9}"/>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43" name="Freeform: Shape 41">
              <a:extLst>
                <a:ext uri="{FF2B5EF4-FFF2-40B4-BE49-F238E27FC236}">
                  <a16:creationId xmlns:a16="http://schemas.microsoft.com/office/drawing/2014/main" id="{843EA020-907D-9236-3CF1-A8BFB7EAF94A}"/>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44" name="Freeform: Shape 42">
              <a:extLst>
                <a:ext uri="{FF2B5EF4-FFF2-40B4-BE49-F238E27FC236}">
                  <a16:creationId xmlns:a16="http://schemas.microsoft.com/office/drawing/2014/main" id="{4F0C2B75-1631-CE6C-6325-4C159AFA5F76}"/>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45" name="Freeform: Shape 43">
              <a:extLst>
                <a:ext uri="{FF2B5EF4-FFF2-40B4-BE49-F238E27FC236}">
                  <a16:creationId xmlns:a16="http://schemas.microsoft.com/office/drawing/2014/main" id="{22FAEA00-5F8E-912D-1D98-BD8D5835E08F}"/>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46" name="Freeform: Shape 44">
              <a:extLst>
                <a:ext uri="{FF2B5EF4-FFF2-40B4-BE49-F238E27FC236}">
                  <a16:creationId xmlns:a16="http://schemas.microsoft.com/office/drawing/2014/main" id="{BD50FAFF-975A-B4C4-BD48-E45E419619AC}"/>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47" name="Freeform: Shape 45">
              <a:extLst>
                <a:ext uri="{FF2B5EF4-FFF2-40B4-BE49-F238E27FC236}">
                  <a16:creationId xmlns:a16="http://schemas.microsoft.com/office/drawing/2014/main" id="{603C50A9-F859-291D-FB38-868B43A4B7C0}"/>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48" name="Freeform: Shape 46">
              <a:extLst>
                <a:ext uri="{FF2B5EF4-FFF2-40B4-BE49-F238E27FC236}">
                  <a16:creationId xmlns:a16="http://schemas.microsoft.com/office/drawing/2014/main" id="{ED84C083-107A-D235-AB9B-07BD6143A453}"/>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49" name="Freeform: Shape 47">
              <a:extLst>
                <a:ext uri="{FF2B5EF4-FFF2-40B4-BE49-F238E27FC236}">
                  <a16:creationId xmlns:a16="http://schemas.microsoft.com/office/drawing/2014/main" id="{D11429C5-45D2-6832-C3A8-B6075B7DF0A7}"/>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sp>
          <p:nvSpPr>
            <p:cNvPr id="50" name="Freeform: Shape 48">
              <a:extLst>
                <a:ext uri="{FF2B5EF4-FFF2-40B4-BE49-F238E27FC236}">
                  <a16:creationId xmlns:a16="http://schemas.microsoft.com/office/drawing/2014/main" id="{F5DE87FD-D27D-3335-5F42-19AA9CE94CFE}"/>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51" name="Freeform: Shape 49">
              <a:extLst>
                <a:ext uri="{FF2B5EF4-FFF2-40B4-BE49-F238E27FC236}">
                  <a16:creationId xmlns:a16="http://schemas.microsoft.com/office/drawing/2014/main" id="{22B657E2-59E6-936A-4DAA-3AB48E1E94D3}"/>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sp>
        <p:nvSpPr>
          <p:cNvPr id="52" name="Text Placeholder 2">
            <a:extLst>
              <a:ext uri="{FF2B5EF4-FFF2-40B4-BE49-F238E27FC236}">
                <a16:creationId xmlns:a16="http://schemas.microsoft.com/office/drawing/2014/main" id="{B394BBA9-9E02-6E45-406C-8A87DBF49EB9}"/>
              </a:ext>
            </a:extLst>
          </p:cNvPr>
          <p:cNvSpPr>
            <a:spLocks noGrp="1"/>
          </p:cNvSpPr>
          <p:nvPr>
            <p:ph type="body" idx="16" hasCustomPrompt="1"/>
          </p:nvPr>
        </p:nvSpPr>
        <p:spPr>
          <a:xfrm>
            <a:off x="836612" y="1961516"/>
            <a:ext cx="3303380" cy="303663"/>
          </a:xfrm>
          <a:noFill/>
        </p:spPr>
        <p:txBody>
          <a:bodyPr lIns="0" tIns="91440" rIns="0" bIns="91440" anchor="ctr"/>
          <a:lstStyle>
            <a:lvl1pPr marL="0" indent="0" algn="l">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5" name="Date Placeholder 6">
            <a:extLst>
              <a:ext uri="{FF2B5EF4-FFF2-40B4-BE49-F238E27FC236}">
                <a16:creationId xmlns:a16="http://schemas.microsoft.com/office/drawing/2014/main" id="{AFDA17CB-EE3D-327A-119B-6B0258297CCB}"/>
              </a:ext>
            </a:extLst>
          </p:cNvPr>
          <p:cNvSpPr>
            <a:spLocks noGrp="1"/>
          </p:cNvSpPr>
          <p:nvPr>
            <p:ph type="dt" sz="half" idx="10"/>
          </p:nvPr>
        </p:nvSpPr>
        <p:spPr>
          <a:xfrm>
            <a:off x="10602762" y="6382494"/>
            <a:ext cx="692767" cy="365125"/>
          </a:xfrm>
        </p:spPr>
        <p:txBody>
          <a:bodyPr/>
          <a:lstStyle/>
          <a:p>
            <a:fld id="{65DF209C-A28E-4A04-8EE4-E2684080C509}" type="datetime1">
              <a:rPr lang="en-US" smtClean="0"/>
              <a:t>4/17/24</a:t>
            </a:fld>
            <a:endParaRPr lang="en-US"/>
          </a:p>
        </p:txBody>
      </p:sp>
      <p:sp>
        <p:nvSpPr>
          <p:cNvPr id="56" name="Footer Placeholder 7">
            <a:extLst>
              <a:ext uri="{FF2B5EF4-FFF2-40B4-BE49-F238E27FC236}">
                <a16:creationId xmlns:a16="http://schemas.microsoft.com/office/drawing/2014/main" id="{E27D7A34-902E-7AB9-EC17-2EE3643E7264}"/>
              </a:ext>
            </a:extLst>
          </p:cNvPr>
          <p:cNvSpPr>
            <a:spLocks noGrp="1"/>
          </p:cNvSpPr>
          <p:nvPr>
            <p:ph type="ftr" sz="quarter" idx="11"/>
          </p:nvPr>
        </p:nvSpPr>
        <p:spPr>
          <a:xfrm>
            <a:off x="342900" y="6394105"/>
            <a:ext cx="10259861" cy="365125"/>
          </a:xfrm>
        </p:spPr>
        <p:txBody>
          <a:bodyPr/>
          <a:lstStyle/>
          <a:p>
            <a:endParaRPr lang="en-US"/>
          </a:p>
        </p:txBody>
      </p:sp>
      <p:sp>
        <p:nvSpPr>
          <p:cNvPr id="57" name="Slide Number Placeholder 8">
            <a:extLst>
              <a:ext uri="{FF2B5EF4-FFF2-40B4-BE49-F238E27FC236}">
                <a16:creationId xmlns:a16="http://schemas.microsoft.com/office/drawing/2014/main" id="{3F40C638-2B10-D4C5-D97D-7F47A8EEFE6C}"/>
              </a:ext>
            </a:extLst>
          </p:cNvPr>
          <p:cNvSpPr>
            <a:spLocks noGrp="1"/>
          </p:cNvSpPr>
          <p:nvPr>
            <p:ph type="sldNum" sz="quarter" idx="12"/>
          </p:nvPr>
        </p:nvSpPr>
        <p:spPr>
          <a:xfrm>
            <a:off x="11674225" y="5477347"/>
            <a:ext cx="305503" cy="306298"/>
          </a:xfrm>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sp>
        <p:nvSpPr>
          <p:cNvPr id="59" name="Text Placeholder 2">
            <a:extLst>
              <a:ext uri="{FF2B5EF4-FFF2-40B4-BE49-F238E27FC236}">
                <a16:creationId xmlns:a16="http://schemas.microsoft.com/office/drawing/2014/main" id="{411EF4D5-9EDE-B027-CC6F-0356FBF5C7A3}"/>
              </a:ext>
            </a:extLst>
          </p:cNvPr>
          <p:cNvSpPr>
            <a:spLocks noGrp="1"/>
          </p:cNvSpPr>
          <p:nvPr>
            <p:ph type="body" idx="17" hasCustomPrompt="1"/>
          </p:nvPr>
        </p:nvSpPr>
        <p:spPr>
          <a:xfrm>
            <a:off x="4420640" y="1961516"/>
            <a:ext cx="3303380" cy="303663"/>
          </a:xfrm>
          <a:noFill/>
        </p:spPr>
        <p:txBody>
          <a:bodyPr lIns="0" tIns="91440" rIns="0" bIns="91440" anchor="ctr"/>
          <a:lstStyle>
            <a:lvl1pPr marL="0" indent="0" algn="l">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2" name="Text Placeholder 2">
            <a:extLst>
              <a:ext uri="{FF2B5EF4-FFF2-40B4-BE49-F238E27FC236}">
                <a16:creationId xmlns:a16="http://schemas.microsoft.com/office/drawing/2014/main" id="{91D7EA73-48FB-3B84-6A9B-CB23A88B0D32}"/>
              </a:ext>
            </a:extLst>
          </p:cNvPr>
          <p:cNvSpPr>
            <a:spLocks noGrp="1"/>
          </p:cNvSpPr>
          <p:nvPr>
            <p:ph type="body" idx="19" hasCustomPrompt="1"/>
          </p:nvPr>
        </p:nvSpPr>
        <p:spPr>
          <a:xfrm>
            <a:off x="8036199" y="1961516"/>
            <a:ext cx="3303380" cy="303663"/>
          </a:xfrm>
          <a:noFill/>
        </p:spPr>
        <p:txBody>
          <a:bodyPr lIns="0" tIns="91440" rIns="0" bIns="91440" anchor="ctr"/>
          <a:lstStyle>
            <a:lvl1pPr marL="0" indent="0" algn="l">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Content Placeholder 3">
            <a:extLst>
              <a:ext uri="{FF2B5EF4-FFF2-40B4-BE49-F238E27FC236}">
                <a16:creationId xmlns:a16="http://schemas.microsoft.com/office/drawing/2014/main" id="{93F0FC42-22F5-977D-7CAE-2B9E0D2375CA}"/>
              </a:ext>
            </a:extLst>
          </p:cNvPr>
          <p:cNvSpPr>
            <a:spLocks noGrp="1"/>
          </p:cNvSpPr>
          <p:nvPr>
            <p:ph sz="half" idx="2"/>
          </p:nvPr>
        </p:nvSpPr>
        <p:spPr bwMode="ltGray">
          <a:xfrm>
            <a:off x="839788" y="2385136"/>
            <a:ext cx="3304615" cy="3684588"/>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3">
            <a:extLst>
              <a:ext uri="{FF2B5EF4-FFF2-40B4-BE49-F238E27FC236}">
                <a16:creationId xmlns:a16="http://schemas.microsoft.com/office/drawing/2014/main" id="{A391619A-E02C-762F-EC42-2B9BC4F92334}"/>
              </a:ext>
            </a:extLst>
          </p:cNvPr>
          <p:cNvSpPr>
            <a:spLocks noGrp="1"/>
          </p:cNvSpPr>
          <p:nvPr>
            <p:ph sz="half" idx="20"/>
          </p:nvPr>
        </p:nvSpPr>
        <p:spPr bwMode="ltGray">
          <a:xfrm>
            <a:off x="4415092" y="2385136"/>
            <a:ext cx="3304615" cy="3684588"/>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2B9A5A8-7F77-8233-C0A5-FBDDF05FB48A}"/>
              </a:ext>
            </a:extLst>
          </p:cNvPr>
          <p:cNvSpPr>
            <a:spLocks noGrp="1"/>
          </p:cNvSpPr>
          <p:nvPr>
            <p:ph sz="half" idx="21"/>
          </p:nvPr>
        </p:nvSpPr>
        <p:spPr bwMode="ltGray">
          <a:xfrm>
            <a:off x="8036116" y="2385136"/>
            <a:ext cx="3304615" cy="3684588"/>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1">
            <a:extLst>
              <a:ext uri="{FF2B5EF4-FFF2-40B4-BE49-F238E27FC236}">
                <a16:creationId xmlns:a16="http://schemas.microsoft.com/office/drawing/2014/main" id="{46A8E62E-89F2-EC42-6BAD-F147C0078E59}"/>
              </a:ext>
            </a:extLst>
          </p:cNvPr>
          <p:cNvSpPr>
            <a:spLocks noGrp="1"/>
          </p:cNvSpPr>
          <p:nvPr>
            <p:ph type="title" hasCustomPrompt="1"/>
          </p:nvPr>
        </p:nvSpPr>
        <p:spPr>
          <a:xfrm>
            <a:off x="839788" y="519426"/>
            <a:ext cx="10515600" cy="1325563"/>
          </a:xfrm>
        </p:spPr>
        <p:txBody>
          <a:bodyPr anchor="ctr"/>
          <a:lstStyle>
            <a:lvl1pPr algn="ctr">
              <a:defRPr baseline="0">
                <a:solidFill>
                  <a:schemeClr val="bg1">
                    <a:lumMod val="95000"/>
                  </a:schemeClr>
                </a:solidFill>
              </a:defRPr>
            </a:lvl1pPr>
          </a:lstStyle>
          <a:p>
            <a:r>
              <a:rPr lang="en-US"/>
              <a:t>3-Column Comparison Layout</a:t>
            </a:r>
            <a:br>
              <a:rPr lang="en-US"/>
            </a:br>
            <a:r>
              <a:rPr lang="en-US"/>
              <a:t>Two Lines</a:t>
            </a:r>
          </a:p>
        </p:txBody>
      </p:sp>
    </p:spTree>
    <p:extLst>
      <p:ext uri="{BB962C8B-B14F-4D97-AF65-F5344CB8AC3E}">
        <p14:creationId xmlns:p14="http://schemas.microsoft.com/office/powerpoint/2010/main" val="2227315438"/>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3-Column Comparison - Dark on Light Bg">
    <p:bg>
      <p:bgRef idx="1001">
        <a:schemeClr val="bg1"/>
      </p:bgRef>
    </p:bg>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65DF209C-A28E-4A04-8EE4-E2684080C509}" type="datetime1">
              <a:rPr lang="en-US" smtClean="0"/>
              <a:t>4/17/24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grpSp>
        <p:nvGrpSpPr>
          <p:cNvPr id="14" name="Graphic 11">
            <a:extLst>
              <a:ext uri="{FF2B5EF4-FFF2-40B4-BE49-F238E27FC236}">
                <a16:creationId xmlns:a16="http://schemas.microsoft.com/office/drawing/2014/main" id="{E734450A-E639-4566-9F53-B91CF6F0FA16}"/>
              </a:ext>
            </a:extLst>
          </p:cNvPr>
          <p:cNvGrpSpPr/>
          <p:nvPr userDrawn="1"/>
        </p:nvGrpSpPr>
        <p:grpSpPr>
          <a:xfrm rot="16200000">
            <a:off x="11384220" y="6170961"/>
            <a:ext cx="912230" cy="242400"/>
            <a:chOff x="11384220" y="6170961"/>
            <a:chExt cx="912230" cy="242400"/>
          </a:xfrm>
          <a:solidFill>
            <a:schemeClr val="tx1"/>
          </a:solidFill>
        </p:grpSpPr>
        <p:sp>
          <p:nvSpPr>
            <p:cNvPr id="15" name="Freeform: Shape 14">
              <a:extLst>
                <a:ext uri="{FF2B5EF4-FFF2-40B4-BE49-F238E27FC236}">
                  <a16:creationId xmlns:a16="http://schemas.microsoft.com/office/drawing/2014/main" id="{EDFEB29C-B09F-40AE-AC36-5E7F5F8CBFA5}"/>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BBDA7F9F-C18E-48E8-B2F6-2D6CACE8804B}"/>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F0977B1F-105E-46F3-928E-37A18C8280B9}"/>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9C4801DE-C7FB-4918-B741-43F0F50A9D38}"/>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DD65476E-58E1-496E-8BA5-E06618D806BA}"/>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4A420B6E-3BEE-4889-A93D-063D45C72354}"/>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8640DDE0-8B3D-425B-99F2-82714E1B59E0}"/>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8C2E6409-1210-477C-A6FD-A82437EB49C7}"/>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77994FA0-51C4-4F29-9643-7E5DD192D3CB}"/>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DEFC84B2-F789-4F5C-8CEA-7F4E53AF3F3D}"/>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573A645-1D1A-477E-B19E-629853E8DF16}"/>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15E9AEA-3C62-4FB2-A648-B9189168BEA9}"/>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646A4CF7-0639-4F0D-9A0D-1E9E8566FEB3}"/>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15D68DCA-9592-4BCA-BC05-37E99EC7C867}"/>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45FA4983-DB27-4130-A5AA-CC0E13DA0F17}"/>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C7E125BB-CF6D-4B8A-810C-6798718C09F6}"/>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DC9F9BD7-0EB0-4AC2-8113-F7CB907A9470}"/>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68C85652-692F-4060-AD1C-65CD00C15F02}"/>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
        <p:nvSpPr>
          <p:cNvPr id="13" name="Text Placeholder 2">
            <a:extLst>
              <a:ext uri="{FF2B5EF4-FFF2-40B4-BE49-F238E27FC236}">
                <a16:creationId xmlns:a16="http://schemas.microsoft.com/office/drawing/2014/main" id="{57AE3F3B-ED01-81B9-987D-DF2D8D987775}"/>
              </a:ext>
            </a:extLst>
          </p:cNvPr>
          <p:cNvSpPr>
            <a:spLocks noGrp="1"/>
          </p:cNvSpPr>
          <p:nvPr>
            <p:ph type="body" idx="16" hasCustomPrompt="1"/>
          </p:nvPr>
        </p:nvSpPr>
        <p:spPr>
          <a:xfrm>
            <a:off x="836612" y="1952025"/>
            <a:ext cx="3303380" cy="303663"/>
          </a:xfrm>
          <a:noFill/>
        </p:spPr>
        <p:txBody>
          <a:bodyPr lIns="0" tIns="91440" rIns="0" bIns="91440" anchor="ctr"/>
          <a:lstStyle>
            <a:lvl1pPr marL="0" indent="0" algn="l">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6" name="Text Placeholder 2">
            <a:extLst>
              <a:ext uri="{FF2B5EF4-FFF2-40B4-BE49-F238E27FC236}">
                <a16:creationId xmlns:a16="http://schemas.microsoft.com/office/drawing/2014/main" id="{ADC0BF52-4389-128A-B9AD-17207C4ACA4A}"/>
              </a:ext>
            </a:extLst>
          </p:cNvPr>
          <p:cNvSpPr>
            <a:spLocks noGrp="1"/>
          </p:cNvSpPr>
          <p:nvPr>
            <p:ph type="body" idx="17" hasCustomPrompt="1"/>
          </p:nvPr>
        </p:nvSpPr>
        <p:spPr>
          <a:xfrm>
            <a:off x="4420640" y="1952025"/>
            <a:ext cx="3303380" cy="303663"/>
          </a:xfrm>
          <a:noFill/>
        </p:spPr>
        <p:txBody>
          <a:bodyPr lIns="0" tIns="91440" rIns="0" bIns="91440" anchor="ctr"/>
          <a:lstStyle>
            <a:lvl1pPr marL="0" indent="0" algn="l">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9" name="Text Placeholder 2">
            <a:extLst>
              <a:ext uri="{FF2B5EF4-FFF2-40B4-BE49-F238E27FC236}">
                <a16:creationId xmlns:a16="http://schemas.microsoft.com/office/drawing/2014/main" id="{161770FA-79AA-C403-6AB6-76D1EA0225F9}"/>
              </a:ext>
            </a:extLst>
          </p:cNvPr>
          <p:cNvSpPr>
            <a:spLocks noGrp="1"/>
          </p:cNvSpPr>
          <p:nvPr>
            <p:ph type="body" idx="19" hasCustomPrompt="1"/>
          </p:nvPr>
        </p:nvSpPr>
        <p:spPr>
          <a:xfrm>
            <a:off x="8036199" y="1952025"/>
            <a:ext cx="3303380" cy="303663"/>
          </a:xfrm>
          <a:noFill/>
        </p:spPr>
        <p:txBody>
          <a:bodyPr lIns="0" tIns="91440" rIns="0" bIns="91440" anchor="ctr"/>
          <a:lstStyle>
            <a:lvl1pPr marL="0" indent="0" algn="l">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Title 1">
            <a:extLst>
              <a:ext uri="{FF2B5EF4-FFF2-40B4-BE49-F238E27FC236}">
                <a16:creationId xmlns:a16="http://schemas.microsoft.com/office/drawing/2014/main" id="{3881196E-6896-D896-E421-1DB5E65A1944}"/>
              </a:ext>
            </a:extLst>
          </p:cNvPr>
          <p:cNvSpPr>
            <a:spLocks noGrp="1"/>
          </p:cNvSpPr>
          <p:nvPr>
            <p:ph type="title" hasCustomPrompt="1"/>
          </p:nvPr>
        </p:nvSpPr>
        <p:spPr>
          <a:xfrm>
            <a:off x="839788" y="519426"/>
            <a:ext cx="10515600" cy="1325563"/>
          </a:xfrm>
        </p:spPr>
        <p:txBody>
          <a:bodyPr anchor="ctr"/>
          <a:lstStyle>
            <a:lvl1pPr algn="ctr">
              <a:defRPr>
                <a:solidFill>
                  <a:schemeClr val="accent1"/>
                </a:solidFill>
              </a:defRPr>
            </a:lvl1pPr>
          </a:lstStyle>
          <a:p>
            <a:r>
              <a:rPr lang="en-US"/>
              <a:t>3-Column Comparison Layout</a:t>
            </a:r>
          </a:p>
        </p:txBody>
      </p:sp>
      <p:sp>
        <p:nvSpPr>
          <p:cNvPr id="3" name="Content Placeholder 3">
            <a:extLst>
              <a:ext uri="{FF2B5EF4-FFF2-40B4-BE49-F238E27FC236}">
                <a16:creationId xmlns:a16="http://schemas.microsoft.com/office/drawing/2014/main" id="{180BF7BC-FF91-7EC7-06B5-9C0313F347ED}"/>
              </a:ext>
            </a:extLst>
          </p:cNvPr>
          <p:cNvSpPr>
            <a:spLocks noGrp="1"/>
          </p:cNvSpPr>
          <p:nvPr>
            <p:ph sz="half" idx="2"/>
          </p:nvPr>
        </p:nvSpPr>
        <p:spPr bwMode="ltGray">
          <a:xfrm>
            <a:off x="839788" y="2375645"/>
            <a:ext cx="3304615" cy="3684588"/>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24146B6C-13E9-ED4A-07F2-7BCAFBECE6D8}"/>
              </a:ext>
            </a:extLst>
          </p:cNvPr>
          <p:cNvSpPr>
            <a:spLocks noGrp="1"/>
          </p:cNvSpPr>
          <p:nvPr>
            <p:ph sz="half" idx="20"/>
          </p:nvPr>
        </p:nvSpPr>
        <p:spPr bwMode="ltGray">
          <a:xfrm>
            <a:off x="4413305" y="2375645"/>
            <a:ext cx="3304615" cy="3684588"/>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5FD95544-D4E5-3345-5344-FCDE956285B9}"/>
              </a:ext>
            </a:extLst>
          </p:cNvPr>
          <p:cNvSpPr>
            <a:spLocks noGrp="1"/>
          </p:cNvSpPr>
          <p:nvPr>
            <p:ph sz="half" idx="21"/>
          </p:nvPr>
        </p:nvSpPr>
        <p:spPr bwMode="ltGray">
          <a:xfrm>
            <a:off x="8018353" y="2375645"/>
            <a:ext cx="3304615" cy="3684588"/>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7DBE3043-53D9-6E34-E7A0-B6D79142952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Tree>
    <p:extLst>
      <p:ext uri="{BB962C8B-B14F-4D97-AF65-F5344CB8AC3E}">
        <p14:creationId xmlns:p14="http://schemas.microsoft.com/office/powerpoint/2010/main" val="3393744310"/>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4-Column Comparison">
    <p:bg>
      <p:bgPr>
        <a:solidFill>
          <a:schemeClr val="accent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44885AF-BB1C-42AE-980E-A6A8666DFFF4}"/>
              </a:ext>
            </a:extLst>
          </p:cNvPr>
          <p:cNvSpPr>
            <a:spLocks noGrp="1"/>
          </p:cNvSpPr>
          <p:nvPr>
            <p:ph type="body" idx="1" hasCustomPrompt="1"/>
          </p:nvPr>
        </p:nvSpPr>
        <p:spPr>
          <a:xfrm>
            <a:off x="840549" y="1964459"/>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4" name="Content Placeholder 3">
            <a:extLst>
              <a:ext uri="{FF2B5EF4-FFF2-40B4-BE49-F238E27FC236}">
                <a16:creationId xmlns:a16="http://schemas.microsoft.com/office/drawing/2014/main" id="{FCCA4325-2A16-4E59-984D-DD439B3D42A9}"/>
              </a:ext>
            </a:extLst>
          </p:cNvPr>
          <p:cNvSpPr>
            <a:spLocks noGrp="1"/>
          </p:cNvSpPr>
          <p:nvPr>
            <p:ph sz="half" idx="2"/>
          </p:nvPr>
        </p:nvSpPr>
        <p:spPr bwMode="ltGray">
          <a:xfrm>
            <a:off x="840549" y="2369687"/>
            <a:ext cx="2337588" cy="3450183"/>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F42A1D7-A338-4172-9754-D548D9A1ED9E}"/>
              </a:ext>
            </a:extLst>
          </p:cNvPr>
          <p:cNvSpPr>
            <a:spLocks noGrp="1"/>
          </p:cNvSpPr>
          <p:nvPr>
            <p:ph type="body" sz="quarter" idx="3" hasCustomPrompt="1"/>
          </p:nvPr>
        </p:nvSpPr>
        <p:spPr>
          <a:xfrm>
            <a:off x="9018674" y="1964459"/>
            <a:ext cx="2336714"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0355B995-37A7-4C4D-BD8D-0D0D00DC0F80}" type="datetime1">
              <a:rPr lang="en-US" smtClean="0"/>
              <a:t>4/17/24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sp>
        <p:nvSpPr>
          <p:cNvPr id="10" name="Text Placeholder 2">
            <a:extLst>
              <a:ext uri="{FF2B5EF4-FFF2-40B4-BE49-F238E27FC236}">
                <a16:creationId xmlns:a16="http://schemas.microsoft.com/office/drawing/2014/main" id="{787F805C-3964-4B8F-834B-EF5EA597DB41}"/>
              </a:ext>
            </a:extLst>
          </p:cNvPr>
          <p:cNvSpPr>
            <a:spLocks noGrp="1"/>
          </p:cNvSpPr>
          <p:nvPr>
            <p:ph type="body" idx="13" hasCustomPrompt="1"/>
          </p:nvPr>
        </p:nvSpPr>
        <p:spPr>
          <a:xfrm>
            <a:off x="3580481" y="1964459"/>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12" name="Text Placeholder 2">
            <a:extLst>
              <a:ext uri="{FF2B5EF4-FFF2-40B4-BE49-F238E27FC236}">
                <a16:creationId xmlns:a16="http://schemas.microsoft.com/office/drawing/2014/main" id="{7E0E453B-744C-4022-A182-92AE52648EEB}"/>
              </a:ext>
            </a:extLst>
          </p:cNvPr>
          <p:cNvSpPr>
            <a:spLocks noGrp="1"/>
          </p:cNvSpPr>
          <p:nvPr>
            <p:ph type="body" idx="15" hasCustomPrompt="1"/>
          </p:nvPr>
        </p:nvSpPr>
        <p:spPr>
          <a:xfrm>
            <a:off x="6299577" y="1964459"/>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2" name="Title 1">
            <a:extLst>
              <a:ext uri="{FF2B5EF4-FFF2-40B4-BE49-F238E27FC236}">
                <a16:creationId xmlns:a16="http://schemas.microsoft.com/office/drawing/2014/main" id="{48A3D0B4-0E1D-48EE-D741-DDDFC20B4E9A}"/>
              </a:ext>
            </a:extLst>
          </p:cNvPr>
          <p:cNvSpPr>
            <a:spLocks noGrp="1"/>
          </p:cNvSpPr>
          <p:nvPr>
            <p:ph type="title" hasCustomPrompt="1"/>
          </p:nvPr>
        </p:nvSpPr>
        <p:spPr>
          <a:xfrm>
            <a:off x="839788" y="519426"/>
            <a:ext cx="10515600" cy="1325563"/>
          </a:xfrm>
        </p:spPr>
        <p:txBody>
          <a:bodyPr anchor="ctr"/>
          <a:lstStyle>
            <a:lvl1pPr algn="ctr">
              <a:defRPr>
                <a:solidFill>
                  <a:schemeClr val="tx1"/>
                </a:solidFill>
              </a:defRPr>
            </a:lvl1pPr>
          </a:lstStyle>
          <a:p>
            <a:r>
              <a:rPr lang="en-US"/>
              <a:t>4-Column Comparison Layout</a:t>
            </a:r>
          </a:p>
        </p:txBody>
      </p:sp>
      <p:sp>
        <p:nvSpPr>
          <p:cNvPr id="6" name="Content Placeholder 3">
            <a:extLst>
              <a:ext uri="{FF2B5EF4-FFF2-40B4-BE49-F238E27FC236}">
                <a16:creationId xmlns:a16="http://schemas.microsoft.com/office/drawing/2014/main" id="{9FA658AE-C95C-3012-AB00-586E1A342E96}"/>
              </a:ext>
            </a:extLst>
          </p:cNvPr>
          <p:cNvSpPr>
            <a:spLocks noGrp="1"/>
          </p:cNvSpPr>
          <p:nvPr>
            <p:ph sz="half" idx="16"/>
          </p:nvPr>
        </p:nvSpPr>
        <p:spPr bwMode="ltGray">
          <a:xfrm>
            <a:off x="3571049" y="2369687"/>
            <a:ext cx="2337588" cy="3450183"/>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id="{F726C1A4-880B-1DB7-6135-7954DE51CC53}"/>
              </a:ext>
            </a:extLst>
          </p:cNvPr>
          <p:cNvSpPr>
            <a:spLocks noGrp="1"/>
          </p:cNvSpPr>
          <p:nvPr>
            <p:ph sz="half" idx="17"/>
          </p:nvPr>
        </p:nvSpPr>
        <p:spPr bwMode="ltGray">
          <a:xfrm>
            <a:off x="6276149" y="2369687"/>
            <a:ext cx="2337588" cy="3450183"/>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3">
            <a:extLst>
              <a:ext uri="{FF2B5EF4-FFF2-40B4-BE49-F238E27FC236}">
                <a16:creationId xmlns:a16="http://schemas.microsoft.com/office/drawing/2014/main" id="{F5374405-BCA9-D702-AA85-CD7FDD74888B}"/>
              </a:ext>
            </a:extLst>
          </p:cNvPr>
          <p:cNvSpPr>
            <a:spLocks noGrp="1"/>
          </p:cNvSpPr>
          <p:nvPr>
            <p:ph sz="half" idx="18"/>
          </p:nvPr>
        </p:nvSpPr>
        <p:spPr bwMode="ltGray">
          <a:xfrm>
            <a:off x="9006649" y="2369687"/>
            <a:ext cx="2337588" cy="3450183"/>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5" name="Picture 14">
            <a:extLst>
              <a:ext uri="{FF2B5EF4-FFF2-40B4-BE49-F238E27FC236}">
                <a16:creationId xmlns:a16="http://schemas.microsoft.com/office/drawing/2014/main" id="{7014A6B1-0ED7-F837-5180-BB080B5FFC44}"/>
              </a:ext>
            </a:extLst>
          </p:cNvPr>
          <p:cNvPicPr>
            <a:picLocks noChangeAspect="1"/>
          </p:cNvPicPr>
          <p:nvPr userDrawn="1"/>
        </p:nvPicPr>
        <p:blipFill>
          <a:blip r:embed="rId2"/>
          <a:stretch>
            <a:fillRect/>
          </a:stretch>
        </p:blipFill>
        <p:spPr>
          <a:xfrm>
            <a:off x="0" y="0"/>
            <a:ext cx="12192000" cy="304800"/>
          </a:xfrm>
          <a:prstGeom prst="rect">
            <a:avLst/>
          </a:prstGeom>
        </p:spPr>
      </p:pic>
    </p:spTree>
    <p:extLst>
      <p:ext uri="{BB962C8B-B14F-4D97-AF65-F5344CB8AC3E}">
        <p14:creationId xmlns:p14="http://schemas.microsoft.com/office/powerpoint/2010/main" val="264351337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4-Column Comparison on Lt Purple">
    <p:bg>
      <p:bgPr>
        <a:solidFill>
          <a:schemeClr val="accent2"/>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A67D11B-5274-3A11-B0F8-D02810EE082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1" r="221"/>
          <a:stretch/>
        </p:blipFill>
        <p:spPr>
          <a:xfrm>
            <a:off x="9014" y="0"/>
            <a:ext cx="12182985" cy="6881992"/>
          </a:xfrm>
          <a:prstGeom prst="rect">
            <a:avLst/>
          </a:prstGeom>
        </p:spPr>
      </p:pic>
      <p:sp>
        <p:nvSpPr>
          <p:cNvPr id="50" name="Rectangle 49">
            <a:extLst>
              <a:ext uri="{FF2B5EF4-FFF2-40B4-BE49-F238E27FC236}">
                <a16:creationId xmlns:a16="http://schemas.microsoft.com/office/drawing/2014/main" id="{970F0625-8C68-9B76-E720-A3996B2DDD75}"/>
              </a:ext>
            </a:extLst>
          </p:cNvPr>
          <p:cNvSpPr/>
          <p:nvPr userDrawn="1"/>
        </p:nvSpPr>
        <p:spPr>
          <a:xfrm>
            <a:off x="624348" y="1"/>
            <a:ext cx="10943303" cy="629533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lvl1pPr>
              <a:defRPr>
                <a:solidFill>
                  <a:schemeClr val="bg1"/>
                </a:solidFill>
              </a:defRPr>
            </a:lvl1pPr>
          </a:lstStyle>
          <a:p>
            <a:fld id="{0355B995-37A7-4C4D-BD8D-0D0D00DC0F80}" type="datetime1">
              <a:rPr lang="en-US" smtClean="0"/>
              <a:pPr/>
              <a:t>4/17/24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lvl1pPr>
              <a:defRPr>
                <a:solidFill>
                  <a:schemeClr val="bg1"/>
                </a:solidFill>
              </a:defRPr>
            </a:lvl1p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grpSp>
        <p:nvGrpSpPr>
          <p:cNvPr id="17" name="Graphic 11">
            <a:extLst>
              <a:ext uri="{FF2B5EF4-FFF2-40B4-BE49-F238E27FC236}">
                <a16:creationId xmlns:a16="http://schemas.microsoft.com/office/drawing/2014/main" id="{DD5ADC45-6806-49F5-B98E-3CBBD1C786F5}"/>
              </a:ext>
            </a:extLst>
          </p:cNvPr>
          <p:cNvGrpSpPr/>
          <p:nvPr userDrawn="1"/>
        </p:nvGrpSpPr>
        <p:grpSpPr>
          <a:xfrm rot="16200000">
            <a:off x="11384220" y="6170961"/>
            <a:ext cx="912230" cy="242400"/>
            <a:chOff x="11384220" y="6170961"/>
            <a:chExt cx="912230" cy="242400"/>
          </a:xfrm>
          <a:solidFill>
            <a:schemeClr val="bg1"/>
          </a:solidFill>
        </p:grpSpPr>
        <p:sp>
          <p:nvSpPr>
            <p:cNvPr id="18" name="Freeform: Shape 17">
              <a:extLst>
                <a:ext uri="{FF2B5EF4-FFF2-40B4-BE49-F238E27FC236}">
                  <a16:creationId xmlns:a16="http://schemas.microsoft.com/office/drawing/2014/main" id="{F8927C8D-1B0B-4CD4-9984-EB5107753A25}"/>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solidFill>
                  <a:schemeClr val="bg1"/>
                </a:solidFill>
              </a:endParaRPr>
            </a:p>
          </p:txBody>
        </p:sp>
        <p:sp>
          <p:nvSpPr>
            <p:cNvPr id="19" name="Freeform: Shape 18">
              <a:extLst>
                <a:ext uri="{FF2B5EF4-FFF2-40B4-BE49-F238E27FC236}">
                  <a16:creationId xmlns:a16="http://schemas.microsoft.com/office/drawing/2014/main" id="{C0416082-3FEE-4250-8254-696D27CE860A}"/>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solidFill>
                  <a:schemeClr val="bg1"/>
                </a:solidFill>
              </a:endParaRPr>
            </a:p>
          </p:txBody>
        </p:sp>
        <p:sp>
          <p:nvSpPr>
            <p:cNvPr id="20" name="Freeform: Shape 19">
              <a:extLst>
                <a:ext uri="{FF2B5EF4-FFF2-40B4-BE49-F238E27FC236}">
                  <a16:creationId xmlns:a16="http://schemas.microsoft.com/office/drawing/2014/main" id="{A44383A2-4EB0-4756-B12A-516C7E98B32F}"/>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solidFill>
                  <a:schemeClr val="bg1"/>
                </a:solidFill>
              </a:endParaRPr>
            </a:p>
          </p:txBody>
        </p:sp>
        <p:sp>
          <p:nvSpPr>
            <p:cNvPr id="21" name="Freeform: Shape 20">
              <a:extLst>
                <a:ext uri="{FF2B5EF4-FFF2-40B4-BE49-F238E27FC236}">
                  <a16:creationId xmlns:a16="http://schemas.microsoft.com/office/drawing/2014/main" id="{896E8D16-CCCE-4C1F-85C7-87D5195F6A1B}"/>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solidFill>
                  <a:schemeClr val="bg1"/>
                </a:solidFill>
              </a:endParaRPr>
            </a:p>
          </p:txBody>
        </p:sp>
        <p:sp>
          <p:nvSpPr>
            <p:cNvPr id="22" name="Freeform: Shape 21">
              <a:extLst>
                <a:ext uri="{FF2B5EF4-FFF2-40B4-BE49-F238E27FC236}">
                  <a16:creationId xmlns:a16="http://schemas.microsoft.com/office/drawing/2014/main" id="{6A300DCE-69B5-419C-8B4E-03D1E1C1DC18}"/>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solidFill>
                  <a:schemeClr val="bg1"/>
                </a:solidFill>
              </a:endParaRPr>
            </a:p>
          </p:txBody>
        </p:sp>
        <p:sp>
          <p:nvSpPr>
            <p:cNvPr id="23" name="Freeform: Shape 22">
              <a:extLst>
                <a:ext uri="{FF2B5EF4-FFF2-40B4-BE49-F238E27FC236}">
                  <a16:creationId xmlns:a16="http://schemas.microsoft.com/office/drawing/2014/main" id="{3DB92BAF-E366-40DB-90CE-72D16DA60387}"/>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solidFill>
                  <a:schemeClr val="bg1"/>
                </a:solidFill>
              </a:endParaRPr>
            </a:p>
          </p:txBody>
        </p:sp>
        <p:sp>
          <p:nvSpPr>
            <p:cNvPr id="24" name="Freeform: Shape 23">
              <a:extLst>
                <a:ext uri="{FF2B5EF4-FFF2-40B4-BE49-F238E27FC236}">
                  <a16:creationId xmlns:a16="http://schemas.microsoft.com/office/drawing/2014/main" id="{DA2735A5-8CC5-4AC3-B398-D64441A07178}"/>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solidFill>
                  <a:schemeClr val="bg1"/>
                </a:solidFill>
              </a:endParaRPr>
            </a:p>
          </p:txBody>
        </p:sp>
        <p:sp>
          <p:nvSpPr>
            <p:cNvPr id="25" name="Freeform: Shape 24">
              <a:extLst>
                <a:ext uri="{FF2B5EF4-FFF2-40B4-BE49-F238E27FC236}">
                  <a16:creationId xmlns:a16="http://schemas.microsoft.com/office/drawing/2014/main" id="{E13C4780-3EB1-458D-87CB-964F829B0554}"/>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solidFill>
                  <a:schemeClr val="bg1"/>
                </a:solidFill>
              </a:endParaRPr>
            </a:p>
          </p:txBody>
        </p:sp>
        <p:sp>
          <p:nvSpPr>
            <p:cNvPr id="26" name="Freeform: Shape 25">
              <a:extLst>
                <a:ext uri="{FF2B5EF4-FFF2-40B4-BE49-F238E27FC236}">
                  <a16:creationId xmlns:a16="http://schemas.microsoft.com/office/drawing/2014/main" id="{D68128B0-8885-4890-9C12-DA02DB771109}"/>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solidFill>
                  <a:schemeClr val="bg1"/>
                </a:solidFill>
              </a:endParaRPr>
            </a:p>
          </p:txBody>
        </p:sp>
        <p:sp>
          <p:nvSpPr>
            <p:cNvPr id="27" name="Freeform: Shape 26">
              <a:extLst>
                <a:ext uri="{FF2B5EF4-FFF2-40B4-BE49-F238E27FC236}">
                  <a16:creationId xmlns:a16="http://schemas.microsoft.com/office/drawing/2014/main" id="{C1F190C0-4B64-4444-831B-1A6D8A625414}"/>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solidFill>
                  <a:schemeClr val="bg1"/>
                </a:solidFill>
              </a:endParaRPr>
            </a:p>
          </p:txBody>
        </p:sp>
        <p:sp>
          <p:nvSpPr>
            <p:cNvPr id="28" name="Freeform: Shape 27">
              <a:extLst>
                <a:ext uri="{FF2B5EF4-FFF2-40B4-BE49-F238E27FC236}">
                  <a16:creationId xmlns:a16="http://schemas.microsoft.com/office/drawing/2014/main" id="{344EBB92-718F-49C4-8A32-FD8EA548538F}"/>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solidFill>
                  <a:schemeClr val="bg1"/>
                </a:solidFill>
              </a:endParaRPr>
            </a:p>
          </p:txBody>
        </p:sp>
        <p:sp>
          <p:nvSpPr>
            <p:cNvPr id="29" name="Freeform: Shape 28">
              <a:extLst>
                <a:ext uri="{FF2B5EF4-FFF2-40B4-BE49-F238E27FC236}">
                  <a16:creationId xmlns:a16="http://schemas.microsoft.com/office/drawing/2014/main" id="{4CA1C400-8BB1-41B3-9FD9-609543D071A8}"/>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solidFill>
                  <a:schemeClr val="bg1"/>
                </a:solidFill>
              </a:endParaRPr>
            </a:p>
          </p:txBody>
        </p:sp>
        <p:sp>
          <p:nvSpPr>
            <p:cNvPr id="30" name="Freeform: Shape 29">
              <a:extLst>
                <a:ext uri="{FF2B5EF4-FFF2-40B4-BE49-F238E27FC236}">
                  <a16:creationId xmlns:a16="http://schemas.microsoft.com/office/drawing/2014/main" id="{88B0D6C7-C1FB-4BE6-A256-CEB6522D1759}"/>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solidFill>
                  <a:schemeClr val="bg1"/>
                </a:solidFill>
              </a:endParaRPr>
            </a:p>
          </p:txBody>
        </p:sp>
        <p:sp>
          <p:nvSpPr>
            <p:cNvPr id="31" name="Freeform: Shape 30">
              <a:extLst>
                <a:ext uri="{FF2B5EF4-FFF2-40B4-BE49-F238E27FC236}">
                  <a16:creationId xmlns:a16="http://schemas.microsoft.com/office/drawing/2014/main" id="{19E3A840-0842-4E25-8503-E3A9F9809F74}"/>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solidFill>
                  <a:schemeClr val="bg1"/>
                </a:solidFill>
              </a:endParaRPr>
            </a:p>
          </p:txBody>
        </p:sp>
        <p:sp>
          <p:nvSpPr>
            <p:cNvPr id="32" name="Freeform: Shape 31">
              <a:extLst>
                <a:ext uri="{FF2B5EF4-FFF2-40B4-BE49-F238E27FC236}">
                  <a16:creationId xmlns:a16="http://schemas.microsoft.com/office/drawing/2014/main" id="{12BFB110-0A31-4424-8B0A-0AC550391B5F}"/>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solidFill>
                  <a:schemeClr val="bg1"/>
                </a:solidFill>
              </a:endParaRPr>
            </a:p>
          </p:txBody>
        </p:sp>
        <p:sp>
          <p:nvSpPr>
            <p:cNvPr id="33" name="Freeform: Shape 32">
              <a:extLst>
                <a:ext uri="{FF2B5EF4-FFF2-40B4-BE49-F238E27FC236}">
                  <a16:creationId xmlns:a16="http://schemas.microsoft.com/office/drawing/2014/main" id="{D338E68D-28C9-433C-A8F4-8BA4CCEAC014}"/>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solidFill>
                  <a:schemeClr val="bg1"/>
                </a:solidFill>
              </a:endParaRPr>
            </a:p>
          </p:txBody>
        </p:sp>
        <p:sp>
          <p:nvSpPr>
            <p:cNvPr id="34" name="Freeform: Shape 33">
              <a:extLst>
                <a:ext uri="{FF2B5EF4-FFF2-40B4-BE49-F238E27FC236}">
                  <a16:creationId xmlns:a16="http://schemas.microsoft.com/office/drawing/2014/main" id="{55A2035A-6238-453F-A9E8-C1B5499049B0}"/>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solidFill>
                  <a:schemeClr val="bg1"/>
                </a:solidFill>
              </a:endParaRPr>
            </a:p>
          </p:txBody>
        </p:sp>
        <p:sp>
          <p:nvSpPr>
            <p:cNvPr id="35" name="Freeform: Shape 34">
              <a:extLst>
                <a:ext uri="{FF2B5EF4-FFF2-40B4-BE49-F238E27FC236}">
                  <a16:creationId xmlns:a16="http://schemas.microsoft.com/office/drawing/2014/main" id="{021E965A-BCE3-48A7-A84F-027E93D31199}"/>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solidFill>
                  <a:schemeClr val="bg1"/>
                </a:solidFill>
              </a:endParaRPr>
            </a:p>
          </p:txBody>
        </p:sp>
      </p:grpSp>
      <p:sp>
        <p:nvSpPr>
          <p:cNvPr id="15" name="Content Placeholder 3">
            <a:extLst>
              <a:ext uri="{FF2B5EF4-FFF2-40B4-BE49-F238E27FC236}">
                <a16:creationId xmlns:a16="http://schemas.microsoft.com/office/drawing/2014/main" id="{3C2E1E6E-B563-426F-43F1-A3B5C95147B2}"/>
              </a:ext>
            </a:extLst>
          </p:cNvPr>
          <p:cNvSpPr>
            <a:spLocks noGrp="1"/>
          </p:cNvSpPr>
          <p:nvPr>
            <p:ph sz="half" idx="2"/>
          </p:nvPr>
        </p:nvSpPr>
        <p:spPr bwMode="ltGray">
          <a:xfrm>
            <a:off x="839789" y="2357215"/>
            <a:ext cx="2337588" cy="3450183"/>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3">
            <a:extLst>
              <a:ext uri="{FF2B5EF4-FFF2-40B4-BE49-F238E27FC236}">
                <a16:creationId xmlns:a16="http://schemas.microsoft.com/office/drawing/2014/main" id="{4F2313CC-14FB-EA49-2747-DBE09ED4285E}"/>
              </a:ext>
            </a:extLst>
          </p:cNvPr>
          <p:cNvSpPr>
            <a:spLocks noGrp="1"/>
          </p:cNvSpPr>
          <p:nvPr>
            <p:ph sz="half" idx="16"/>
          </p:nvPr>
        </p:nvSpPr>
        <p:spPr bwMode="ltGray">
          <a:xfrm>
            <a:off x="3592133" y="2357215"/>
            <a:ext cx="2337588" cy="3450183"/>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3">
            <a:extLst>
              <a:ext uri="{FF2B5EF4-FFF2-40B4-BE49-F238E27FC236}">
                <a16:creationId xmlns:a16="http://schemas.microsoft.com/office/drawing/2014/main" id="{D814D66B-BD92-03C2-BEA0-DC008E11E096}"/>
              </a:ext>
            </a:extLst>
          </p:cNvPr>
          <p:cNvSpPr>
            <a:spLocks noGrp="1"/>
          </p:cNvSpPr>
          <p:nvPr>
            <p:ph sz="half" idx="17"/>
          </p:nvPr>
        </p:nvSpPr>
        <p:spPr bwMode="ltGray">
          <a:xfrm>
            <a:off x="6289613" y="2357215"/>
            <a:ext cx="2337588" cy="3450183"/>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8" name="Content Placeholder 3">
            <a:extLst>
              <a:ext uri="{FF2B5EF4-FFF2-40B4-BE49-F238E27FC236}">
                <a16:creationId xmlns:a16="http://schemas.microsoft.com/office/drawing/2014/main" id="{8258FAAF-2F58-D9E4-5B1B-4507E878612E}"/>
              </a:ext>
            </a:extLst>
          </p:cNvPr>
          <p:cNvSpPr>
            <a:spLocks noGrp="1"/>
          </p:cNvSpPr>
          <p:nvPr>
            <p:ph sz="half" idx="18"/>
          </p:nvPr>
        </p:nvSpPr>
        <p:spPr bwMode="ltGray">
          <a:xfrm>
            <a:off x="9041957" y="2357215"/>
            <a:ext cx="2337588" cy="3450183"/>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1" name="Title 1">
            <a:extLst>
              <a:ext uri="{FF2B5EF4-FFF2-40B4-BE49-F238E27FC236}">
                <a16:creationId xmlns:a16="http://schemas.microsoft.com/office/drawing/2014/main" id="{4D551DD9-7CB4-11F1-2555-E09E861C44AF}"/>
              </a:ext>
            </a:extLst>
          </p:cNvPr>
          <p:cNvSpPr>
            <a:spLocks noGrp="1"/>
          </p:cNvSpPr>
          <p:nvPr>
            <p:ph type="title" hasCustomPrompt="1"/>
          </p:nvPr>
        </p:nvSpPr>
        <p:spPr>
          <a:xfrm>
            <a:off x="839788" y="519426"/>
            <a:ext cx="10515600" cy="1325563"/>
          </a:xfrm>
        </p:spPr>
        <p:txBody>
          <a:bodyPr anchor="ctr"/>
          <a:lstStyle>
            <a:lvl1pPr algn="ctr">
              <a:defRPr baseline="0">
                <a:solidFill>
                  <a:schemeClr val="bg1">
                    <a:lumMod val="95000"/>
                  </a:schemeClr>
                </a:solidFill>
              </a:defRPr>
            </a:lvl1pPr>
          </a:lstStyle>
          <a:p>
            <a:r>
              <a:rPr lang="en-US"/>
              <a:t>4-Column Comparison Layout</a:t>
            </a:r>
          </a:p>
        </p:txBody>
      </p:sp>
      <p:sp>
        <p:nvSpPr>
          <p:cNvPr id="43" name="Text Placeholder 2">
            <a:extLst>
              <a:ext uri="{FF2B5EF4-FFF2-40B4-BE49-F238E27FC236}">
                <a16:creationId xmlns:a16="http://schemas.microsoft.com/office/drawing/2014/main" id="{CF1A1CF1-EA88-910C-4ED4-5D5FAF542FC2}"/>
              </a:ext>
            </a:extLst>
          </p:cNvPr>
          <p:cNvSpPr>
            <a:spLocks noGrp="1"/>
          </p:cNvSpPr>
          <p:nvPr>
            <p:ph type="body" idx="1" hasCustomPrompt="1"/>
          </p:nvPr>
        </p:nvSpPr>
        <p:spPr>
          <a:xfrm>
            <a:off x="839789" y="1951987"/>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44" name="Text Placeholder 4">
            <a:extLst>
              <a:ext uri="{FF2B5EF4-FFF2-40B4-BE49-F238E27FC236}">
                <a16:creationId xmlns:a16="http://schemas.microsoft.com/office/drawing/2014/main" id="{2377D9A5-C3BC-A098-96E4-BEFE386A7B46}"/>
              </a:ext>
            </a:extLst>
          </p:cNvPr>
          <p:cNvSpPr>
            <a:spLocks noGrp="1"/>
          </p:cNvSpPr>
          <p:nvPr>
            <p:ph type="body" sz="quarter" idx="3" hasCustomPrompt="1"/>
          </p:nvPr>
        </p:nvSpPr>
        <p:spPr>
          <a:xfrm>
            <a:off x="9017914" y="1951987"/>
            <a:ext cx="2336714"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45" name="Text Placeholder 2">
            <a:extLst>
              <a:ext uri="{FF2B5EF4-FFF2-40B4-BE49-F238E27FC236}">
                <a16:creationId xmlns:a16="http://schemas.microsoft.com/office/drawing/2014/main" id="{1054D723-BCFF-76A0-0878-DBBEDC8C4841}"/>
              </a:ext>
            </a:extLst>
          </p:cNvPr>
          <p:cNvSpPr>
            <a:spLocks noGrp="1"/>
          </p:cNvSpPr>
          <p:nvPr>
            <p:ph type="body" idx="13" hasCustomPrompt="1"/>
          </p:nvPr>
        </p:nvSpPr>
        <p:spPr>
          <a:xfrm>
            <a:off x="3579721" y="1951987"/>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46" name="Text Placeholder 2">
            <a:extLst>
              <a:ext uri="{FF2B5EF4-FFF2-40B4-BE49-F238E27FC236}">
                <a16:creationId xmlns:a16="http://schemas.microsoft.com/office/drawing/2014/main" id="{6D88BD33-277D-175E-E06B-86B2CE0DDE11}"/>
              </a:ext>
            </a:extLst>
          </p:cNvPr>
          <p:cNvSpPr>
            <a:spLocks noGrp="1"/>
          </p:cNvSpPr>
          <p:nvPr>
            <p:ph type="body" idx="15" hasCustomPrompt="1"/>
          </p:nvPr>
        </p:nvSpPr>
        <p:spPr>
          <a:xfrm>
            <a:off x="6298817" y="1951987"/>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Tree>
    <p:extLst>
      <p:ext uri="{BB962C8B-B14F-4D97-AF65-F5344CB8AC3E}">
        <p14:creationId xmlns:p14="http://schemas.microsoft.com/office/powerpoint/2010/main" val="3251441999"/>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4-Column Comparison - Stroked on Light Bg">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B4E07D3-C667-4B5A-A148-434335EC339A}"/>
              </a:ext>
            </a:extLst>
          </p:cNvPr>
          <p:cNvSpPr/>
          <p:nvPr userDrawn="1"/>
        </p:nvSpPr>
        <p:spPr>
          <a:xfrm>
            <a:off x="624348" y="426011"/>
            <a:ext cx="10943303" cy="5912563"/>
          </a:xfrm>
          <a:prstGeom prst="rect">
            <a:avLst/>
          </a:prstGeom>
          <a:solidFill>
            <a:srgbClr val="44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Date Placeholder 6">
            <a:extLst>
              <a:ext uri="{FF2B5EF4-FFF2-40B4-BE49-F238E27FC236}">
                <a16:creationId xmlns:a16="http://schemas.microsoft.com/office/drawing/2014/main" id="{8D6A3F1E-61F3-A1D9-4E38-6F152354DC2B}"/>
              </a:ext>
            </a:extLst>
          </p:cNvPr>
          <p:cNvSpPr>
            <a:spLocks noGrp="1"/>
          </p:cNvSpPr>
          <p:nvPr>
            <p:ph type="dt" sz="half" idx="10"/>
          </p:nvPr>
        </p:nvSpPr>
        <p:spPr>
          <a:xfrm>
            <a:off x="10602762" y="6382494"/>
            <a:ext cx="692767" cy="365125"/>
          </a:xfrm>
        </p:spPr>
        <p:txBody>
          <a:bodyPr/>
          <a:lstStyle>
            <a:lvl1pPr>
              <a:defRPr>
                <a:solidFill>
                  <a:schemeClr val="bg1"/>
                </a:solidFill>
              </a:defRPr>
            </a:lvl1pPr>
          </a:lstStyle>
          <a:p>
            <a:fld id="{0355B995-37A7-4C4D-BD8D-0D0D00DC0F80}" type="datetime1">
              <a:rPr lang="en-US" smtClean="0"/>
              <a:pPr/>
              <a:t>4/17/24</a:t>
            </a:fld>
            <a:endParaRPr lang="en-US"/>
          </a:p>
        </p:txBody>
      </p:sp>
      <p:sp>
        <p:nvSpPr>
          <p:cNvPr id="36" name="Footer Placeholder 7">
            <a:extLst>
              <a:ext uri="{FF2B5EF4-FFF2-40B4-BE49-F238E27FC236}">
                <a16:creationId xmlns:a16="http://schemas.microsoft.com/office/drawing/2014/main" id="{CAA81B5B-5BB9-1C73-53F6-2D28A3FE64C4}"/>
              </a:ext>
            </a:extLst>
          </p:cNvPr>
          <p:cNvSpPr>
            <a:spLocks noGrp="1"/>
          </p:cNvSpPr>
          <p:nvPr>
            <p:ph type="ftr" sz="quarter" idx="11"/>
          </p:nvPr>
        </p:nvSpPr>
        <p:spPr>
          <a:xfrm>
            <a:off x="342900" y="6394105"/>
            <a:ext cx="10259861" cy="365125"/>
          </a:xfrm>
        </p:spPr>
        <p:txBody>
          <a:bodyPr/>
          <a:lstStyle>
            <a:lvl1pPr>
              <a:defRPr>
                <a:solidFill>
                  <a:schemeClr val="bg1"/>
                </a:solidFill>
              </a:defRPr>
            </a:lvl1pPr>
          </a:lstStyle>
          <a:p>
            <a:endParaRPr lang="en-US"/>
          </a:p>
        </p:txBody>
      </p:sp>
      <p:sp>
        <p:nvSpPr>
          <p:cNvPr id="37" name="Slide Number Placeholder 8">
            <a:extLst>
              <a:ext uri="{FF2B5EF4-FFF2-40B4-BE49-F238E27FC236}">
                <a16:creationId xmlns:a16="http://schemas.microsoft.com/office/drawing/2014/main" id="{30F8A254-5092-2B71-05BE-098709970998}"/>
              </a:ext>
            </a:extLst>
          </p:cNvPr>
          <p:cNvSpPr>
            <a:spLocks noGrp="1"/>
          </p:cNvSpPr>
          <p:nvPr>
            <p:ph type="sldNum" sz="quarter" idx="12"/>
          </p:nvPr>
        </p:nvSpPr>
        <p:spPr>
          <a:xfrm>
            <a:off x="11674225" y="5477347"/>
            <a:ext cx="305503" cy="306298"/>
          </a:xfrm>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grpSp>
        <p:nvGrpSpPr>
          <p:cNvPr id="38" name="Graphic 11">
            <a:extLst>
              <a:ext uri="{FF2B5EF4-FFF2-40B4-BE49-F238E27FC236}">
                <a16:creationId xmlns:a16="http://schemas.microsoft.com/office/drawing/2014/main" id="{3DEAD91C-2395-4BB1-C742-C4A265A92D1A}"/>
              </a:ext>
            </a:extLst>
          </p:cNvPr>
          <p:cNvGrpSpPr/>
          <p:nvPr userDrawn="1"/>
        </p:nvGrpSpPr>
        <p:grpSpPr>
          <a:xfrm rot="16200000">
            <a:off x="11384220" y="6170961"/>
            <a:ext cx="912230" cy="242400"/>
            <a:chOff x="11384220" y="6170961"/>
            <a:chExt cx="912230" cy="242400"/>
          </a:xfrm>
          <a:solidFill>
            <a:schemeClr val="bg1"/>
          </a:solidFill>
        </p:grpSpPr>
        <p:sp>
          <p:nvSpPr>
            <p:cNvPr id="39" name="Freeform: Shape 17">
              <a:extLst>
                <a:ext uri="{FF2B5EF4-FFF2-40B4-BE49-F238E27FC236}">
                  <a16:creationId xmlns:a16="http://schemas.microsoft.com/office/drawing/2014/main" id="{95CF6FC4-D8FE-4868-845E-B5F4CDD5FA58}"/>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solidFill>
                  <a:schemeClr val="bg1"/>
                </a:solidFill>
              </a:endParaRPr>
            </a:p>
          </p:txBody>
        </p:sp>
        <p:sp>
          <p:nvSpPr>
            <p:cNvPr id="40" name="Freeform: Shape 18">
              <a:extLst>
                <a:ext uri="{FF2B5EF4-FFF2-40B4-BE49-F238E27FC236}">
                  <a16:creationId xmlns:a16="http://schemas.microsoft.com/office/drawing/2014/main" id="{797CB68D-E372-6C83-67D0-6DD48A1BC09A}"/>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solidFill>
                  <a:schemeClr val="bg1"/>
                </a:solidFill>
              </a:endParaRPr>
            </a:p>
          </p:txBody>
        </p:sp>
        <p:sp>
          <p:nvSpPr>
            <p:cNvPr id="41" name="Freeform: Shape 19">
              <a:extLst>
                <a:ext uri="{FF2B5EF4-FFF2-40B4-BE49-F238E27FC236}">
                  <a16:creationId xmlns:a16="http://schemas.microsoft.com/office/drawing/2014/main" id="{D3823A22-696F-B9F2-F426-D3C1FB29CF84}"/>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solidFill>
                  <a:schemeClr val="bg1"/>
                </a:solidFill>
              </a:endParaRPr>
            </a:p>
          </p:txBody>
        </p:sp>
        <p:sp>
          <p:nvSpPr>
            <p:cNvPr id="42" name="Freeform: Shape 20">
              <a:extLst>
                <a:ext uri="{FF2B5EF4-FFF2-40B4-BE49-F238E27FC236}">
                  <a16:creationId xmlns:a16="http://schemas.microsoft.com/office/drawing/2014/main" id="{68BA6F90-E9FC-9B32-2E19-B38AEE3BE720}"/>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solidFill>
                  <a:schemeClr val="bg1"/>
                </a:solidFill>
              </a:endParaRPr>
            </a:p>
          </p:txBody>
        </p:sp>
        <p:sp>
          <p:nvSpPr>
            <p:cNvPr id="43" name="Freeform: Shape 21">
              <a:extLst>
                <a:ext uri="{FF2B5EF4-FFF2-40B4-BE49-F238E27FC236}">
                  <a16:creationId xmlns:a16="http://schemas.microsoft.com/office/drawing/2014/main" id="{78B34F85-B878-1A4C-9523-76BA664E1BDF}"/>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solidFill>
                  <a:schemeClr val="bg1"/>
                </a:solidFill>
              </a:endParaRPr>
            </a:p>
          </p:txBody>
        </p:sp>
        <p:sp>
          <p:nvSpPr>
            <p:cNvPr id="44" name="Freeform: Shape 22">
              <a:extLst>
                <a:ext uri="{FF2B5EF4-FFF2-40B4-BE49-F238E27FC236}">
                  <a16:creationId xmlns:a16="http://schemas.microsoft.com/office/drawing/2014/main" id="{B00CB6DB-0A99-F07A-6819-C2DBB785F625}"/>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solidFill>
                  <a:schemeClr val="bg1"/>
                </a:solidFill>
              </a:endParaRPr>
            </a:p>
          </p:txBody>
        </p:sp>
        <p:sp>
          <p:nvSpPr>
            <p:cNvPr id="45" name="Freeform: Shape 23">
              <a:extLst>
                <a:ext uri="{FF2B5EF4-FFF2-40B4-BE49-F238E27FC236}">
                  <a16:creationId xmlns:a16="http://schemas.microsoft.com/office/drawing/2014/main" id="{7027803D-351F-B807-5157-8D0361C120E2}"/>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solidFill>
                  <a:schemeClr val="bg1"/>
                </a:solidFill>
              </a:endParaRPr>
            </a:p>
          </p:txBody>
        </p:sp>
        <p:sp>
          <p:nvSpPr>
            <p:cNvPr id="46" name="Freeform: Shape 24">
              <a:extLst>
                <a:ext uri="{FF2B5EF4-FFF2-40B4-BE49-F238E27FC236}">
                  <a16:creationId xmlns:a16="http://schemas.microsoft.com/office/drawing/2014/main" id="{8CB0D5B7-3A18-F9A5-01F7-829CB570D264}"/>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solidFill>
                  <a:schemeClr val="bg1"/>
                </a:solidFill>
              </a:endParaRPr>
            </a:p>
          </p:txBody>
        </p:sp>
        <p:sp>
          <p:nvSpPr>
            <p:cNvPr id="47" name="Freeform: Shape 25">
              <a:extLst>
                <a:ext uri="{FF2B5EF4-FFF2-40B4-BE49-F238E27FC236}">
                  <a16:creationId xmlns:a16="http://schemas.microsoft.com/office/drawing/2014/main" id="{57B2775D-8207-A2DD-1026-ABB4C60CBE8A}"/>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solidFill>
                  <a:schemeClr val="bg1"/>
                </a:solidFill>
              </a:endParaRPr>
            </a:p>
          </p:txBody>
        </p:sp>
        <p:sp>
          <p:nvSpPr>
            <p:cNvPr id="48" name="Freeform: Shape 26">
              <a:extLst>
                <a:ext uri="{FF2B5EF4-FFF2-40B4-BE49-F238E27FC236}">
                  <a16:creationId xmlns:a16="http://schemas.microsoft.com/office/drawing/2014/main" id="{7E1AF397-C495-6A61-C2F6-4FF44BD5A364}"/>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solidFill>
                  <a:schemeClr val="bg1"/>
                </a:solidFill>
              </a:endParaRPr>
            </a:p>
          </p:txBody>
        </p:sp>
        <p:sp>
          <p:nvSpPr>
            <p:cNvPr id="49" name="Freeform: Shape 27">
              <a:extLst>
                <a:ext uri="{FF2B5EF4-FFF2-40B4-BE49-F238E27FC236}">
                  <a16:creationId xmlns:a16="http://schemas.microsoft.com/office/drawing/2014/main" id="{CE616E64-C73E-A10E-AE23-7F658BBBCC58}"/>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solidFill>
                  <a:schemeClr val="bg1"/>
                </a:solidFill>
              </a:endParaRPr>
            </a:p>
          </p:txBody>
        </p:sp>
        <p:sp>
          <p:nvSpPr>
            <p:cNvPr id="50" name="Freeform: Shape 28">
              <a:extLst>
                <a:ext uri="{FF2B5EF4-FFF2-40B4-BE49-F238E27FC236}">
                  <a16:creationId xmlns:a16="http://schemas.microsoft.com/office/drawing/2014/main" id="{6EEB5DCB-6DD8-2E57-A67B-66D5097C9C00}"/>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solidFill>
                  <a:schemeClr val="bg1"/>
                </a:solidFill>
              </a:endParaRPr>
            </a:p>
          </p:txBody>
        </p:sp>
        <p:sp>
          <p:nvSpPr>
            <p:cNvPr id="51" name="Freeform: Shape 29">
              <a:extLst>
                <a:ext uri="{FF2B5EF4-FFF2-40B4-BE49-F238E27FC236}">
                  <a16:creationId xmlns:a16="http://schemas.microsoft.com/office/drawing/2014/main" id="{328BDE21-BEF6-8580-CC18-2E775A8CA416}"/>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solidFill>
                  <a:schemeClr val="bg1"/>
                </a:solidFill>
              </a:endParaRPr>
            </a:p>
          </p:txBody>
        </p:sp>
        <p:sp>
          <p:nvSpPr>
            <p:cNvPr id="52" name="Freeform: Shape 30">
              <a:extLst>
                <a:ext uri="{FF2B5EF4-FFF2-40B4-BE49-F238E27FC236}">
                  <a16:creationId xmlns:a16="http://schemas.microsoft.com/office/drawing/2014/main" id="{DF427782-8208-27CC-388F-874E43A7DFE1}"/>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solidFill>
                  <a:schemeClr val="bg1"/>
                </a:solidFill>
              </a:endParaRPr>
            </a:p>
          </p:txBody>
        </p:sp>
        <p:sp>
          <p:nvSpPr>
            <p:cNvPr id="53" name="Freeform: Shape 31">
              <a:extLst>
                <a:ext uri="{FF2B5EF4-FFF2-40B4-BE49-F238E27FC236}">
                  <a16:creationId xmlns:a16="http://schemas.microsoft.com/office/drawing/2014/main" id="{B1617B1A-FB5C-AB3B-FE18-E3AA2A3A8D95}"/>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solidFill>
                  <a:schemeClr val="bg1"/>
                </a:solidFill>
              </a:endParaRPr>
            </a:p>
          </p:txBody>
        </p:sp>
        <p:sp>
          <p:nvSpPr>
            <p:cNvPr id="54" name="Freeform: Shape 32">
              <a:extLst>
                <a:ext uri="{FF2B5EF4-FFF2-40B4-BE49-F238E27FC236}">
                  <a16:creationId xmlns:a16="http://schemas.microsoft.com/office/drawing/2014/main" id="{1D5F96CF-88DC-CD18-F1A5-84F0693D93F1}"/>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solidFill>
                  <a:schemeClr val="bg1"/>
                </a:solidFill>
              </a:endParaRPr>
            </a:p>
          </p:txBody>
        </p:sp>
        <p:sp>
          <p:nvSpPr>
            <p:cNvPr id="55" name="Freeform: Shape 33">
              <a:extLst>
                <a:ext uri="{FF2B5EF4-FFF2-40B4-BE49-F238E27FC236}">
                  <a16:creationId xmlns:a16="http://schemas.microsoft.com/office/drawing/2014/main" id="{D9FC7DB6-4436-253C-BFBF-F1BB09A10A83}"/>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solidFill>
                  <a:schemeClr val="bg1"/>
                </a:solidFill>
              </a:endParaRPr>
            </a:p>
          </p:txBody>
        </p:sp>
        <p:sp>
          <p:nvSpPr>
            <p:cNvPr id="56" name="Freeform: Shape 34">
              <a:extLst>
                <a:ext uri="{FF2B5EF4-FFF2-40B4-BE49-F238E27FC236}">
                  <a16:creationId xmlns:a16="http://schemas.microsoft.com/office/drawing/2014/main" id="{D7EFC75D-CD35-A980-9804-CE48C1F2D126}"/>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solidFill>
                  <a:schemeClr val="bg1"/>
                </a:solidFill>
              </a:endParaRPr>
            </a:p>
          </p:txBody>
        </p:sp>
      </p:grpSp>
      <p:sp>
        <p:nvSpPr>
          <p:cNvPr id="57" name="Text Placeholder 2">
            <a:extLst>
              <a:ext uri="{FF2B5EF4-FFF2-40B4-BE49-F238E27FC236}">
                <a16:creationId xmlns:a16="http://schemas.microsoft.com/office/drawing/2014/main" id="{4F572EE5-321A-0599-645B-2CDD929B9ECB}"/>
              </a:ext>
            </a:extLst>
          </p:cNvPr>
          <p:cNvSpPr>
            <a:spLocks noGrp="1"/>
          </p:cNvSpPr>
          <p:nvPr>
            <p:ph type="body" idx="1" hasCustomPrompt="1"/>
          </p:nvPr>
        </p:nvSpPr>
        <p:spPr>
          <a:xfrm>
            <a:off x="839789" y="1958744"/>
            <a:ext cx="2337588" cy="303663"/>
          </a:xfrm>
          <a:noFill/>
        </p:spPr>
        <p:txBody>
          <a:bodyPr lIns="0" tIns="91440" rIns="0" bIns="91440" anchor="ctr"/>
          <a:lstStyle>
            <a:lvl1pPr marL="0" indent="0" algn="l">
              <a:lnSpc>
                <a:spcPct val="90000"/>
              </a:lnSpc>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59" name="Text Placeholder 4">
            <a:extLst>
              <a:ext uri="{FF2B5EF4-FFF2-40B4-BE49-F238E27FC236}">
                <a16:creationId xmlns:a16="http://schemas.microsoft.com/office/drawing/2014/main" id="{E7077771-AA59-A3EE-CC33-47A3B6A556E4}"/>
              </a:ext>
            </a:extLst>
          </p:cNvPr>
          <p:cNvSpPr>
            <a:spLocks noGrp="1"/>
          </p:cNvSpPr>
          <p:nvPr>
            <p:ph type="body" sz="quarter" idx="3" hasCustomPrompt="1"/>
          </p:nvPr>
        </p:nvSpPr>
        <p:spPr>
          <a:xfrm>
            <a:off x="9017914" y="1958744"/>
            <a:ext cx="2336714" cy="303663"/>
          </a:xfrm>
          <a:noFill/>
        </p:spPr>
        <p:txBody>
          <a:bodyPr lIns="0" tIns="91440" rIns="0" bIns="91440" anchor="ctr"/>
          <a:lstStyle>
            <a:lvl1pPr marL="0" indent="0" algn="l">
              <a:lnSpc>
                <a:spcPct val="90000"/>
              </a:lnSpc>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60" name="Text Placeholder 2">
            <a:extLst>
              <a:ext uri="{FF2B5EF4-FFF2-40B4-BE49-F238E27FC236}">
                <a16:creationId xmlns:a16="http://schemas.microsoft.com/office/drawing/2014/main" id="{7BA507E4-C794-1669-6682-47321D4ACFB8}"/>
              </a:ext>
            </a:extLst>
          </p:cNvPr>
          <p:cNvSpPr>
            <a:spLocks noGrp="1"/>
          </p:cNvSpPr>
          <p:nvPr>
            <p:ph type="body" idx="13" hasCustomPrompt="1"/>
          </p:nvPr>
        </p:nvSpPr>
        <p:spPr>
          <a:xfrm>
            <a:off x="3579721" y="1958744"/>
            <a:ext cx="2337588" cy="303663"/>
          </a:xfrm>
          <a:noFill/>
        </p:spPr>
        <p:txBody>
          <a:bodyPr lIns="0" tIns="91440" rIns="0" bIns="91440" anchor="ctr"/>
          <a:lstStyle>
            <a:lvl1pPr marL="0" indent="0" algn="l">
              <a:lnSpc>
                <a:spcPct val="90000"/>
              </a:lnSpc>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61" name="Text Placeholder 2">
            <a:extLst>
              <a:ext uri="{FF2B5EF4-FFF2-40B4-BE49-F238E27FC236}">
                <a16:creationId xmlns:a16="http://schemas.microsoft.com/office/drawing/2014/main" id="{CC4800C5-3C5B-B29D-12DA-EABE1658D286}"/>
              </a:ext>
            </a:extLst>
          </p:cNvPr>
          <p:cNvSpPr>
            <a:spLocks noGrp="1"/>
          </p:cNvSpPr>
          <p:nvPr>
            <p:ph type="body" idx="15" hasCustomPrompt="1"/>
          </p:nvPr>
        </p:nvSpPr>
        <p:spPr>
          <a:xfrm>
            <a:off x="6298817" y="1958744"/>
            <a:ext cx="2337588" cy="303663"/>
          </a:xfrm>
          <a:noFill/>
        </p:spPr>
        <p:txBody>
          <a:bodyPr lIns="0" tIns="91440" rIns="0" bIns="91440" anchor="ctr"/>
          <a:lstStyle>
            <a:lvl1pPr marL="0" indent="0" algn="l">
              <a:lnSpc>
                <a:spcPct val="90000"/>
              </a:lnSpc>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2" name="Content Placeholder 3">
            <a:extLst>
              <a:ext uri="{FF2B5EF4-FFF2-40B4-BE49-F238E27FC236}">
                <a16:creationId xmlns:a16="http://schemas.microsoft.com/office/drawing/2014/main" id="{FE25E174-3A70-E717-3CD6-8315381DD9C5}"/>
              </a:ext>
            </a:extLst>
          </p:cNvPr>
          <p:cNvSpPr>
            <a:spLocks noGrp="1"/>
          </p:cNvSpPr>
          <p:nvPr>
            <p:ph sz="half" idx="2"/>
          </p:nvPr>
        </p:nvSpPr>
        <p:spPr bwMode="ltGray">
          <a:xfrm>
            <a:off x="839789" y="2363972"/>
            <a:ext cx="2337588" cy="3450183"/>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3">
            <a:extLst>
              <a:ext uri="{FF2B5EF4-FFF2-40B4-BE49-F238E27FC236}">
                <a16:creationId xmlns:a16="http://schemas.microsoft.com/office/drawing/2014/main" id="{7C19A2E6-9BFF-446F-B673-F4B3EF561A48}"/>
              </a:ext>
            </a:extLst>
          </p:cNvPr>
          <p:cNvSpPr>
            <a:spLocks noGrp="1"/>
          </p:cNvSpPr>
          <p:nvPr>
            <p:ph sz="half" idx="16"/>
          </p:nvPr>
        </p:nvSpPr>
        <p:spPr bwMode="ltGray">
          <a:xfrm>
            <a:off x="3592133" y="2363972"/>
            <a:ext cx="2337588" cy="3450183"/>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8742157-E43D-502D-E701-A177D68105EA}"/>
              </a:ext>
            </a:extLst>
          </p:cNvPr>
          <p:cNvSpPr>
            <a:spLocks noGrp="1"/>
          </p:cNvSpPr>
          <p:nvPr>
            <p:ph sz="half" idx="17"/>
          </p:nvPr>
        </p:nvSpPr>
        <p:spPr bwMode="ltGray">
          <a:xfrm>
            <a:off x="6289613" y="2363972"/>
            <a:ext cx="2337588" cy="3450183"/>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id="{381B721E-2BCE-8D8F-0F13-83BC8C05D21C}"/>
              </a:ext>
            </a:extLst>
          </p:cNvPr>
          <p:cNvSpPr>
            <a:spLocks noGrp="1"/>
          </p:cNvSpPr>
          <p:nvPr>
            <p:ph sz="half" idx="18"/>
          </p:nvPr>
        </p:nvSpPr>
        <p:spPr bwMode="ltGray">
          <a:xfrm>
            <a:off x="9017914" y="2363972"/>
            <a:ext cx="2337588" cy="3450183"/>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1">
            <a:extLst>
              <a:ext uri="{FF2B5EF4-FFF2-40B4-BE49-F238E27FC236}">
                <a16:creationId xmlns:a16="http://schemas.microsoft.com/office/drawing/2014/main" id="{4C67AED2-80AB-C4AA-77B2-C47135C5802C}"/>
              </a:ext>
            </a:extLst>
          </p:cNvPr>
          <p:cNvSpPr>
            <a:spLocks noGrp="1"/>
          </p:cNvSpPr>
          <p:nvPr>
            <p:ph type="title" hasCustomPrompt="1"/>
          </p:nvPr>
        </p:nvSpPr>
        <p:spPr>
          <a:xfrm>
            <a:off x="839788" y="519426"/>
            <a:ext cx="10515600" cy="1325563"/>
          </a:xfrm>
        </p:spPr>
        <p:txBody>
          <a:bodyPr anchor="ctr"/>
          <a:lstStyle>
            <a:lvl1pPr algn="ctr">
              <a:defRPr baseline="0">
                <a:solidFill>
                  <a:schemeClr val="bg1">
                    <a:lumMod val="95000"/>
                  </a:schemeClr>
                </a:solidFill>
              </a:defRPr>
            </a:lvl1pPr>
          </a:lstStyle>
          <a:p>
            <a:r>
              <a:rPr lang="en-US"/>
              <a:t>4-Column Comparison Layout</a:t>
            </a:r>
          </a:p>
        </p:txBody>
      </p:sp>
    </p:spTree>
    <p:extLst>
      <p:ext uri="{BB962C8B-B14F-4D97-AF65-F5344CB8AC3E}">
        <p14:creationId xmlns:p14="http://schemas.microsoft.com/office/powerpoint/2010/main" val="1932886327"/>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4-Column Comparison - Dark on Light Bg">
    <p:bg>
      <p:bgRef idx="1001">
        <a:schemeClr val="bg1"/>
      </p:bgRef>
    </p:bg>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0355B995-37A7-4C4D-BD8D-0D0D00DC0F80}" type="datetime1">
              <a:rPr lang="en-US" smtClean="0"/>
              <a:t>4/17/24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grpSp>
        <p:nvGrpSpPr>
          <p:cNvPr id="16" name="Graphic 11">
            <a:extLst>
              <a:ext uri="{FF2B5EF4-FFF2-40B4-BE49-F238E27FC236}">
                <a16:creationId xmlns:a16="http://schemas.microsoft.com/office/drawing/2014/main" id="{07DCC60D-FF24-409E-9CB5-C8CE812843BB}"/>
              </a:ext>
            </a:extLst>
          </p:cNvPr>
          <p:cNvGrpSpPr/>
          <p:nvPr userDrawn="1"/>
        </p:nvGrpSpPr>
        <p:grpSpPr>
          <a:xfrm rot="16200000">
            <a:off x="11384220" y="6170961"/>
            <a:ext cx="912230" cy="242400"/>
            <a:chOff x="11384220" y="6170961"/>
            <a:chExt cx="912230" cy="242400"/>
          </a:xfrm>
          <a:solidFill>
            <a:schemeClr val="tx1"/>
          </a:solidFill>
        </p:grpSpPr>
        <p:sp>
          <p:nvSpPr>
            <p:cNvPr id="17" name="Freeform: Shape 16">
              <a:extLst>
                <a:ext uri="{FF2B5EF4-FFF2-40B4-BE49-F238E27FC236}">
                  <a16:creationId xmlns:a16="http://schemas.microsoft.com/office/drawing/2014/main" id="{E377E15E-8964-4E45-89EF-CE3DE598AE3A}"/>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AEA7658C-5976-42A9-B911-736701ACCEE9}"/>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1ED3E160-58EE-4263-A727-FFEDEE28ABAF}"/>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CC6F2AF9-4E78-482A-926F-4CBCFC424A56}"/>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BB371756-486B-4480-9EE9-5932C39975C7}"/>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7A2B2C27-1F4D-48D9-97CA-061613C06547}"/>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FB42F43C-C573-4EA9-8167-5281374DE942}"/>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7154FCF-8CBE-4A80-A8D7-F3C58F4EB1F7}"/>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9D872A8B-7F34-4271-8C5F-3E53DFAC6D01}"/>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A5FDD9DD-526D-43BC-A23D-91B3E709405C}"/>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32F0B155-F55F-4873-93E1-E9363340FBD7}"/>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935E2409-8B2B-4E5D-83F2-6F07D0D9BF16}"/>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1BEF99AA-7D27-4A0D-AC04-52A017705C5D}"/>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4C585969-42C4-451A-9E21-51D29F45892E}"/>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BD97A450-1BB2-4E90-9E4A-BF20754143C5}"/>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76A319AD-C377-422D-BB1E-92A76369B366}"/>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A19C6D38-E8ED-49FB-99CC-B1BF91BE18DE}"/>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F18B8D09-FA52-47B0-8720-CFAD3704095B}"/>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
        <p:nvSpPr>
          <p:cNvPr id="15" name="Text Placeholder 2">
            <a:extLst>
              <a:ext uri="{FF2B5EF4-FFF2-40B4-BE49-F238E27FC236}">
                <a16:creationId xmlns:a16="http://schemas.microsoft.com/office/drawing/2014/main" id="{6BBBEF88-AE76-7752-9AD5-4DDCBD1C5FE3}"/>
              </a:ext>
            </a:extLst>
          </p:cNvPr>
          <p:cNvSpPr>
            <a:spLocks noGrp="1"/>
          </p:cNvSpPr>
          <p:nvPr>
            <p:ph type="body" idx="1" hasCustomPrompt="1"/>
          </p:nvPr>
        </p:nvSpPr>
        <p:spPr>
          <a:xfrm>
            <a:off x="839789" y="1963599"/>
            <a:ext cx="2337588" cy="303663"/>
          </a:xfrm>
          <a:noFill/>
        </p:spPr>
        <p:txBody>
          <a:bodyPr lIns="0" tIns="91440" rIns="0" bIns="91440" anchor="ctr"/>
          <a:lstStyle>
            <a:lvl1pPr marL="0" indent="0" algn="l">
              <a:lnSpc>
                <a:spcPct val="90000"/>
              </a:lnSpc>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36" name="Text Placeholder 4">
            <a:extLst>
              <a:ext uri="{FF2B5EF4-FFF2-40B4-BE49-F238E27FC236}">
                <a16:creationId xmlns:a16="http://schemas.microsoft.com/office/drawing/2014/main" id="{7D894E33-3335-06AB-158F-281AECC4AA75}"/>
              </a:ext>
            </a:extLst>
          </p:cNvPr>
          <p:cNvSpPr>
            <a:spLocks noGrp="1"/>
          </p:cNvSpPr>
          <p:nvPr>
            <p:ph type="body" sz="quarter" idx="3" hasCustomPrompt="1"/>
          </p:nvPr>
        </p:nvSpPr>
        <p:spPr>
          <a:xfrm>
            <a:off x="9017914" y="1963599"/>
            <a:ext cx="2336714" cy="303663"/>
          </a:xfrm>
          <a:noFill/>
        </p:spPr>
        <p:txBody>
          <a:bodyPr lIns="0" tIns="91440" rIns="0" bIns="91440" anchor="ctr"/>
          <a:lstStyle>
            <a:lvl1pPr marL="0" indent="0" algn="l">
              <a:lnSpc>
                <a:spcPct val="90000"/>
              </a:lnSpc>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37" name="Text Placeholder 2">
            <a:extLst>
              <a:ext uri="{FF2B5EF4-FFF2-40B4-BE49-F238E27FC236}">
                <a16:creationId xmlns:a16="http://schemas.microsoft.com/office/drawing/2014/main" id="{78EA85AE-7650-3C60-5D33-C19D9CCD19ED}"/>
              </a:ext>
            </a:extLst>
          </p:cNvPr>
          <p:cNvSpPr>
            <a:spLocks noGrp="1"/>
          </p:cNvSpPr>
          <p:nvPr>
            <p:ph type="body" idx="13" hasCustomPrompt="1"/>
          </p:nvPr>
        </p:nvSpPr>
        <p:spPr>
          <a:xfrm>
            <a:off x="3579721" y="1963599"/>
            <a:ext cx="2337588" cy="303663"/>
          </a:xfrm>
          <a:noFill/>
        </p:spPr>
        <p:txBody>
          <a:bodyPr lIns="0" tIns="91440" rIns="0" bIns="91440" anchor="ctr"/>
          <a:lstStyle>
            <a:lvl1pPr marL="0" indent="0" algn="l">
              <a:lnSpc>
                <a:spcPct val="90000"/>
              </a:lnSpc>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38" name="Text Placeholder 2">
            <a:extLst>
              <a:ext uri="{FF2B5EF4-FFF2-40B4-BE49-F238E27FC236}">
                <a16:creationId xmlns:a16="http://schemas.microsoft.com/office/drawing/2014/main" id="{167DAE70-4CE8-5E10-B78F-0BFB39A9C51C}"/>
              </a:ext>
            </a:extLst>
          </p:cNvPr>
          <p:cNvSpPr>
            <a:spLocks noGrp="1"/>
          </p:cNvSpPr>
          <p:nvPr>
            <p:ph type="body" idx="15" hasCustomPrompt="1"/>
          </p:nvPr>
        </p:nvSpPr>
        <p:spPr>
          <a:xfrm>
            <a:off x="6298817" y="1963599"/>
            <a:ext cx="2337588" cy="303663"/>
          </a:xfrm>
          <a:noFill/>
        </p:spPr>
        <p:txBody>
          <a:bodyPr lIns="0" tIns="91440" rIns="0" bIns="91440" anchor="ctr"/>
          <a:lstStyle>
            <a:lvl1pPr marL="0" indent="0" algn="l">
              <a:lnSpc>
                <a:spcPct val="90000"/>
              </a:lnSpc>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2" name="Title 1">
            <a:extLst>
              <a:ext uri="{FF2B5EF4-FFF2-40B4-BE49-F238E27FC236}">
                <a16:creationId xmlns:a16="http://schemas.microsoft.com/office/drawing/2014/main" id="{47B4EFAD-5484-C5D2-5A75-241BD4AB4CBD}"/>
              </a:ext>
            </a:extLst>
          </p:cNvPr>
          <p:cNvSpPr>
            <a:spLocks noGrp="1"/>
          </p:cNvSpPr>
          <p:nvPr>
            <p:ph type="title" hasCustomPrompt="1"/>
          </p:nvPr>
        </p:nvSpPr>
        <p:spPr>
          <a:xfrm>
            <a:off x="839788" y="519426"/>
            <a:ext cx="10515600" cy="1325563"/>
          </a:xfrm>
        </p:spPr>
        <p:txBody>
          <a:bodyPr anchor="ctr"/>
          <a:lstStyle>
            <a:lvl1pPr algn="ctr">
              <a:defRPr baseline="0">
                <a:solidFill>
                  <a:schemeClr val="accent1"/>
                </a:solidFill>
              </a:defRPr>
            </a:lvl1pPr>
          </a:lstStyle>
          <a:p>
            <a:r>
              <a:rPr lang="en-US"/>
              <a:t>4-Column Comparison Layout</a:t>
            </a:r>
          </a:p>
        </p:txBody>
      </p:sp>
      <p:sp>
        <p:nvSpPr>
          <p:cNvPr id="3" name="Content Placeholder 3">
            <a:extLst>
              <a:ext uri="{FF2B5EF4-FFF2-40B4-BE49-F238E27FC236}">
                <a16:creationId xmlns:a16="http://schemas.microsoft.com/office/drawing/2014/main" id="{57D5FFE3-9CBC-4BBA-5288-8ECA651CC374}"/>
              </a:ext>
            </a:extLst>
          </p:cNvPr>
          <p:cNvSpPr>
            <a:spLocks noGrp="1"/>
          </p:cNvSpPr>
          <p:nvPr>
            <p:ph sz="half" idx="2"/>
          </p:nvPr>
        </p:nvSpPr>
        <p:spPr bwMode="ltGray">
          <a:xfrm>
            <a:off x="839789" y="2368827"/>
            <a:ext cx="2337588" cy="3450183"/>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3D206BB-AA01-DF0E-B9F8-4EDEB210CB0E}"/>
              </a:ext>
            </a:extLst>
          </p:cNvPr>
          <p:cNvSpPr>
            <a:spLocks noGrp="1"/>
          </p:cNvSpPr>
          <p:nvPr>
            <p:ph sz="half" idx="16"/>
          </p:nvPr>
        </p:nvSpPr>
        <p:spPr bwMode="ltGray">
          <a:xfrm>
            <a:off x="3570289" y="2368827"/>
            <a:ext cx="2337588" cy="3450183"/>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id="{EF82B850-A158-6816-983D-93BDB993DECB}"/>
              </a:ext>
            </a:extLst>
          </p:cNvPr>
          <p:cNvSpPr>
            <a:spLocks noGrp="1"/>
          </p:cNvSpPr>
          <p:nvPr>
            <p:ph sz="half" idx="17"/>
          </p:nvPr>
        </p:nvSpPr>
        <p:spPr bwMode="ltGray">
          <a:xfrm>
            <a:off x="6288089" y="2368827"/>
            <a:ext cx="2337588" cy="3450183"/>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AC7CED1C-B7EB-E8A9-ACA9-B99DA610147E}"/>
              </a:ext>
            </a:extLst>
          </p:cNvPr>
          <p:cNvSpPr>
            <a:spLocks noGrp="1"/>
          </p:cNvSpPr>
          <p:nvPr>
            <p:ph sz="half" idx="18"/>
          </p:nvPr>
        </p:nvSpPr>
        <p:spPr bwMode="ltGray">
          <a:xfrm>
            <a:off x="9018589" y="2368827"/>
            <a:ext cx="2337588" cy="3450183"/>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a:extLst>
              <a:ext uri="{FF2B5EF4-FFF2-40B4-BE49-F238E27FC236}">
                <a16:creationId xmlns:a16="http://schemas.microsoft.com/office/drawing/2014/main" id="{87709486-0B60-C8AF-BCD0-FF89FC422B9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Tree>
    <p:extLst>
      <p:ext uri="{BB962C8B-B14F-4D97-AF65-F5344CB8AC3E}">
        <p14:creationId xmlns:p14="http://schemas.microsoft.com/office/powerpoint/2010/main" val="3745547703"/>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Impact Two Sections">
    <p:bg>
      <p:bgPr>
        <a:solidFill>
          <a:schemeClr val="accent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A1AA0E5-4B05-FA7F-735E-D8779059618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688"/>
            <a:ext cx="12192000" cy="6856622"/>
          </a:xfrm>
          <a:prstGeom prst="rect">
            <a:avLst/>
          </a:prstGeom>
        </p:spPr>
      </p:pic>
      <p:sp>
        <p:nvSpPr>
          <p:cNvPr id="4" name="Rectangle 3">
            <a:extLst>
              <a:ext uri="{FF2B5EF4-FFF2-40B4-BE49-F238E27FC236}">
                <a16:creationId xmlns:a16="http://schemas.microsoft.com/office/drawing/2014/main" id="{22C1D450-C962-468C-5275-E0003F6DA693}"/>
              </a:ext>
            </a:extLst>
          </p:cNvPr>
          <p:cNvSpPr/>
          <p:nvPr userDrawn="1"/>
        </p:nvSpPr>
        <p:spPr>
          <a:xfrm>
            <a:off x="5962353" y="467833"/>
            <a:ext cx="5525737" cy="56315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F2CF77E-FCFE-EAA7-6356-DE6C65C6992B}"/>
              </a:ext>
            </a:extLst>
          </p:cNvPr>
          <p:cNvSpPr/>
          <p:nvPr userDrawn="1"/>
        </p:nvSpPr>
        <p:spPr>
          <a:xfrm>
            <a:off x="342900" y="467833"/>
            <a:ext cx="5276553" cy="56315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a:extLst>
              <a:ext uri="{FF2B5EF4-FFF2-40B4-BE49-F238E27FC236}">
                <a16:creationId xmlns:a16="http://schemas.microsoft.com/office/drawing/2014/main" id="{526F112A-5553-CA35-0CD4-91F914AAD36D}"/>
              </a:ext>
            </a:extLst>
          </p:cNvPr>
          <p:cNvSpPr>
            <a:spLocks noGrp="1"/>
          </p:cNvSpPr>
          <p:nvPr>
            <p:ph type="title" hasCustomPrompt="1"/>
          </p:nvPr>
        </p:nvSpPr>
        <p:spPr>
          <a:xfrm>
            <a:off x="760215" y="1190948"/>
            <a:ext cx="2790466" cy="246666"/>
          </a:xfrm>
        </p:spPr>
        <p:txBody>
          <a:bodyPr anchor="t"/>
          <a:lstStyle>
            <a:lvl1pPr>
              <a:defRPr sz="1400" i="0" cap="all" spc="0" baseline="0">
                <a:solidFill>
                  <a:schemeClr val="accent4"/>
                </a:solidFill>
                <a:latin typeface="+mn-lt"/>
              </a:defRPr>
            </a:lvl1pPr>
          </a:lstStyle>
          <a:p>
            <a:r>
              <a:rPr lang="en-US"/>
              <a:t>Short, concise header</a:t>
            </a:r>
          </a:p>
        </p:txBody>
      </p:sp>
      <p:sp>
        <p:nvSpPr>
          <p:cNvPr id="15" name="Text Placeholder 9">
            <a:extLst>
              <a:ext uri="{FF2B5EF4-FFF2-40B4-BE49-F238E27FC236}">
                <a16:creationId xmlns:a16="http://schemas.microsoft.com/office/drawing/2014/main" id="{8ADC19BB-6F27-3383-7EA1-8EE8F89074B3}"/>
              </a:ext>
            </a:extLst>
          </p:cNvPr>
          <p:cNvSpPr>
            <a:spLocks noGrp="1"/>
          </p:cNvSpPr>
          <p:nvPr>
            <p:ph type="body" sz="quarter" idx="13" hasCustomPrompt="1"/>
          </p:nvPr>
        </p:nvSpPr>
        <p:spPr>
          <a:xfrm>
            <a:off x="6419666" y="1192654"/>
            <a:ext cx="2818831" cy="246666"/>
          </a:xfrm>
        </p:spPr>
        <p:txBody>
          <a:bodyPr anchor="t"/>
          <a:lstStyle>
            <a:lvl1pPr marL="0" indent="0">
              <a:buFont typeface="Arial" panose="020B0604020202020204" pitchFamily="34" charset="0"/>
              <a:buNone/>
              <a:defRPr sz="1400" b="1" cap="all" baseline="0">
                <a:solidFill>
                  <a:schemeClr val="accent4"/>
                </a:solidFill>
              </a:defRPr>
            </a:lvl1pPr>
            <a:lvl2pPr marL="0" indent="0">
              <a:buFont typeface="Arial" panose="020B0604020202020204" pitchFamily="34" charset="0"/>
              <a:buNone/>
              <a:defRPr sz="1000" b="1" cap="all" baseline="0"/>
            </a:lvl2pPr>
            <a:lvl3pPr marL="0" indent="0">
              <a:buFont typeface="Arial" panose="020B0604020202020204" pitchFamily="34" charset="0"/>
              <a:buNone/>
              <a:defRPr sz="1000" b="1" cap="all" baseline="0"/>
            </a:lvl3pPr>
            <a:lvl4pPr marL="0" indent="0">
              <a:buFont typeface="Arial" panose="020B0604020202020204" pitchFamily="34" charset="0"/>
              <a:buNone/>
              <a:defRPr sz="1000" b="1" cap="all" baseline="0"/>
            </a:lvl4pPr>
            <a:lvl5pPr marL="0" indent="0">
              <a:buFont typeface="Arial" panose="020B0604020202020204" pitchFamily="34" charset="0"/>
              <a:buNone/>
              <a:defRPr sz="1000" b="1" cap="all" baseline="0"/>
            </a:lvl5pPr>
          </a:lstStyle>
          <a:p>
            <a:pPr lvl="0"/>
            <a:r>
              <a:rPr lang="en-US"/>
              <a:t>Short, concise header</a:t>
            </a:r>
          </a:p>
        </p:txBody>
      </p:sp>
      <p:sp>
        <p:nvSpPr>
          <p:cNvPr id="16" name="Content Placeholder 16">
            <a:extLst>
              <a:ext uri="{FF2B5EF4-FFF2-40B4-BE49-F238E27FC236}">
                <a16:creationId xmlns:a16="http://schemas.microsoft.com/office/drawing/2014/main" id="{EC094D9C-5006-379F-B951-A81085FE4325}"/>
              </a:ext>
            </a:extLst>
          </p:cNvPr>
          <p:cNvSpPr>
            <a:spLocks noGrp="1"/>
          </p:cNvSpPr>
          <p:nvPr>
            <p:ph sz="quarter" idx="14" hasCustomPrompt="1"/>
          </p:nvPr>
        </p:nvSpPr>
        <p:spPr>
          <a:xfrm>
            <a:off x="755733" y="1736016"/>
            <a:ext cx="4480446" cy="3745065"/>
          </a:xfrm>
        </p:spPr>
        <p:txBody>
          <a:bodyPr/>
          <a:lstStyle>
            <a:lvl1pPr marL="0" indent="0">
              <a:spcBef>
                <a:spcPts val="2400"/>
              </a:spcBef>
              <a:buClr>
                <a:schemeClr val="bg1"/>
              </a:buClr>
              <a:buFont typeface="Arial" panose="020B0604020202020204" pitchFamily="34" charset="0"/>
              <a:buNone/>
              <a:defRPr sz="1800" b="0" cap="none" baseline="0">
                <a:solidFill>
                  <a:schemeClr val="tx1"/>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Use the placeholders for simple, impactful comparison statements.</a:t>
            </a:r>
          </a:p>
          <a:p>
            <a:pPr lvl="0"/>
            <a:r>
              <a:rPr lang="en-US"/>
              <a:t>Or, insert charts or tables to compare.</a:t>
            </a:r>
          </a:p>
          <a:p>
            <a:pPr lvl="0"/>
            <a:r>
              <a:rPr lang="en-US"/>
              <a:t>Lorem ipsum dolor sit amet, consectetuer adipiscing elit. </a:t>
            </a:r>
          </a:p>
          <a:p>
            <a:pPr lvl="0"/>
            <a:r>
              <a:rPr lang="en-US"/>
              <a:t>Nunc viverra imperdiet enim. Fusce est. Vivamus a </a:t>
            </a:r>
            <a:r>
              <a:rPr lang="en-US" err="1"/>
              <a:t>tellus</a:t>
            </a:r>
            <a:r>
              <a:rPr lang="en-US"/>
              <a:t>.</a:t>
            </a:r>
          </a:p>
        </p:txBody>
      </p:sp>
      <p:sp>
        <p:nvSpPr>
          <p:cNvPr id="19" name="Content Placeholder 16">
            <a:extLst>
              <a:ext uri="{FF2B5EF4-FFF2-40B4-BE49-F238E27FC236}">
                <a16:creationId xmlns:a16="http://schemas.microsoft.com/office/drawing/2014/main" id="{49094459-F510-F769-6D75-3371D2F1F908}"/>
              </a:ext>
            </a:extLst>
          </p:cNvPr>
          <p:cNvSpPr>
            <a:spLocks noGrp="1"/>
          </p:cNvSpPr>
          <p:nvPr>
            <p:ph sz="quarter" idx="15" hasCustomPrompt="1"/>
          </p:nvPr>
        </p:nvSpPr>
        <p:spPr>
          <a:xfrm>
            <a:off x="6412432" y="1736016"/>
            <a:ext cx="4480446" cy="3745065"/>
          </a:xfrm>
        </p:spPr>
        <p:txBody>
          <a:bodyPr/>
          <a:lstStyle>
            <a:lvl1pPr marL="0" indent="0">
              <a:spcBef>
                <a:spcPts val="2400"/>
              </a:spcBef>
              <a:buClr>
                <a:schemeClr val="bg1"/>
              </a:buClr>
              <a:buFont typeface="Arial" panose="020B0604020202020204" pitchFamily="34" charset="0"/>
              <a:buNone/>
              <a:defRPr sz="1800" b="0" cap="none" baseline="0">
                <a:solidFill>
                  <a:schemeClr val="tx1"/>
                </a:solidFill>
              </a:defRPr>
            </a:lvl1pPr>
            <a:lvl2pPr marL="0" indent="0">
              <a:spcBef>
                <a:spcPts val="2400"/>
              </a:spcBef>
              <a:buFont typeface="Arial" panose="020B0604020202020204" pitchFamily="34" charset="0"/>
              <a:buNone/>
              <a:defRPr sz="1800" b="0" cap="none" baseline="0">
                <a:solidFill>
                  <a:schemeClr val="accent2"/>
                </a:solidFill>
              </a:defRPr>
            </a:lvl2pPr>
            <a:lvl3pPr marL="0" indent="0">
              <a:spcBef>
                <a:spcPts val="2400"/>
              </a:spcBef>
              <a:buFont typeface="Arial" panose="020B0604020202020204" pitchFamily="34" charset="0"/>
              <a:buNone/>
              <a:defRPr sz="1800" b="0" cap="none" baseline="0">
                <a:solidFill>
                  <a:schemeClr val="accent2"/>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Use the placeholders for simple, impactful comparison statements.</a:t>
            </a:r>
          </a:p>
          <a:p>
            <a:pPr lvl="0"/>
            <a:r>
              <a:rPr lang="en-US"/>
              <a:t>Or, insert charts or tables to compare.</a:t>
            </a:r>
          </a:p>
          <a:p>
            <a:pPr lvl="0"/>
            <a:r>
              <a:rPr lang="en-US"/>
              <a:t>Lorem ipsum dolor sit amet, consectetuer adipiscing elit. </a:t>
            </a:r>
          </a:p>
          <a:p>
            <a:pPr lvl="0"/>
            <a:r>
              <a:rPr lang="en-US"/>
              <a:t>Nunc viverra imperdiet enim. Fusce est. Vivamus a </a:t>
            </a:r>
            <a:r>
              <a:rPr lang="en-US" err="1"/>
              <a:t>tellus</a:t>
            </a:r>
            <a:r>
              <a:rPr lang="en-US"/>
              <a:t>.</a:t>
            </a:r>
          </a:p>
        </p:txBody>
      </p:sp>
      <p:sp>
        <p:nvSpPr>
          <p:cNvPr id="20" name="Date Placeholder 2">
            <a:extLst>
              <a:ext uri="{FF2B5EF4-FFF2-40B4-BE49-F238E27FC236}">
                <a16:creationId xmlns:a16="http://schemas.microsoft.com/office/drawing/2014/main" id="{A0B4D60E-4B1F-F850-AF4A-DC43DF0AA2CB}"/>
              </a:ext>
            </a:extLst>
          </p:cNvPr>
          <p:cNvSpPr>
            <a:spLocks noGrp="1"/>
          </p:cNvSpPr>
          <p:nvPr>
            <p:ph type="dt" sz="half" idx="16"/>
          </p:nvPr>
        </p:nvSpPr>
        <p:spPr>
          <a:xfrm>
            <a:off x="10602762" y="6382494"/>
            <a:ext cx="692767" cy="365125"/>
          </a:xfrm>
        </p:spPr>
        <p:txBody>
          <a:bodyPr/>
          <a:lstStyle/>
          <a:p>
            <a:fld id="{B7EB65F7-02F7-4C03-9B5E-0F72A9F540CE}" type="datetime1">
              <a:rPr lang="en-US" smtClean="0"/>
              <a:t>4/17/24</a:t>
            </a:fld>
            <a:endParaRPr lang="en-US"/>
          </a:p>
        </p:txBody>
      </p:sp>
      <p:sp>
        <p:nvSpPr>
          <p:cNvPr id="21" name="Footer Placeholder 3">
            <a:extLst>
              <a:ext uri="{FF2B5EF4-FFF2-40B4-BE49-F238E27FC236}">
                <a16:creationId xmlns:a16="http://schemas.microsoft.com/office/drawing/2014/main" id="{4A25224F-1FEC-88A8-76AB-6EF46397212F}"/>
              </a:ext>
            </a:extLst>
          </p:cNvPr>
          <p:cNvSpPr>
            <a:spLocks noGrp="1"/>
          </p:cNvSpPr>
          <p:nvPr>
            <p:ph type="ftr" sz="quarter" idx="17"/>
          </p:nvPr>
        </p:nvSpPr>
        <p:spPr>
          <a:xfrm>
            <a:off x="342900" y="6394105"/>
            <a:ext cx="10259861" cy="365125"/>
          </a:xfrm>
        </p:spPr>
        <p:txBody>
          <a:bodyPr/>
          <a:lstStyle/>
          <a:p>
            <a:endParaRPr lang="en-US"/>
          </a:p>
        </p:txBody>
      </p:sp>
      <p:sp>
        <p:nvSpPr>
          <p:cNvPr id="22" name="Slide Number Placeholder 4">
            <a:extLst>
              <a:ext uri="{FF2B5EF4-FFF2-40B4-BE49-F238E27FC236}">
                <a16:creationId xmlns:a16="http://schemas.microsoft.com/office/drawing/2014/main" id="{16CCCA85-A2C7-AB4C-5AD9-90152F48607C}"/>
              </a:ext>
            </a:extLst>
          </p:cNvPr>
          <p:cNvSpPr>
            <a:spLocks noGrp="1"/>
          </p:cNvSpPr>
          <p:nvPr>
            <p:ph type="sldNum" sz="quarter" idx="18"/>
          </p:nvPr>
        </p:nvSpPr>
        <p:spPr>
          <a:xfrm>
            <a:off x="11674225" y="5477347"/>
            <a:ext cx="305503" cy="306298"/>
          </a:xfrm>
          <a:ln>
            <a:solidFill>
              <a:schemeClr val="tx1"/>
            </a:solidFill>
          </a:ln>
        </p:spPr>
        <p:txBody>
          <a:bodyPr/>
          <a:lstStyle>
            <a:lvl1pPr>
              <a:defRPr>
                <a:solidFill>
                  <a:schemeClr val="tx1"/>
                </a:solidFill>
              </a:defRPr>
            </a:lvl1pPr>
          </a:lstStyle>
          <a:p>
            <a:fld id="{545951DD-1C6A-495F-8185-4C73F8F8B75A}" type="slidenum">
              <a:rPr lang="en-US" smtClean="0"/>
              <a:pPr/>
              <a:t>‹#›</a:t>
            </a:fld>
            <a:endParaRPr lang="en-US"/>
          </a:p>
        </p:txBody>
      </p:sp>
      <p:pic>
        <p:nvPicPr>
          <p:cNvPr id="23" name="Graphic 22">
            <a:extLst>
              <a:ext uri="{FF2B5EF4-FFF2-40B4-BE49-F238E27FC236}">
                <a16:creationId xmlns:a16="http://schemas.microsoft.com/office/drawing/2014/main" id="{DC224602-6CA3-5194-15F9-A9502DF281C9}"/>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11384223" y="6170966"/>
            <a:ext cx="911645" cy="241661"/>
          </a:xfrm>
          <a:prstGeom prst="rect">
            <a:avLst/>
          </a:prstGeom>
        </p:spPr>
      </p:pic>
      <p:pic>
        <p:nvPicPr>
          <p:cNvPr id="2" name="Graphic 1">
            <a:extLst>
              <a:ext uri="{FF2B5EF4-FFF2-40B4-BE49-F238E27FC236}">
                <a16:creationId xmlns:a16="http://schemas.microsoft.com/office/drawing/2014/main" id="{808FC5F8-8D51-4901-7B45-922F014AAE16}"/>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09582" y="972913"/>
            <a:ext cx="593744" cy="99635"/>
          </a:xfrm>
          <a:prstGeom prst="rect">
            <a:avLst/>
          </a:prstGeom>
        </p:spPr>
      </p:pic>
      <p:pic>
        <p:nvPicPr>
          <p:cNvPr id="3" name="Graphic 2">
            <a:extLst>
              <a:ext uri="{FF2B5EF4-FFF2-40B4-BE49-F238E27FC236}">
                <a16:creationId xmlns:a16="http://schemas.microsoft.com/office/drawing/2014/main" id="{84433B89-B29C-1E07-8C25-ED2219B66216}"/>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55733" y="967767"/>
            <a:ext cx="593744" cy="99635"/>
          </a:xfrm>
          <a:prstGeom prst="rect">
            <a:avLst/>
          </a:prstGeom>
        </p:spPr>
      </p:pic>
    </p:spTree>
    <p:extLst>
      <p:ext uri="{BB962C8B-B14F-4D97-AF65-F5344CB8AC3E}">
        <p14:creationId xmlns:p14="http://schemas.microsoft.com/office/powerpoint/2010/main" val="418539107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Impact Three Sections">
    <p:bg>
      <p:bgPr>
        <a:solidFill>
          <a:schemeClr val="accent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7BF4B073-82F6-9846-2580-3A768D4552C7}"/>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0" y="688"/>
            <a:ext cx="12192000" cy="6856622"/>
          </a:xfrm>
          <a:prstGeom prst="rect">
            <a:avLst/>
          </a:prstGeom>
        </p:spPr>
      </p:pic>
      <p:sp>
        <p:nvSpPr>
          <p:cNvPr id="4" name="Rectangle 3">
            <a:extLst>
              <a:ext uri="{FF2B5EF4-FFF2-40B4-BE49-F238E27FC236}">
                <a16:creationId xmlns:a16="http://schemas.microsoft.com/office/drawing/2014/main" id="{5690BCE0-2053-0E84-0396-859BC85ED2EE}"/>
              </a:ext>
            </a:extLst>
          </p:cNvPr>
          <p:cNvSpPr/>
          <p:nvPr userDrawn="1"/>
        </p:nvSpPr>
        <p:spPr>
          <a:xfrm>
            <a:off x="4084092" y="766483"/>
            <a:ext cx="4091313" cy="490416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4EC5297-5A3F-6048-C397-E6A2C4972944}"/>
              </a:ext>
            </a:extLst>
          </p:cNvPr>
          <p:cNvSpPr/>
          <p:nvPr userDrawn="1"/>
        </p:nvSpPr>
        <p:spPr>
          <a:xfrm>
            <a:off x="8556686" y="766482"/>
            <a:ext cx="3635313" cy="490416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25415D0-161D-2FA9-814E-1717D8B3054C}"/>
              </a:ext>
            </a:extLst>
          </p:cNvPr>
          <p:cNvSpPr/>
          <p:nvPr userDrawn="1">
            <p:custDataLst>
              <p:tags r:id="rId1"/>
            </p:custDataLst>
          </p:nvPr>
        </p:nvSpPr>
        <p:spPr bwMode="invGray">
          <a:xfrm>
            <a:off x="1" y="731520"/>
            <a:ext cx="3805518" cy="490416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3E4D3933-A2DC-65E5-07DE-FFECE6A23A4B}"/>
              </a:ext>
            </a:extLst>
          </p:cNvPr>
          <p:cNvSpPr>
            <a:spLocks noGrp="1"/>
          </p:cNvSpPr>
          <p:nvPr>
            <p:ph type="title" hasCustomPrompt="1"/>
          </p:nvPr>
        </p:nvSpPr>
        <p:spPr bwMode="white">
          <a:xfrm>
            <a:off x="486780" y="2368730"/>
            <a:ext cx="2790466" cy="148530"/>
          </a:xfrm>
        </p:spPr>
        <p:txBody>
          <a:bodyPr anchor="t"/>
          <a:lstStyle>
            <a:lvl1pPr>
              <a:defRPr sz="1050" i="0" cap="none" spc="0" baseline="0">
                <a:solidFill>
                  <a:schemeClr val="accent4"/>
                </a:solidFill>
                <a:latin typeface="+mn-lt"/>
              </a:defRPr>
            </a:lvl1pPr>
          </a:lstStyle>
          <a:p>
            <a:r>
              <a:rPr lang="en-US"/>
              <a:t>Short, concise header</a:t>
            </a:r>
          </a:p>
        </p:txBody>
      </p:sp>
      <p:sp>
        <p:nvSpPr>
          <p:cNvPr id="10" name="Content Placeholder 16">
            <a:extLst>
              <a:ext uri="{FF2B5EF4-FFF2-40B4-BE49-F238E27FC236}">
                <a16:creationId xmlns:a16="http://schemas.microsoft.com/office/drawing/2014/main" id="{7E4FB2E3-95AB-A1B0-B523-643CEC7B4207}"/>
              </a:ext>
            </a:extLst>
          </p:cNvPr>
          <p:cNvSpPr>
            <a:spLocks noGrp="1"/>
          </p:cNvSpPr>
          <p:nvPr>
            <p:ph sz="quarter" idx="14" hasCustomPrompt="1"/>
          </p:nvPr>
        </p:nvSpPr>
        <p:spPr bwMode="white">
          <a:xfrm>
            <a:off x="482297" y="2879157"/>
            <a:ext cx="2818831" cy="1240351"/>
          </a:xfrm>
        </p:spPr>
        <p:txBody>
          <a:bodyPr/>
          <a:lstStyle>
            <a:lvl1pPr marL="0" indent="0">
              <a:spcBef>
                <a:spcPts val="2400"/>
              </a:spcBef>
              <a:buClr>
                <a:schemeClr val="bg1"/>
              </a:buClr>
              <a:buFont typeface="Arial" panose="020B0604020202020204" pitchFamily="34" charset="0"/>
              <a:buNone/>
              <a:defRPr sz="1800" b="0" cap="none" baseline="0">
                <a:solidFill>
                  <a:schemeClr val="tx1"/>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Use the placeholders to showcase categories with detail or data highlights</a:t>
            </a:r>
          </a:p>
        </p:txBody>
      </p:sp>
      <p:sp>
        <p:nvSpPr>
          <p:cNvPr id="11" name="Content Placeholder 16">
            <a:extLst>
              <a:ext uri="{FF2B5EF4-FFF2-40B4-BE49-F238E27FC236}">
                <a16:creationId xmlns:a16="http://schemas.microsoft.com/office/drawing/2014/main" id="{A1999C88-0FD2-2DA7-98FC-75C8C22A806E}"/>
              </a:ext>
            </a:extLst>
          </p:cNvPr>
          <p:cNvSpPr>
            <a:spLocks noGrp="1"/>
          </p:cNvSpPr>
          <p:nvPr>
            <p:ph sz="quarter" idx="16" hasCustomPrompt="1"/>
          </p:nvPr>
        </p:nvSpPr>
        <p:spPr>
          <a:xfrm>
            <a:off x="8886389" y="2879157"/>
            <a:ext cx="2818831" cy="1240351"/>
          </a:xfrm>
        </p:spPr>
        <p:txBody>
          <a:bodyPr/>
          <a:lstStyle>
            <a:lvl1pPr marL="0" indent="0">
              <a:spcBef>
                <a:spcPts val="2400"/>
              </a:spcBef>
              <a:buClr>
                <a:schemeClr val="bg1"/>
              </a:buClr>
              <a:buFont typeface="Arial" panose="020B0604020202020204" pitchFamily="34" charset="0"/>
              <a:buNone/>
              <a:defRPr sz="1800" b="0" cap="none" baseline="0">
                <a:solidFill>
                  <a:schemeClr val="tx1"/>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Use the placeholders to showcase categories with detail or data highlights</a:t>
            </a:r>
          </a:p>
        </p:txBody>
      </p:sp>
      <p:sp>
        <p:nvSpPr>
          <p:cNvPr id="14" name="Text Placeholder 9">
            <a:extLst>
              <a:ext uri="{FF2B5EF4-FFF2-40B4-BE49-F238E27FC236}">
                <a16:creationId xmlns:a16="http://schemas.microsoft.com/office/drawing/2014/main" id="{3B141689-E4C4-091F-EEF6-97A9BB7D9D96}"/>
              </a:ext>
            </a:extLst>
          </p:cNvPr>
          <p:cNvSpPr>
            <a:spLocks noGrp="1"/>
          </p:cNvSpPr>
          <p:nvPr>
            <p:ph type="body" sz="quarter" idx="17" hasCustomPrompt="1"/>
          </p:nvPr>
        </p:nvSpPr>
        <p:spPr>
          <a:xfrm>
            <a:off x="8890823" y="2368730"/>
            <a:ext cx="2818831" cy="134746"/>
          </a:xfrm>
        </p:spPr>
        <p:txBody>
          <a:bodyPr anchor="t"/>
          <a:lstStyle>
            <a:lvl1pPr marL="0" indent="0">
              <a:buFont typeface="Arial" panose="020B0604020202020204" pitchFamily="34" charset="0"/>
              <a:buNone/>
              <a:defRPr sz="1050" b="1" cap="none" baseline="0">
                <a:solidFill>
                  <a:schemeClr val="accent4"/>
                </a:solidFill>
              </a:defRPr>
            </a:lvl1pPr>
            <a:lvl2pPr marL="0" indent="0">
              <a:buFont typeface="Arial" panose="020B0604020202020204" pitchFamily="34" charset="0"/>
              <a:buNone/>
              <a:defRPr sz="1000" b="1" cap="all" baseline="0"/>
            </a:lvl2pPr>
            <a:lvl3pPr marL="0" indent="0">
              <a:buFont typeface="Arial" panose="020B0604020202020204" pitchFamily="34" charset="0"/>
              <a:buNone/>
              <a:defRPr sz="1000" b="1" cap="all" baseline="0"/>
            </a:lvl3pPr>
            <a:lvl4pPr marL="0" indent="0">
              <a:buFont typeface="Arial" panose="020B0604020202020204" pitchFamily="34" charset="0"/>
              <a:buNone/>
              <a:defRPr sz="1000" b="1" cap="all" baseline="0"/>
            </a:lvl4pPr>
            <a:lvl5pPr marL="0" indent="0">
              <a:buFont typeface="Arial" panose="020B0604020202020204" pitchFamily="34" charset="0"/>
              <a:buNone/>
              <a:defRPr sz="1000" b="1" cap="all" baseline="0"/>
            </a:lvl5pPr>
          </a:lstStyle>
          <a:p>
            <a:pPr lvl="0"/>
            <a:r>
              <a:rPr lang="en-US"/>
              <a:t>Short, concise header</a:t>
            </a:r>
          </a:p>
        </p:txBody>
      </p:sp>
      <p:sp>
        <p:nvSpPr>
          <p:cNvPr id="15" name="Content Placeholder 16">
            <a:extLst>
              <a:ext uri="{FF2B5EF4-FFF2-40B4-BE49-F238E27FC236}">
                <a16:creationId xmlns:a16="http://schemas.microsoft.com/office/drawing/2014/main" id="{C1897D9F-251D-9A0C-D34A-2A31EE356A72}"/>
              </a:ext>
            </a:extLst>
          </p:cNvPr>
          <p:cNvSpPr>
            <a:spLocks noGrp="1"/>
          </p:cNvSpPr>
          <p:nvPr>
            <p:ph sz="quarter" idx="18" hasCustomPrompt="1"/>
          </p:nvPr>
        </p:nvSpPr>
        <p:spPr bwMode="white">
          <a:xfrm>
            <a:off x="482297" y="1622308"/>
            <a:ext cx="2818831" cy="723508"/>
          </a:xfrm>
        </p:spPr>
        <p:txBody>
          <a:bodyPr anchor="b"/>
          <a:lstStyle>
            <a:lvl1pPr marL="0" indent="0">
              <a:spcBef>
                <a:spcPts val="2400"/>
              </a:spcBef>
              <a:buClr>
                <a:schemeClr val="bg1"/>
              </a:buClr>
              <a:buFont typeface="Arial" panose="020B0604020202020204" pitchFamily="34" charset="0"/>
              <a:buNone/>
              <a:defRPr sz="4400" b="1" cap="none" baseline="0">
                <a:solidFill>
                  <a:schemeClr val="accent4"/>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XX%</a:t>
            </a:r>
          </a:p>
        </p:txBody>
      </p:sp>
      <p:sp>
        <p:nvSpPr>
          <p:cNvPr id="16" name="Content Placeholder 16">
            <a:extLst>
              <a:ext uri="{FF2B5EF4-FFF2-40B4-BE49-F238E27FC236}">
                <a16:creationId xmlns:a16="http://schemas.microsoft.com/office/drawing/2014/main" id="{567144DA-2001-7BA5-928A-781A7F44769F}"/>
              </a:ext>
            </a:extLst>
          </p:cNvPr>
          <p:cNvSpPr>
            <a:spLocks noGrp="1"/>
          </p:cNvSpPr>
          <p:nvPr>
            <p:ph sz="quarter" idx="20" hasCustomPrompt="1"/>
          </p:nvPr>
        </p:nvSpPr>
        <p:spPr>
          <a:xfrm>
            <a:off x="8886389" y="1622308"/>
            <a:ext cx="2818831" cy="723508"/>
          </a:xfrm>
        </p:spPr>
        <p:txBody>
          <a:bodyPr anchor="b"/>
          <a:lstStyle>
            <a:lvl1pPr marL="0" indent="0">
              <a:spcBef>
                <a:spcPts val="2400"/>
              </a:spcBef>
              <a:buClr>
                <a:schemeClr val="bg1"/>
              </a:buClr>
              <a:buFont typeface="Arial" panose="020B0604020202020204" pitchFamily="34" charset="0"/>
              <a:buNone/>
              <a:defRPr sz="4400" b="1" cap="none" baseline="0">
                <a:solidFill>
                  <a:schemeClr val="accent4"/>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XX%</a:t>
            </a:r>
          </a:p>
        </p:txBody>
      </p:sp>
      <p:sp>
        <p:nvSpPr>
          <p:cNvPr id="18" name="Content Placeholder 16">
            <a:extLst>
              <a:ext uri="{FF2B5EF4-FFF2-40B4-BE49-F238E27FC236}">
                <a16:creationId xmlns:a16="http://schemas.microsoft.com/office/drawing/2014/main" id="{5E099429-CA9C-9564-951D-A8258146046F}"/>
              </a:ext>
            </a:extLst>
          </p:cNvPr>
          <p:cNvSpPr>
            <a:spLocks noGrp="1"/>
          </p:cNvSpPr>
          <p:nvPr>
            <p:ph sz="quarter" idx="15" hasCustomPrompt="1"/>
          </p:nvPr>
        </p:nvSpPr>
        <p:spPr>
          <a:xfrm>
            <a:off x="4634361" y="2879157"/>
            <a:ext cx="2818831" cy="1240351"/>
          </a:xfrm>
        </p:spPr>
        <p:txBody>
          <a:bodyPr/>
          <a:lstStyle>
            <a:lvl1pPr marL="0" indent="0">
              <a:spcBef>
                <a:spcPts val="2400"/>
              </a:spcBef>
              <a:buClr>
                <a:schemeClr val="bg1"/>
              </a:buClr>
              <a:buFont typeface="Arial" panose="020B0604020202020204" pitchFamily="34" charset="0"/>
              <a:buNone/>
              <a:defRPr sz="1800" b="0" cap="none" baseline="0">
                <a:solidFill>
                  <a:schemeClr val="tx1"/>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Use the placeholders to showcase categories with detail or data highlights</a:t>
            </a:r>
          </a:p>
        </p:txBody>
      </p:sp>
      <p:sp>
        <p:nvSpPr>
          <p:cNvPr id="19" name="Text Placeholder 9">
            <a:extLst>
              <a:ext uri="{FF2B5EF4-FFF2-40B4-BE49-F238E27FC236}">
                <a16:creationId xmlns:a16="http://schemas.microsoft.com/office/drawing/2014/main" id="{BD3813D0-CBB6-2C2A-EF51-4FF2470953CF}"/>
              </a:ext>
            </a:extLst>
          </p:cNvPr>
          <p:cNvSpPr>
            <a:spLocks noGrp="1"/>
          </p:cNvSpPr>
          <p:nvPr>
            <p:ph type="body" sz="quarter" idx="13" hasCustomPrompt="1"/>
          </p:nvPr>
        </p:nvSpPr>
        <p:spPr>
          <a:xfrm>
            <a:off x="4634361" y="2368730"/>
            <a:ext cx="1989493" cy="134746"/>
          </a:xfrm>
        </p:spPr>
        <p:txBody>
          <a:bodyPr anchor="t"/>
          <a:lstStyle>
            <a:lvl1pPr marL="0" indent="0">
              <a:buFont typeface="Arial" panose="020B0604020202020204" pitchFamily="34" charset="0"/>
              <a:buNone/>
              <a:defRPr sz="1050" b="1" cap="none" baseline="0">
                <a:solidFill>
                  <a:schemeClr val="accent4"/>
                </a:solidFill>
              </a:defRPr>
            </a:lvl1pPr>
            <a:lvl2pPr marL="0" indent="0">
              <a:buFont typeface="Arial" panose="020B0604020202020204" pitchFamily="34" charset="0"/>
              <a:buNone/>
              <a:defRPr sz="1000" b="1" cap="all" baseline="0"/>
            </a:lvl2pPr>
            <a:lvl3pPr marL="0" indent="0">
              <a:buFont typeface="Arial" panose="020B0604020202020204" pitchFamily="34" charset="0"/>
              <a:buNone/>
              <a:defRPr sz="1000" b="1" cap="all" baseline="0"/>
            </a:lvl3pPr>
            <a:lvl4pPr marL="0" indent="0">
              <a:buFont typeface="Arial" panose="020B0604020202020204" pitchFamily="34" charset="0"/>
              <a:buNone/>
              <a:defRPr sz="1000" b="1" cap="all" baseline="0"/>
            </a:lvl4pPr>
            <a:lvl5pPr marL="0" indent="0">
              <a:buFont typeface="Arial" panose="020B0604020202020204" pitchFamily="34" charset="0"/>
              <a:buNone/>
              <a:defRPr sz="1000" b="1" cap="all" baseline="0"/>
            </a:lvl5pPr>
          </a:lstStyle>
          <a:p>
            <a:pPr lvl="0"/>
            <a:r>
              <a:rPr lang="en-US"/>
              <a:t>Short, concise header</a:t>
            </a:r>
          </a:p>
        </p:txBody>
      </p:sp>
      <p:sp>
        <p:nvSpPr>
          <p:cNvPr id="20" name="Content Placeholder 16">
            <a:extLst>
              <a:ext uri="{FF2B5EF4-FFF2-40B4-BE49-F238E27FC236}">
                <a16:creationId xmlns:a16="http://schemas.microsoft.com/office/drawing/2014/main" id="{4B8A1698-5E5D-E16C-4E96-C57892E0C837}"/>
              </a:ext>
            </a:extLst>
          </p:cNvPr>
          <p:cNvSpPr>
            <a:spLocks noGrp="1"/>
          </p:cNvSpPr>
          <p:nvPr>
            <p:ph sz="quarter" idx="19" hasCustomPrompt="1"/>
          </p:nvPr>
        </p:nvSpPr>
        <p:spPr>
          <a:xfrm>
            <a:off x="4634361" y="1622308"/>
            <a:ext cx="1989493" cy="723508"/>
          </a:xfrm>
        </p:spPr>
        <p:txBody>
          <a:bodyPr anchor="b"/>
          <a:lstStyle>
            <a:lvl1pPr marL="0" indent="0">
              <a:spcBef>
                <a:spcPts val="2400"/>
              </a:spcBef>
              <a:buClr>
                <a:schemeClr val="bg1"/>
              </a:buClr>
              <a:buFont typeface="Arial" panose="020B0604020202020204" pitchFamily="34" charset="0"/>
              <a:buNone/>
              <a:defRPr sz="4400" b="1" cap="none" baseline="0">
                <a:solidFill>
                  <a:schemeClr val="accent4"/>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XX%</a:t>
            </a:r>
          </a:p>
        </p:txBody>
      </p:sp>
      <p:pic>
        <p:nvPicPr>
          <p:cNvPr id="6" name="Graphic 5">
            <a:extLst>
              <a:ext uri="{FF2B5EF4-FFF2-40B4-BE49-F238E27FC236}">
                <a16:creationId xmlns:a16="http://schemas.microsoft.com/office/drawing/2014/main" id="{8B59AEC0-8228-7DF9-5E61-BD725271F385}"/>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34361" y="1522673"/>
            <a:ext cx="593744" cy="99635"/>
          </a:xfrm>
          <a:prstGeom prst="rect">
            <a:avLst/>
          </a:prstGeom>
        </p:spPr>
      </p:pic>
      <p:pic>
        <p:nvPicPr>
          <p:cNvPr id="7" name="Graphic 6">
            <a:extLst>
              <a:ext uri="{FF2B5EF4-FFF2-40B4-BE49-F238E27FC236}">
                <a16:creationId xmlns:a16="http://schemas.microsoft.com/office/drawing/2014/main" id="{2C80CFBF-73AD-8255-D1AC-52766D8A646D}"/>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82296" y="1522673"/>
            <a:ext cx="593744" cy="99635"/>
          </a:xfrm>
          <a:prstGeom prst="rect">
            <a:avLst/>
          </a:prstGeom>
        </p:spPr>
      </p:pic>
      <p:pic>
        <p:nvPicPr>
          <p:cNvPr id="12" name="Graphic 11">
            <a:extLst>
              <a:ext uri="{FF2B5EF4-FFF2-40B4-BE49-F238E27FC236}">
                <a16:creationId xmlns:a16="http://schemas.microsoft.com/office/drawing/2014/main" id="{8B9C8103-F420-2DA7-A7FD-50BDB4D34A46}"/>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854764" y="1522673"/>
            <a:ext cx="593744" cy="99635"/>
          </a:xfrm>
          <a:prstGeom prst="rect">
            <a:avLst/>
          </a:prstGeom>
        </p:spPr>
      </p:pic>
      <p:pic>
        <p:nvPicPr>
          <p:cNvPr id="2" name="Graphic 1">
            <a:extLst>
              <a:ext uri="{FF2B5EF4-FFF2-40B4-BE49-F238E27FC236}">
                <a16:creationId xmlns:a16="http://schemas.microsoft.com/office/drawing/2014/main" id="{EA282987-FC0C-CA4B-839D-C69001DF55A0}"/>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16200000">
            <a:off x="11384223" y="6170966"/>
            <a:ext cx="911645" cy="241661"/>
          </a:xfrm>
          <a:prstGeom prst="rect">
            <a:avLst/>
          </a:prstGeom>
        </p:spPr>
      </p:pic>
      <p:sp>
        <p:nvSpPr>
          <p:cNvPr id="3" name="Date Placeholder 2">
            <a:extLst>
              <a:ext uri="{FF2B5EF4-FFF2-40B4-BE49-F238E27FC236}">
                <a16:creationId xmlns:a16="http://schemas.microsoft.com/office/drawing/2014/main" id="{7D7FC531-4073-82FA-8B1C-5731114F1D4A}"/>
              </a:ext>
            </a:extLst>
          </p:cNvPr>
          <p:cNvSpPr>
            <a:spLocks noGrp="1"/>
          </p:cNvSpPr>
          <p:nvPr>
            <p:ph type="dt" sz="half" idx="21"/>
          </p:nvPr>
        </p:nvSpPr>
        <p:spPr/>
        <p:txBody>
          <a:bodyPr/>
          <a:lstStyle/>
          <a:p>
            <a:fld id="{B7EB65F7-02F7-4C03-9B5E-0F72A9F540CE}" type="datetime1">
              <a:rPr lang="en-US" smtClean="0"/>
              <a:pPr/>
              <a:t>4/17/24</a:t>
            </a:fld>
            <a:endParaRPr lang="en-US"/>
          </a:p>
        </p:txBody>
      </p:sp>
      <p:sp>
        <p:nvSpPr>
          <p:cNvPr id="17" name="Footer Placeholder 16">
            <a:extLst>
              <a:ext uri="{FF2B5EF4-FFF2-40B4-BE49-F238E27FC236}">
                <a16:creationId xmlns:a16="http://schemas.microsoft.com/office/drawing/2014/main" id="{23FE9CC2-650C-9517-5E65-904F5FF49E7E}"/>
              </a:ext>
            </a:extLst>
          </p:cNvPr>
          <p:cNvSpPr>
            <a:spLocks noGrp="1"/>
          </p:cNvSpPr>
          <p:nvPr>
            <p:ph type="ftr" sz="quarter" idx="22"/>
          </p:nvPr>
        </p:nvSpPr>
        <p:spPr/>
        <p:txBody>
          <a:bodyPr/>
          <a:lstStyle/>
          <a:p>
            <a:endParaRPr lang="en-US"/>
          </a:p>
        </p:txBody>
      </p:sp>
      <p:sp>
        <p:nvSpPr>
          <p:cNvPr id="21" name="Slide Number Placeholder 20">
            <a:extLst>
              <a:ext uri="{FF2B5EF4-FFF2-40B4-BE49-F238E27FC236}">
                <a16:creationId xmlns:a16="http://schemas.microsoft.com/office/drawing/2014/main" id="{0A39336A-5BD8-FB3A-1320-FA37A87BC0F6}"/>
              </a:ext>
            </a:extLst>
          </p:cNvPr>
          <p:cNvSpPr>
            <a:spLocks noGrp="1"/>
          </p:cNvSpPr>
          <p:nvPr>
            <p:ph type="sldNum" sz="quarter" idx="23"/>
          </p:nvPr>
        </p:nvSpPr>
        <p:spPr/>
        <p:txBody>
          <a:bodyPr/>
          <a:lstStyle/>
          <a:p>
            <a:fld id="{545951DD-1C6A-495F-8185-4C73F8F8B75A}" type="slidenum">
              <a:rPr lang="en-US" smtClean="0"/>
              <a:pPr/>
              <a:t>‹#›</a:t>
            </a:fld>
            <a:endParaRPr lang="en-US"/>
          </a:p>
        </p:txBody>
      </p:sp>
    </p:spTree>
    <p:extLst>
      <p:ext uri="{BB962C8B-B14F-4D97-AF65-F5344CB8AC3E}">
        <p14:creationId xmlns:p14="http://schemas.microsoft.com/office/powerpoint/2010/main" val="18147152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F5946-6C9B-4EA4-AE93-A7B01A157C5B}"/>
              </a:ext>
            </a:extLst>
          </p:cNvPr>
          <p:cNvSpPr>
            <a:spLocks noGrp="1"/>
          </p:cNvSpPr>
          <p:nvPr userDrawn="1">
            <p:ph type="title" hasCustomPrompt="1"/>
          </p:nvPr>
        </p:nvSpPr>
        <p:spPr>
          <a:xfrm>
            <a:off x="797174" y="970772"/>
            <a:ext cx="4453150" cy="1600200"/>
          </a:xfrm>
        </p:spPr>
        <p:txBody>
          <a:bodyPr anchor="b"/>
          <a:lstStyle>
            <a:lvl1pPr>
              <a:defRPr sz="4400">
                <a:solidFill>
                  <a:schemeClr val="tx1">
                    <a:lumMod val="95000"/>
                  </a:schemeClr>
                </a:solidFill>
              </a:defRPr>
            </a:lvl1pPr>
          </a:lstStyle>
          <a:p>
            <a:r>
              <a:rPr lang="en-US"/>
              <a:t>Content with Caption Layout</a:t>
            </a:r>
          </a:p>
        </p:txBody>
      </p:sp>
      <p:sp>
        <p:nvSpPr>
          <p:cNvPr id="3" name="Content Placeholder 2">
            <a:extLst>
              <a:ext uri="{FF2B5EF4-FFF2-40B4-BE49-F238E27FC236}">
                <a16:creationId xmlns:a16="http://schemas.microsoft.com/office/drawing/2014/main" id="{CF4F0041-77FC-4BF9-8586-A5C2EFFCCE9D}"/>
              </a:ext>
            </a:extLst>
          </p:cNvPr>
          <p:cNvSpPr>
            <a:spLocks noGrp="1"/>
          </p:cNvSpPr>
          <p:nvPr userDrawn="1">
            <p:ph idx="1"/>
          </p:nvPr>
        </p:nvSpPr>
        <p:spPr>
          <a:xfrm>
            <a:off x="797174" y="2836406"/>
            <a:ext cx="4627160" cy="2726857"/>
          </a:xfrm>
        </p:spPr>
        <p:txBody>
          <a:bodyPr/>
          <a:lstStyle>
            <a:lvl1pPr>
              <a:buClr>
                <a:schemeClr val="accent4"/>
              </a:buClr>
              <a:defRPr sz="1600"/>
            </a:lvl1pPr>
            <a:lvl2pPr>
              <a:spcBef>
                <a:spcPts val="500"/>
              </a:spcBef>
              <a:defRPr sz="1200"/>
            </a:lvl2pPr>
            <a:lvl3pPr>
              <a:defRPr sz="1100"/>
            </a:lvl3pPr>
            <a:lvl4pPr>
              <a:defRPr sz="1000"/>
            </a:lvl4pPr>
            <a:lvl5pPr>
              <a:defRPr sz="9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AFDB54C-1858-4207-918E-D18252F0AFB1}"/>
              </a:ext>
            </a:extLst>
          </p:cNvPr>
          <p:cNvSpPr>
            <a:spLocks noGrp="1"/>
          </p:cNvSpPr>
          <p:nvPr userDrawn="1">
            <p:ph type="body" sz="half" idx="2" hasCustomPrompt="1"/>
          </p:nvPr>
        </p:nvSpPr>
        <p:spPr>
          <a:xfrm>
            <a:off x="6221508" y="1503127"/>
            <a:ext cx="4941708" cy="3215568"/>
          </a:xfrm>
        </p:spPr>
        <p:txBody>
          <a:bodyPr anchor="ctr"/>
          <a:lstStyle>
            <a:lvl1pPr marL="0" indent="0" algn="ctr">
              <a:lnSpc>
                <a:spcPct val="100000"/>
              </a:lnSpc>
              <a:buNone/>
              <a:defRPr sz="3600" cap="none" spc="0" baseline="0">
                <a:solidFill>
                  <a:schemeClr val="accent4"/>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A punchy callout</a:t>
            </a:r>
            <a:br>
              <a:rPr lang="en-US"/>
            </a:br>
            <a:r>
              <a:rPr lang="en-US"/>
              <a:t>here to add visual impact. </a:t>
            </a:r>
          </a:p>
        </p:txBody>
      </p:sp>
      <p:sp>
        <p:nvSpPr>
          <p:cNvPr id="5" name="Date Placeholder 4">
            <a:extLst>
              <a:ext uri="{FF2B5EF4-FFF2-40B4-BE49-F238E27FC236}">
                <a16:creationId xmlns:a16="http://schemas.microsoft.com/office/drawing/2014/main" id="{5E238970-FAD6-429C-AC16-C5086F6EFA3F}"/>
              </a:ext>
            </a:extLst>
          </p:cNvPr>
          <p:cNvSpPr>
            <a:spLocks noGrp="1"/>
          </p:cNvSpPr>
          <p:nvPr userDrawn="1">
            <p:ph type="dt" sz="half" idx="10"/>
          </p:nvPr>
        </p:nvSpPr>
        <p:spPr/>
        <p:txBody>
          <a:bodyPr/>
          <a:lstStyle/>
          <a:p>
            <a:fld id="{141626D5-1C9F-41BC-98D1-440026FFA664}" type="datetime1">
              <a:rPr lang="en-US" smtClean="0"/>
              <a:t>4/17/24</a:t>
            </a:fld>
            <a:endParaRPr lang="en-US"/>
          </a:p>
        </p:txBody>
      </p:sp>
      <p:sp>
        <p:nvSpPr>
          <p:cNvPr id="6" name="Footer Placeholder 5">
            <a:extLst>
              <a:ext uri="{FF2B5EF4-FFF2-40B4-BE49-F238E27FC236}">
                <a16:creationId xmlns:a16="http://schemas.microsoft.com/office/drawing/2014/main" id="{D3837E6D-BA60-432D-8761-85066714E07C}"/>
              </a:ext>
            </a:extLst>
          </p:cNvPr>
          <p:cNvSpPr>
            <a:spLocks noGrp="1"/>
          </p:cNvSpPr>
          <p:nvPr userDrawn="1">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7C796D2-2224-4806-B254-DD2EDFC38195}"/>
              </a:ext>
            </a:extLst>
          </p:cNvPr>
          <p:cNvSpPr>
            <a:spLocks noGrp="1"/>
          </p:cNvSpPr>
          <p:nvPr userDrawn="1">
            <p:ph type="sldNum" sz="quarter" idx="12"/>
          </p:nvPr>
        </p:nvSpPr>
        <p:spPr/>
        <p:txBody>
          <a:bodyPr/>
          <a:lstStyle/>
          <a:p>
            <a:fld id="{545951DD-1C6A-495F-8185-4C73F8F8B75A}" type="slidenum">
              <a:rPr lang="en-US" smtClean="0"/>
              <a:t>‹#›</a:t>
            </a:fld>
            <a:endParaRPr lang="en-US"/>
          </a:p>
        </p:txBody>
      </p:sp>
      <p:sp>
        <p:nvSpPr>
          <p:cNvPr id="18" name="Freeform: Shape 17">
            <a:extLst>
              <a:ext uri="{FF2B5EF4-FFF2-40B4-BE49-F238E27FC236}">
                <a16:creationId xmlns:a16="http://schemas.microsoft.com/office/drawing/2014/main" id="{56344645-9AF0-407C-B7FD-D98F3648AF6E}"/>
              </a:ext>
            </a:extLst>
          </p:cNvPr>
          <p:cNvSpPr/>
          <p:nvPr userDrawn="1"/>
        </p:nvSpPr>
        <p:spPr>
          <a:xfrm>
            <a:off x="15200015" y="1011086"/>
            <a:ext cx="25276" cy="1481"/>
          </a:xfrm>
          <a:custGeom>
            <a:avLst/>
            <a:gdLst>
              <a:gd name="connsiteX0" fmla="*/ 16254 w 25276"/>
              <a:gd name="connsiteY0" fmla="*/ -572 h 1481"/>
              <a:gd name="connsiteX1" fmla="*/ 14378 w 25276"/>
              <a:gd name="connsiteY1" fmla="*/ 909 h 1481"/>
              <a:gd name="connsiteX2" fmla="*/ 39655 w 25276"/>
              <a:gd name="connsiteY2" fmla="*/ -572 h 1481"/>
            </a:gdLst>
            <a:ahLst/>
            <a:cxnLst>
              <a:cxn ang="0">
                <a:pos x="connsiteX0" y="connsiteY0"/>
              </a:cxn>
              <a:cxn ang="0">
                <a:pos x="connsiteX1" y="connsiteY1"/>
              </a:cxn>
              <a:cxn ang="0">
                <a:pos x="connsiteX2" y="connsiteY2"/>
              </a:cxn>
            </a:cxnLst>
            <a:rect l="l" t="t" r="r" b="b"/>
            <a:pathLst>
              <a:path w="25276" h="1481">
                <a:moveTo>
                  <a:pt x="16254" y="-572"/>
                </a:moveTo>
                <a:cubicBezTo>
                  <a:pt x="15625" y="-82"/>
                  <a:pt x="15007" y="419"/>
                  <a:pt x="14378" y="909"/>
                </a:cubicBezTo>
                <a:cubicBezTo>
                  <a:pt x="22818" y="494"/>
                  <a:pt x="31244" y="0"/>
                  <a:pt x="39655" y="-572"/>
                </a:cubicBezTo>
                <a:close/>
              </a:path>
            </a:pathLst>
          </a:custGeom>
          <a:solidFill>
            <a:srgbClr val="1A1D54"/>
          </a:solidFill>
          <a:ln w="557" cap="flat">
            <a:noFill/>
            <a:prstDash val="solid"/>
            <a:miter/>
          </a:ln>
        </p:spPr>
        <p:txBody>
          <a:bodyPr rtlCol="0" anchor="ctr"/>
          <a:lstStyle/>
          <a:p>
            <a:endParaRPr lang="en-US"/>
          </a:p>
        </p:txBody>
      </p:sp>
      <p:pic>
        <p:nvPicPr>
          <p:cNvPr id="8" name="Picture 7">
            <a:extLst>
              <a:ext uri="{FF2B5EF4-FFF2-40B4-BE49-F238E27FC236}">
                <a16:creationId xmlns:a16="http://schemas.microsoft.com/office/drawing/2014/main" id="{35BA5593-A016-57E4-EB26-180E3F5F2DFD}"/>
              </a:ext>
            </a:extLst>
          </p:cNvPr>
          <p:cNvPicPr>
            <a:picLocks noChangeAspect="1"/>
          </p:cNvPicPr>
          <p:nvPr userDrawn="1"/>
        </p:nvPicPr>
        <p:blipFill>
          <a:blip r:embed="rId2"/>
          <a:stretch>
            <a:fillRect/>
          </a:stretch>
        </p:blipFill>
        <p:spPr>
          <a:xfrm>
            <a:off x="0" y="0"/>
            <a:ext cx="12192000" cy="304800"/>
          </a:xfrm>
          <a:prstGeom prst="rect">
            <a:avLst/>
          </a:prstGeom>
        </p:spPr>
      </p:pic>
    </p:spTree>
    <p:extLst>
      <p:ext uri="{BB962C8B-B14F-4D97-AF65-F5344CB8AC3E}">
        <p14:creationId xmlns:p14="http://schemas.microsoft.com/office/powerpoint/2010/main" val="49928852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Simple Title and Text">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6A9C61D-9E7D-3E0C-5D3B-DEC3A560C365}"/>
              </a:ext>
            </a:extLst>
          </p:cNvPr>
          <p:cNvSpPr/>
          <p:nvPr userDrawn="1"/>
        </p:nvSpPr>
        <p:spPr>
          <a:xfrm>
            <a:off x="722489" y="752798"/>
            <a:ext cx="11469511" cy="611587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1078526" y="2460663"/>
            <a:ext cx="3614593" cy="2006284"/>
          </a:xfrm>
        </p:spPr>
        <p:txBody>
          <a:bodyPr anchor="ctr"/>
          <a:lstStyle>
            <a:lvl1pPr>
              <a:defRPr>
                <a:solidFill>
                  <a:schemeClr val="tx1"/>
                </a:solidFill>
              </a:defRPr>
            </a:lvl1pPr>
          </a:lstStyle>
          <a:p>
            <a:r>
              <a:rPr lang="en-US"/>
              <a:t>Simple Title and Content</a:t>
            </a:r>
          </a:p>
        </p:txBody>
      </p:sp>
      <p:sp>
        <p:nvSpPr>
          <p:cNvPr id="3" name="Date Placeholder 2">
            <a:extLst>
              <a:ext uri="{FF2B5EF4-FFF2-40B4-BE49-F238E27FC236}">
                <a16:creationId xmlns:a16="http://schemas.microsoft.com/office/drawing/2014/main" id="{51D445D6-5ADC-4843-8D7E-04C5B3DA43D2}"/>
              </a:ext>
            </a:extLst>
          </p:cNvPr>
          <p:cNvSpPr>
            <a:spLocks noGrp="1"/>
          </p:cNvSpPr>
          <p:nvPr>
            <p:ph type="dt" sz="half" idx="10"/>
          </p:nvPr>
        </p:nvSpPr>
        <p:spPr/>
        <p:txBody>
          <a:bodyPr/>
          <a:lstStyle/>
          <a:p>
            <a:fld id="{DD504963-5C48-4A20-B6E4-936A3248B6D6}" type="datetime1">
              <a:rPr lang="en-US" smtClean="0"/>
              <a:t>4/17/24</a:t>
            </a:fld>
            <a:endParaRPr lang="en-US"/>
          </a:p>
        </p:txBody>
      </p:sp>
      <p:sp>
        <p:nvSpPr>
          <p:cNvPr id="4" name="Footer Placeholder 3">
            <a:extLst>
              <a:ext uri="{FF2B5EF4-FFF2-40B4-BE49-F238E27FC236}">
                <a16:creationId xmlns:a16="http://schemas.microsoft.com/office/drawing/2014/main" id="{932DC89B-4068-48CC-854E-8194F94552EB}"/>
              </a:ext>
            </a:extLst>
          </p:cNvPr>
          <p:cNvSpPr>
            <a:spLocks noGrp="1"/>
          </p:cNvSpPr>
          <p:nvPr>
            <p:ph type="ftr" sz="quarter" idx="11"/>
          </p:nvPr>
        </p:nvSpPr>
        <p:spPr>
          <a:xfrm>
            <a:off x="960835" y="6394105"/>
            <a:ext cx="9693913" cy="365125"/>
          </a:xfrm>
        </p:spPr>
        <p:txBody>
          <a:bodyPr/>
          <a:lstStyle/>
          <a:p>
            <a:endParaRPr lang="en-US"/>
          </a:p>
        </p:txBody>
      </p:sp>
      <p:sp>
        <p:nvSpPr>
          <p:cNvPr id="5" name="Slide Number Placeholder 4">
            <a:extLst>
              <a:ext uri="{FF2B5EF4-FFF2-40B4-BE49-F238E27FC236}">
                <a16:creationId xmlns:a16="http://schemas.microsoft.com/office/drawing/2014/main" id="{98566F4F-6CDA-49B4-ABC2-47547186B62E}"/>
              </a:ext>
            </a:extLst>
          </p:cNvPr>
          <p:cNvSpPr>
            <a:spLocks noGrp="1"/>
          </p:cNvSpPr>
          <p:nvPr>
            <p:ph type="sldNum" sz="quarter" idx="12"/>
          </p:nvPr>
        </p:nvSpPr>
        <p:spPr>
          <a:ln>
            <a:solidFill>
              <a:schemeClr val="tx1"/>
            </a:solidFill>
          </a:ln>
        </p:spPr>
        <p:txBody>
          <a:bodyPr/>
          <a:lstStyle>
            <a:lvl1pPr>
              <a:defRPr>
                <a:solidFill>
                  <a:schemeClr val="tx1"/>
                </a:solidFill>
              </a:defRPr>
            </a:lvl1pPr>
          </a:lstStyle>
          <a:p>
            <a:fld id="{545951DD-1C6A-495F-8185-4C73F8F8B75A}" type="slidenum">
              <a:rPr lang="en-US" smtClean="0"/>
              <a:pPr/>
              <a:t>‹#›</a:t>
            </a:fld>
            <a:endParaRPr lang="en-US"/>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5153856" y="999455"/>
            <a:ext cx="6259364" cy="4859089"/>
          </a:xfrm>
        </p:spPr>
        <p:txBody>
          <a:bodyPr anchor="ctr"/>
          <a:lstStyle>
            <a:lvl1pPr>
              <a:buClr>
                <a:schemeClr val="accent3"/>
              </a:buClr>
              <a:defRPr>
                <a:solidFill>
                  <a:schemeClr val="tx1"/>
                </a:solidFill>
              </a:defRPr>
            </a:lvl1pPr>
            <a:lvl2pPr>
              <a:spcBef>
                <a:spcPts val="500"/>
              </a:spcBef>
              <a:defRPr>
                <a:solidFill>
                  <a:schemeClr val="tx1"/>
                </a:solidFill>
              </a:defRPr>
            </a:lvl2pPr>
            <a:lvl3pPr>
              <a:buClr>
                <a:schemeClr val="tx1"/>
              </a:buClr>
              <a:defRPr>
                <a:solidFill>
                  <a:schemeClr val="tx1"/>
                </a:solidFill>
              </a:defRPr>
            </a:lvl3pPr>
            <a:lvl4pPr>
              <a:buClr>
                <a:schemeClr val="tx1"/>
              </a:buClr>
              <a:defRPr>
                <a:solidFill>
                  <a:schemeClr val="tx1"/>
                </a:solidFill>
              </a:defRPr>
            </a:lvl4pPr>
            <a:lvl5pPr>
              <a:buClr>
                <a:schemeClr val="tx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29" name="Group 28">
            <a:extLst>
              <a:ext uri="{FF2B5EF4-FFF2-40B4-BE49-F238E27FC236}">
                <a16:creationId xmlns:a16="http://schemas.microsoft.com/office/drawing/2014/main" id="{D47E555F-0D85-4723-A517-43C422829B5D}"/>
              </a:ext>
            </a:extLst>
          </p:cNvPr>
          <p:cNvGrpSpPr/>
          <p:nvPr userDrawn="1"/>
        </p:nvGrpSpPr>
        <p:grpSpPr>
          <a:xfrm>
            <a:off x="11719136" y="5836046"/>
            <a:ext cx="242400" cy="912229"/>
            <a:chOff x="11719136" y="5836046"/>
            <a:chExt cx="242400" cy="912229"/>
          </a:xfrm>
          <a:solidFill>
            <a:schemeClr val="tx1"/>
          </a:solidFill>
        </p:grpSpPr>
        <p:grpSp>
          <p:nvGrpSpPr>
            <p:cNvPr id="6" name="Group 5">
              <a:extLst>
                <a:ext uri="{FF2B5EF4-FFF2-40B4-BE49-F238E27FC236}">
                  <a16:creationId xmlns:a16="http://schemas.microsoft.com/office/drawing/2014/main" id="{1D3CDFC5-BA44-4467-B5AE-AFC3588EE604}"/>
                </a:ext>
              </a:extLst>
            </p:cNvPr>
            <p:cNvGrpSpPr/>
            <p:nvPr userDrawn="1"/>
          </p:nvGrpSpPr>
          <p:grpSpPr>
            <a:xfrm>
              <a:off x="11742577" y="5836046"/>
              <a:ext cx="183640" cy="668800"/>
              <a:chOff x="11742577" y="5836046"/>
              <a:chExt cx="183640" cy="668800"/>
            </a:xfrm>
            <a:grpFill/>
          </p:grpSpPr>
          <p:sp>
            <p:nvSpPr>
              <p:cNvPr id="10" name="Freeform: Shape 9">
                <a:extLst>
                  <a:ext uri="{FF2B5EF4-FFF2-40B4-BE49-F238E27FC236}">
                    <a16:creationId xmlns:a16="http://schemas.microsoft.com/office/drawing/2014/main" id="{9F852FCB-CE46-4141-8584-7A33EC8EE2DF}"/>
                  </a:ext>
                </a:extLst>
              </p:cNvPr>
              <p:cNvSpPr/>
              <p:nvPr/>
            </p:nvSpPr>
            <p:spPr>
              <a:xfrm rot="16200000">
                <a:off x="11842762" y="6422473"/>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03822D02-28B3-4B18-A15A-906975B5FCC9}"/>
                  </a:ext>
                </a:extLst>
              </p:cNvPr>
              <p:cNvSpPr/>
              <p:nvPr/>
            </p:nvSpPr>
            <p:spPr>
              <a:xfrm rot="16200000">
                <a:off x="11876278" y="6351541"/>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196F58A7-A506-424F-8369-192906B366D3}"/>
                  </a:ext>
                </a:extLst>
              </p:cNvPr>
              <p:cNvSpPr/>
              <p:nvPr/>
            </p:nvSpPr>
            <p:spPr>
              <a:xfrm rot="16200000">
                <a:off x="11844470" y="6285084"/>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DF039984-AA97-4D54-A531-C3FE90D75554}"/>
                  </a:ext>
                </a:extLst>
              </p:cNvPr>
              <p:cNvSpPr/>
              <p:nvPr/>
            </p:nvSpPr>
            <p:spPr>
              <a:xfrm rot="16200000">
                <a:off x="11740880" y="6121297"/>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F62E2389-961E-4B08-B1DE-BC15695B04E7}"/>
                  </a:ext>
                </a:extLst>
              </p:cNvPr>
              <p:cNvSpPr/>
              <p:nvPr/>
            </p:nvSpPr>
            <p:spPr>
              <a:xfrm rot="16200000">
                <a:off x="11736724" y="631467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7D406465-38D1-4E50-B13D-8F4966CFDA16}"/>
                  </a:ext>
                </a:extLst>
              </p:cNvPr>
              <p:cNvSpPr/>
              <p:nvPr/>
            </p:nvSpPr>
            <p:spPr>
              <a:xfrm rot="16200000">
                <a:off x="11840565" y="6181884"/>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D14F231A-F7C7-4721-B2EB-1572666A9505}"/>
                  </a:ext>
                </a:extLst>
              </p:cNvPr>
              <p:cNvSpPr/>
              <p:nvPr/>
            </p:nvSpPr>
            <p:spPr>
              <a:xfrm rot="16200000">
                <a:off x="11838871" y="5968459"/>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5D050063-EE48-4966-9A74-A2586B586A30}"/>
                  </a:ext>
                </a:extLst>
              </p:cNvPr>
              <p:cNvSpPr/>
              <p:nvPr/>
            </p:nvSpPr>
            <p:spPr>
              <a:xfrm rot="16200000">
                <a:off x="11738914" y="5861336"/>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29F9D9D3-267B-4E02-93F0-495C0FE17721}"/>
                  </a:ext>
                </a:extLst>
              </p:cNvPr>
              <p:cNvSpPr/>
              <p:nvPr/>
            </p:nvSpPr>
            <p:spPr>
              <a:xfrm rot="16200000">
                <a:off x="11915094" y="5839103"/>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1B8E4094-9A8A-487C-A7E9-7B4D50D7E2A8}"/>
                  </a:ext>
                </a:extLst>
              </p:cNvPr>
              <p:cNvSpPr/>
              <p:nvPr/>
            </p:nvSpPr>
            <p:spPr>
              <a:xfrm rot="16200000">
                <a:off x="11911385" y="5836046"/>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8CEED2F4-7356-451B-AFAB-C5255759D232}"/>
                  </a:ext>
                </a:extLst>
              </p:cNvPr>
              <p:cNvSpPr/>
              <p:nvPr/>
            </p:nvSpPr>
            <p:spPr>
              <a:xfrm rot="16200000">
                <a:off x="11842096" y="6075915"/>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53B72A06-8A8C-4C7F-80B7-D900056650C4}"/>
                  </a:ext>
                </a:extLst>
              </p:cNvPr>
              <p:cNvSpPr/>
              <p:nvPr/>
            </p:nvSpPr>
            <p:spPr>
              <a:xfrm rot="16200000">
                <a:off x="11772680" y="6057282"/>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4781A27-A8C8-4EB1-B9C0-C584F71FAE07}"/>
                  </a:ext>
                </a:extLst>
              </p:cNvPr>
              <p:cNvSpPr/>
              <p:nvPr/>
            </p:nvSpPr>
            <p:spPr>
              <a:xfrm rot="16200000">
                <a:off x="11723697" y="5975905"/>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C3E3E83D-DBC3-42FD-939D-CB8154F9D736}"/>
                  </a:ext>
                </a:extLst>
              </p:cNvPr>
              <p:cNvSpPr/>
              <p:nvPr/>
            </p:nvSpPr>
            <p:spPr>
              <a:xfrm rot="16200000">
                <a:off x="11734572" y="6216253"/>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1AE53000-73F6-4983-9130-2590CBB7BC1B}"/>
                  </a:ext>
                </a:extLst>
              </p:cNvPr>
              <p:cNvSpPr/>
              <p:nvPr/>
            </p:nvSpPr>
            <p:spPr>
              <a:xfrm rot="16200000">
                <a:off x="11838871" y="5861062"/>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9236FA0D-A61D-4D22-8102-1CB053CA4C0E}"/>
                  </a:ext>
                </a:extLst>
              </p:cNvPr>
              <p:cNvSpPr/>
              <p:nvPr/>
            </p:nvSpPr>
            <p:spPr>
              <a:xfrm rot="16200000">
                <a:off x="11732614" y="6415924"/>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grpSp>
        <p:grpSp>
          <p:nvGrpSpPr>
            <p:cNvPr id="7" name="Group 6">
              <a:extLst>
                <a:ext uri="{FF2B5EF4-FFF2-40B4-BE49-F238E27FC236}">
                  <a16:creationId xmlns:a16="http://schemas.microsoft.com/office/drawing/2014/main" id="{7ABC3142-72CC-4A6C-9F56-470F51A4EE95}"/>
                </a:ext>
              </a:extLst>
            </p:cNvPr>
            <p:cNvGrpSpPr/>
            <p:nvPr userDrawn="1"/>
          </p:nvGrpSpPr>
          <p:grpSpPr>
            <a:xfrm>
              <a:off x="11719136" y="6522150"/>
              <a:ext cx="242400" cy="226125"/>
              <a:chOff x="11719136" y="6522150"/>
              <a:chExt cx="242400" cy="226125"/>
            </a:xfrm>
            <a:grpFill/>
          </p:grpSpPr>
          <p:sp>
            <p:nvSpPr>
              <p:cNvPr id="27" name="Freeform: Shape 26">
                <a:extLst>
                  <a:ext uri="{FF2B5EF4-FFF2-40B4-BE49-F238E27FC236}">
                    <a16:creationId xmlns:a16="http://schemas.microsoft.com/office/drawing/2014/main" id="{70E63281-2494-4AAB-9C91-8A3D0C70317B}"/>
                  </a:ext>
                </a:extLst>
              </p:cNvPr>
              <p:cNvSpPr/>
              <p:nvPr/>
            </p:nvSpPr>
            <p:spPr>
              <a:xfrm rot="16200000">
                <a:off x="11727273" y="6514013"/>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7340BF95-9B53-4193-96F9-F88955D92134}"/>
                  </a:ext>
                </a:extLst>
              </p:cNvPr>
              <p:cNvSpPr/>
              <p:nvPr/>
            </p:nvSpPr>
            <p:spPr>
              <a:xfrm rot="16200000">
                <a:off x="11731706" y="6640610"/>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84692509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Simple Title and Text - Teal">
    <p:bg>
      <p:bgPr>
        <a:solidFill>
          <a:schemeClr val="accent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C3687B6-8933-6A48-5705-8FF4F705B41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1" r="221"/>
          <a:stretch/>
        </p:blipFill>
        <p:spPr>
          <a:xfrm flipV="1">
            <a:off x="9014" y="0"/>
            <a:ext cx="12182985" cy="6881992"/>
          </a:xfrm>
          <a:prstGeom prst="rect">
            <a:avLst/>
          </a:prstGeom>
        </p:spPr>
      </p:pic>
      <p:sp>
        <p:nvSpPr>
          <p:cNvPr id="6" name="Rectangle 5">
            <a:extLst>
              <a:ext uri="{FF2B5EF4-FFF2-40B4-BE49-F238E27FC236}">
                <a16:creationId xmlns:a16="http://schemas.microsoft.com/office/drawing/2014/main" id="{3551CF6F-448F-2E2B-E0E0-371F7FCDCD74}"/>
              </a:ext>
            </a:extLst>
          </p:cNvPr>
          <p:cNvSpPr/>
          <p:nvPr userDrawn="1"/>
        </p:nvSpPr>
        <p:spPr>
          <a:xfrm>
            <a:off x="0" y="-913"/>
            <a:ext cx="11295529" cy="611587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624949" y="2460663"/>
            <a:ext cx="3614593" cy="2006284"/>
          </a:xfrm>
        </p:spPr>
        <p:txBody>
          <a:bodyPr anchor="ctr"/>
          <a:lstStyle>
            <a:lvl1pPr>
              <a:defRPr>
                <a:solidFill>
                  <a:schemeClr val="bg1"/>
                </a:solidFill>
              </a:defRPr>
            </a:lvl1pPr>
          </a:lstStyle>
          <a:p>
            <a:r>
              <a:rPr lang="en-US"/>
              <a:t>Simple Title and Content</a:t>
            </a:r>
          </a:p>
        </p:txBody>
      </p:sp>
      <p:sp>
        <p:nvSpPr>
          <p:cNvPr id="3" name="Date Placeholder 2">
            <a:extLst>
              <a:ext uri="{FF2B5EF4-FFF2-40B4-BE49-F238E27FC236}">
                <a16:creationId xmlns:a16="http://schemas.microsoft.com/office/drawing/2014/main" id="{51D445D6-5ADC-4843-8D7E-04C5B3DA43D2}"/>
              </a:ext>
            </a:extLst>
          </p:cNvPr>
          <p:cNvSpPr>
            <a:spLocks noGrp="1"/>
          </p:cNvSpPr>
          <p:nvPr>
            <p:ph type="dt" sz="half" idx="10"/>
          </p:nvPr>
        </p:nvSpPr>
        <p:spPr/>
        <p:txBody>
          <a:bodyPr/>
          <a:lstStyle>
            <a:lvl1pPr>
              <a:defRPr>
                <a:solidFill>
                  <a:schemeClr val="bg1"/>
                </a:solidFill>
              </a:defRPr>
            </a:lvl1pPr>
          </a:lstStyle>
          <a:p>
            <a:fld id="{DD504963-5C48-4A20-B6E4-936A3248B6D6}" type="datetime1">
              <a:rPr lang="en-US" smtClean="0"/>
              <a:pPr/>
              <a:t>4/17/24</a:t>
            </a:fld>
            <a:endParaRPr lang="en-US"/>
          </a:p>
        </p:txBody>
      </p:sp>
      <p:sp>
        <p:nvSpPr>
          <p:cNvPr id="4" name="Footer Placeholder 3">
            <a:extLst>
              <a:ext uri="{FF2B5EF4-FFF2-40B4-BE49-F238E27FC236}">
                <a16:creationId xmlns:a16="http://schemas.microsoft.com/office/drawing/2014/main" id="{932DC89B-4068-48CC-854E-8194F94552EB}"/>
              </a:ext>
            </a:extLst>
          </p:cNvPr>
          <p:cNvSpPr>
            <a:spLocks noGrp="1"/>
          </p:cNvSpPr>
          <p:nvPr>
            <p:ph type="ftr" sz="quarter" idx="11"/>
          </p:nvPr>
        </p:nvSpPr>
        <p:spPr>
          <a:xfrm>
            <a:off x="342901" y="6394105"/>
            <a:ext cx="10311847" cy="365125"/>
          </a:xfrm>
        </p:spPr>
        <p:txBody>
          <a:bodyPr/>
          <a:lstStyle>
            <a:lvl1pPr>
              <a:defRPr>
                <a:solidFill>
                  <a:schemeClr val="bg1"/>
                </a:solidFill>
              </a:defRPr>
            </a:lvl1pPr>
          </a:lstStyle>
          <a:p>
            <a:endParaRPr lang="en-US"/>
          </a:p>
        </p:txBody>
      </p:sp>
      <p:sp>
        <p:nvSpPr>
          <p:cNvPr id="5" name="Slide Number Placeholder 4">
            <a:extLst>
              <a:ext uri="{FF2B5EF4-FFF2-40B4-BE49-F238E27FC236}">
                <a16:creationId xmlns:a16="http://schemas.microsoft.com/office/drawing/2014/main" id="{98566F4F-6CDA-49B4-ABC2-47547186B62E}"/>
              </a:ext>
            </a:extLst>
          </p:cNvPr>
          <p:cNvSpPr>
            <a:spLocks noGrp="1"/>
          </p:cNvSpPr>
          <p:nvPr>
            <p:ph type="sldNum" sz="quarter" idx="12"/>
          </p:nvPr>
        </p:nvSpPr>
        <p:spPr>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4693701" y="999455"/>
            <a:ext cx="6265942" cy="4859089"/>
          </a:xfrm>
        </p:spPr>
        <p:txBody>
          <a:bodyPr anchor="ctr"/>
          <a:lstStyle>
            <a:lvl1pPr>
              <a:buClr>
                <a:schemeClr val="bg1"/>
              </a:buClr>
              <a:defRPr>
                <a:solidFill>
                  <a:schemeClr val="bg1"/>
                </a:solidFill>
              </a:defRPr>
            </a:lvl1pPr>
            <a:lvl2pPr>
              <a:spcBef>
                <a:spcPts val="500"/>
              </a:spcBef>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1" name="Graphic 11">
            <a:extLst>
              <a:ext uri="{FF2B5EF4-FFF2-40B4-BE49-F238E27FC236}">
                <a16:creationId xmlns:a16="http://schemas.microsoft.com/office/drawing/2014/main" id="{1D223314-6776-43FA-8398-50710337EF4D}"/>
              </a:ext>
            </a:extLst>
          </p:cNvPr>
          <p:cNvGrpSpPr/>
          <p:nvPr userDrawn="1"/>
        </p:nvGrpSpPr>
        <p:grpSpPr>
          <a:xfrm rot="16200000">
            <a:off x="11384220" y="6170961"/>
            <a:ext cx="912230" cy="242400"/>
            <a:chOff x="11384220" y="6170961"/>
            <a:chExt cx="912230" cy="242400"/>
          </a:xfrm>
          <a:solidFill>
            <a:schemeClr val="bg1"/>
          </a:solidFill>
        </p:grpSpPr>
        <p:sp>
          <p:nvSpPr>
            <p:cNvPr id="12" name="Freeform: Shape 11">
              <a:extLst>
                <a:ext uri="{FF2B5EF4-FFF2-40B4-BE49-F238E27FC236}">
                  <a16:creationId xmlns:a16="http://schemas.microsoft.com/office/drawing/2014/main" id="{7DD1129A-3BCF-4E47-9343-38651B5C2734}"/>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8D3A2FF2-1C7F-4903-8120-73B1BD1AE704}"/>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74828876-584A-465E-BF7C-7D30C52EE24C}"/>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E602F55C-CC01-4AF8-91DE-699E87F3EDA5}"/>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3D94E456-D628-4E5A-8394-56CAB4C4F22A}"/>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581B895A-8949-4D10-9209-38C95C5A5A14}"/>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9D5F80D1-5F76-4BC0-B24A-556C6B6776DA}"/>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6DD91E2-175E-460A-8394-8F84F02F28F5}"/>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464C6CA2-76BC-4C66-81D8-2442FA5B0D53}"/>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E38DAC1B-E4F0-4BC2-85B0-DFAAE737DFC8}"/>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1D606B14-9D50-4BF5-B04B-78AC9CBD06E2}"/>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0B60096A-0E4C-4CB6-9B15-E89731DF3E7F}"/>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C43C6376-F9E1-46BE-9AD0-4B3E82F4EB68}"/>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6453BD17-1909-444C-9889-2804F28A8F68}"/>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96F61F40-69D4-4967-9506-824EDC894163}"/>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DC06F201-CB4E-42E6-869E-2FE328AB6D61}"/>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CD3C817A-5338-4FC4-8ECB-03A73E66FA72}"/>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0640385-811A-4C22-AC7F-0D53BBE765D8}"/>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spTree>
    <p:extLst>
      <p:ext uri="{BB962C8B-B14F-4D97-AF65-F5344CB8AC3E}">
        <p14:creationId xmlns:p14="http://schemas.microsoft.com/office/powerpoint/2010/main" val="2530349316"/>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imple Title and Text - Aqua">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1A04B8B-6E7C-5FE5-7013-3202719F08E0}"/>
              </a:ext>
            </a:extLst>
          </p:cNvPr>
          <p:cNvSpPr/>
          <p:nvPr userDrawn="1"/>
        </p:nvSpPr>
        <p:spPr>
          <a:xfrm>
            <a:off x="0" y="742123"/>
            <a:ext cx="11295529" cy="611587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624949" y="2460663"/>
            <a:ext cx="3614593" cy="2006284"/>
          </a:xfrm>
        </p:spPr>
        <p:txBody>
          <a:bodyPr anchor="ctr"/>
          <a:lstStyle>
            <a:lvl1pPr>
              <a:defRPr>
                <a:solidFill>
                  <a:schemeClr val="bg1"/>
                </a:solidFill>
              </a:defRPr>
            </a:lvl1pPr>
          </a:lstStyle>
          <a:p>
            <a:r>
              <a:rPr lang="en-US"/>
              <a:t>Simple Title and Content</a:t>
            </a:r>
          </a:p>
        </p:txBody>
      </p:sp>
      <p:sp>
        <p:nvSpPr>
          <p:cNvPr id="3" name="Date Placeholder 2">
            <a:extLst>
              <a:ext uri="{FF2B5EF4-FFF2-40B4-BE49-F238E27FC236}">
                <a16:creationId xmlns:a16="http://schemas.microsoft.com/office/drawing/2014/main" id="{51D445D6-5ADC-4843-8D7E-04C5B3DA43D2}"/>
              </a:ext>
            </a:extLst>
          </p:cNvPr>
          <p:cNvSpPr>
            <a:spLocks noGrp="1"/>
          </p:cNvSpPr>
          <p:nvPr>
            <p:ph type="dt" sz="half" idx="10"/>
          </p:nvPr>
        </p:nvSpPr>
        <p:spPr/>
        <p:txBody>
          <a:bodyPr/>
          <a:lstStyle/>
          <a:p>
            <a:fld id="{DD504963-5C48-4A20-B6E4-936A3248B6D6}" type="datetime1">
              <a:rPr lang="en-US" smtClean="0"/>
              <a:t>4/17/24</a:t>
            </a:fld>
            <a:endParaRPr lang="en-US"/>
          </a:p>
        </p:txBody>
      </p:sp>
      <p:sp>
        <p:nvSpPr>
          <p:cNvPr id="4" name="Footer Placeholder 3">
            <a:extLst>
              <a:ext uri="{FF2B5EF4-FFF2-40B4-BE49-F238E27FC236}">
                <a16:creationId xmlns:a16="http://schemas.microsoft.com/office/drawing/2014/main" id="{932DC89B-4068-48CC-854E-8194F94552EB}"/>
              </a:ext>
            </a:extLst>
          </p:cNvPr>
          <p:cNvSpPr>
            <a:spLocks noGrp="1"/>
          </p:cNvSpPr>
          <p:nvPr>
            <p:ph type="ftr" sz="quarter" idx="11"/>
          </p:nvPr>
        </p:nvSpPr>
        <p:spPr>
          <a:xfrm>
            <a:off x="342901" y="6394105"/>
            <a:ext cx="10311847" cy="365125"/>
          </a:xfrm>
        </p:spPr>
        <p:txBody>
          <a:bodyPr/>
          <a:lstStyle>
            <a:lvl1pPr>
              <a:defRPr>
                <a:solidFill>
                  <a:schemeClr val="bg1"/>
                </a:solidFill>
              </a:defRPr>
            </a:lvl1pPr>
          </a:lstStyle>
          <a:p>
            <a:endParaRPr lang="en-US"/>
          </a:p>
        </p:txBody>
      </p:sp>
      <p:sp>
        <p:nvSpPr>
          <p:cNvPr id="5" name="Slide Number Placeholder 4">
            <a:extLst>
              <a:ext uri="{FF2B5EF4-FFF2-40B4-BE49-F238E27FC236}">
                <a16:creationId xmlns:a16="http://schemas.microsoft.com/office/drawing/2014/main" id="{98566F4F-6CDA-49B4-ABC2-47547186B62E}"/>
              </a:ext>
            </a:extLst>
          </p:cNvPr>
          <p:cNvSpPr>
            <a:spLocks noGrp="1"/>
          </p:cNvSpPr>
          <p:nvPr>
            <p:ph type="sldNum" sz="quarter" idx="12"/>
          </p:nvPr>
        </p:nvSpPr>
        <p:spPr>
          <a:ln>
            <a:solidFill>
              <a:schemeClr val="bg2"/>
            </a:solidFill>
          </a:ln>
        </p:spPr>
        <p:txBody>
          <a:bodyPr/>
          <a:lstStyle>
            <a:lvl1pPr>
              <a:defRPr>
                <a:solidFill>
                  <a:schemeClr val="bg2"/>
                </a:solidFill>
              </a:defRPr>
            </a:lvl1pPr>
          </a:lstStyle>
          <a:p>
            <a:fld id="{545951DD-1C6A-495F-8185-4C73F8F8B75A}" type="slidenum">
              <a:rPr lang="en-US" smtClean="0"/>
              <a:pPr/>
              <a:t>‹#›</a:t>
            </a:fld>
            <a:endParaRPr lang="en-US"/>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4693701" y="999455"/>
            <a:ext cx="6265942" cy="4859089"/>
          </a:xfrm>
        </p:spPr>
        <p:txBody>
          <a:bodyPr anchor="ctr"/>
          <a:lstStyle>
            <a:lvl1pPr>
              <a:buClr>
                <a:schemeClr val="accent4"/>
              </a:buClr>
              <a:defRPr>
                <a:solidFill>
                  <a:schemeClr val="bg1"/>
                </a:solidFill>
              </a:defRPr>
            </a:lvl1pPr>
            <a:lvl2pPr>
              <a:spcBef>
                <a:spcPts val="500"/>
              </a:spcBef>
              <a:defRPr>
                <a:solidFill>
                  <a:schemeClr val="bg1"/>
                </a:solidFill>
              </a:defRPr>
            </a:lvl2pPr>
            <a:lvl3pPr>
              <a:buClr>
                <a:schemeClr val="tx1"/>
              </a:buClr>
              <a:defRPr>
                <a:solidFill>
                  <a:schemeClr val="bg1"/>
                </a:solidFill>
              </a:defRPr>
            </a:lvl3pPr>
            <a:lvl4pPr>
              <a:buClr>
                <a:schemeClr val="tx1"/>
              </a:buClr>
              <a:defRPr>
                <a:solidFill>
                  <a:schemeClr val="bg1"/>
                </a:solidFill>
              </a:defRPr>
            </a:lvl4pPr>
            <a:lvl5pPr>
              <a:buClr>
                <a:schemeClr val="tx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Graphic 9">
            <a:extLst>
              <a:ext uri="{FF2B5EF4-FFF2-40B4-BE49-F238E27FC236}">
                <a16:creationId xmlns:a16="http://schemas.microsoft.com/office/drawing/2014/main" id="{AED0BBB1-5726-4311-8FFA-AFCDCA1C1A0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781980626"/>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ext with Large Flexible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880783" y="846999"/>
            <a:ext cx="4022175" cy="2006284"/>
          </a:xfrm>
        </p:spPr>
        <p:txBody>
          <a:bodyPr/>
          <a:lstStyle>
            <a:lvl1pPr>
              <a:defRPr>
                <a:solidFill>
                  <a:schemeClr val="tx1">
                    <a:lumMod val="95000"/>
                  </a:schemeClr>
                </a:solidFill>
              </a:defRPr>
            </a:lvl1pPr>
          </a:lstStyle>
          <a:p>
            <a:r>
              <a:rPr lang="en-US"/>
              <a:t>Text with Large Flexible Content Area</a:t>
            </a:r>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876300" y="3119810"/>
            <a:ext cx="4021789" cy="3081337"/>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Box 7">
            <a:extLst>
              <a:ext uri="{FF2B5EF4-FFF2-40B4-BE49-F238E27FC236}">
                <a16:creationId xmlns:a16="http://schemas.microsoft.com/office/drawing/2014/main" id="{7E588E7E-D8D9-4FCD-AE09-B830C7371667}"/>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For a library of presentation-ready images, visit the library on </a:t>
            </a:r>
            <a:r>
              <a:rPr lang="en-US" sz="900">
                <a:solidFill>
                  <a:schemeClr val="bg1"/>
                </a:solidFill>
              </a:rPr>
              <a:t>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 </a:t>
            </a:r>
            <a:r>
              <a:rPr lang="en-US" sz="900">
                <a:hlinkClick r:id="rId2"/>
              </a:rPr>
              <a:t>bit.ly/AF-PPT</a:t>
            </a:r>
            <a:r>
              <a:rPr lang="en-US" sz="900"/>
              <a:t> </a:t>
            </a:r>
            <a:endParaRPr lang="en-US" sz="900" i="1"/>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p:txBody>
      </p:sp>
      <p:sp>
        <p:nvSpPr>
          <p:cNvPr id="6" name="Date Placeholder 5">
            <a:extLst>
              <a:ext uri="{FF2B5EF4-FFF2-40B4-BE49-F238E27FC236}">
                <a16:creationId xmlns:a16="http://schemas.microsoft.com/office/drawing/2014/main" id="{B27CC78F-21FA-486E-B822-E2C5293A1C47}"/>
              </a:ext>
            </a:extLst>
          </p:cNvPr>
          <p:cNvSpPr>
            <a:spLocks noGrp="1"/>
          </p:cNvSpPr>
          <p:nvPr>
            <p:ph type="dt" sz="half" idx="16"/>
          </p:nvPr>
        </p:nvSpPr>
        <p:spPr/>
        <p:txBody>
          <a:bodyPr/>
          <a:lstStyle/>
          <a:p>
            <a:fld id="{90E8FA97-1F4F-4EFF-B11C-4FBCE90C0918}" type="datetime1">
              <a:rPr lang="en-US" smtClean="0"/>
              <a:t>4/17/24</a:t>
            </a:fld>
            <a:endParaRPr lang="en-US"/>
          </a:p>
        </p:txBody>
      </p:sp>
      <p:sp>
        <p:nvSpPr>
          <p:cNvPr id="13" name="Footer Placeholder 12">
            <a:extLst>
              <a:ext uri="{FF2B5EF4-FFF2-40B4-BE49-F238E27FC236}">
                <a16:creationId xmlns:a16="http://schemas.microsoft.com/office/drawing/2014/main" id="{168B3CC2-AFD1-4477-B45D-28E1464D08F1}"/>
              </a:ext>
            </a:extLst>
          </p:cNvPr>
          <p:cNvSpPr>
            <a:spLocks noGrp="1"/>
          </p:cNvSpPr>
          <p:nvPr>
            <p:ph type="ftr" sz="quarter" idx="17"/>
          </p:nvPr>
        </p:nvSpPr>
        <p:spPr/>
        <p:txBody>
          <a:bodyPr/>
          <a:lstStyle/>
          <a:p>
            <a:endParaRPr lang="en-US"/>
          </a:p>
        </p:txBody>
      </p:sp>
      <p:sp>
        <p:nvSpPr>
          <p:cNvPr id="14" name="Slide Number Placeholder 13">
            <a:extLst>
              <a:ext uri="{FF2B5EF4-FFF2-40B4-BE49-F238E27FC236}">
                <a16:creationId xmlns:a16="http://schemas.microsoft.com/office/drawing/2014/main" id="{801C41A1-6B7A-44E5-AD4A-108298003E6A}"/>
              </a:ext>
            </a:extLst>
          </p:cNvPr>
          <p:cNvSpPr>
            <a:spLocks noGrp="1"/>
          </p:cNvSpPr>
          <p:nvPr>
            <p:ph type="sldNum" sz="quarter" idx="18"/>
          </p:nvPr>
        </p:nvSpPr>
        <p:spPr/>
        <p:txBody>
          <a:bodyPr/>
          <a:lstStyle/>
          <a:p>
            <a:fld id="{545951DD-1C6A-495F-8185-4C73F8F8B75A}" type="slidenum">
              <a:rPr lang="en-US" smtClean="0"/>
              <a:pPr/>
              <a:t>‹#›</a:t>
            </a:fld>
            <a:endParaRPr lang="en-US"/>
          </a:p>
        </p:txBody>
      </p:sp>
      <p:sp>
        <p:nvSpPr>
          <p:cNvPr id="4" name="Content Placeholder 3">
            <a:extLst>
              <a:ext uri="{FF2B5EF4-FFF2-40B4-BE49-F238E27FC236}">
                <a16:creationId xmlns:a16="http://schemas.microsoft.com/office/drawing/2014/main" id="{D114395F-6F35-4185-97B2-F5247D759F33}"/>
              </a:ext>
            </a:extLst>
          </p:cNvPr>
          <p:cNvSpPr>
            <a:spLocks noGrp="1"/>
          </p:cNvSpPr>
          <p:nvPr>
            <p:ph sz="quarter" idx="19"/>
          </p:nvPr>
        </p:nvSpPr>
        <p:spPr>
          <a:xfrm>
            <a:off x="5206817" y="846510"/>
            <a:ext cx="6088712" cy="5354637"/>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a:extLst>
              <a:ext uri="{FF2B5EF4-FFF2-40B4-BE49-F238E27FC236}">
                <a16:creationId xmlns:a16="http://schemas.microsoft.com/office/drawing/2014/main" id="{4FA03B2C-A88E-7D5F-0EED-6AF30D4D605F}"/>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19202" b="74530"/>
          <a:stretch/>
        </p:blipFill>
        <p:spPr>
          <a:xfrm>
            <a:off x="0" y="0"/>
            <a:ext cx="12191999" cy="466997"/>
          </a:xfrm>
          <a:prstGeom prst="rect">
            <a:avLst/>
          </a:prstGeom>
        </p:spPr>
      </p:pic>
    </p:spTree>
    <p:extLst>
      <p:ext uri="{BB962C8B-B14F-4D97-AF65-F5344CB8AC3E}">
        <p14:creationId xmlns:p14="http://schemas.microsoft.com/office/powerpoint/2010/main" val="297969770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ext with Large Flexible Content - Light Bg">
    <p:bg>
      <p:bgRef idx="1001">
        <a:schemeClr val="bg1"/>
      </p:bgRef>
    </p:bg>
    <p:spTree>
      <p:nvGrpSpPr>
        <p:cNvPr id="1" name=""/>
        <p:cNvGrpSpPr/>
        <p:nvPr/>
      </p:nvGrpSpPr>
      <p:grpSpPr>
        <a:xfrm>
          <a:off x="0" y="0"/>
          <a:ext cx="0" cy="0"/>
          <a:chOff x="0" y="0"/>
          <a:chExt cx="0" cy="0"/>
        </a:xfrm>
      </p:grpSpPr>
      <p:sp>
        <p:nvSpPr>
          <p:cNvPr id="14" name="Slide Number Placeholder 13">
            <a:extLst>
              <a:ext uri="{FF2B5EF4-FFF2-40B4-BE49-F238E27FC236}">
                <a16:creationId xmlns:a16="http://schemas.microsoft.com/office/drawing/2014/main" id="{801C41A1-6B7A-44E5-AD4A-108298003E6A}"/>
              </a:ext>
            </a:extLst>
          </p:cNvPr>
          <p:cNvSpPr>
            <a:spLocks noGrp="1"/>
          </p:cNvSpPr>
          <p:nvPr>
            <p:ph type="sldNum" sz="quarter" idx="18"/>
          </p:nvPr>
        </p:nvSpPr>
        <p:spPr/>
        <p:txBody>
          <a:bodyPr/>
          <a:lstStyle/>
          <a:p>
            <a:fld id="{545951DD-1C6A-495F-8185-4C73F8F8B75A}" type="slidenum">
              <a:rPr lang="en-US" smtClean="0"/>
              <a:pPr/>
              <a:t>‹#›</a:t>
            </a:fld>
            <a:endParaRPr lang="en-US"/>
          </a:p>
        </p:txBody>
      </p:sp>
      <p:grpSp>
        <p:nvGrpSpPr>
          <p:cNvPr id="15" name="Graphic 11">
            <a:extLst>
              <a:ext uri="{FF2B5EF4-FFF2-40B4-BE49-F238E27FC236}">
                <a16:creationId xmlns:a16="http://schemas.microsoft.com/office/drawing/2014/main" id="{0614E999-6E73-4ECA-9E67-7901DCC5145D}"/>
              </a:ext>
            </a:extLst>
          </p:cNvPr>
          <p:cNvGrpSpPr/>
          <p:nvPr userDrawn="1"/>
        </p:nvGrpSpPr>
        <p:grpSpPr>
          <a:xfrm rot="16200000">
            <a:off x="11384220" y="6170961"/>
            <a:ext cx="912230" cy="242400"/>
            <a:chOff x="11384220" y="6170961"/>
            <a:chExt cx="912230" cy="242400"/>
          </a:xfrm>
          <a:solidFill>
            <a:schemeClr val="tx1"/>
          </a:solidFill>
        </p:grpSpPr>
        <p:sp>
          <p:nvSpPr>
            <p:cNvPr id="16" name="Freeform: Shape 15">
              <a:extLst>
                <a:ext uri="{FF2B5EF4-FFF2-40B4-BE49-F238E27FC236}">
                  <a16:creationId xmlns:a16="http://schemas.microsoft.com/office/drawing/2014/main" id="{5ACD8790-3A42-4B46-B04C-D4E13A0C08DD}"/>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6E317303-C4D6-4F1D-9002-47E75AEA17E9}"/>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CD83DCD6-D5B2-4193-A473-0403A7FF0660}"/>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21C7274B-6A1C-4E1C-BD11-ECFCB7A33CCE}"/>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D6021035-AA55-4F4E-9ECA-EABC3B1AC98B}"/>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DCD57A36-45D9-4AB7-9720-BBB2F21AC465}"/>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574C6B2F-7E28-48A7-A431-A093F4533941}"/>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93F23518-EEE2-4875-A8CB-997A3B03B8EE}"/>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EF809E2B-E67E-4EA0-A8C0-C2A3F1B3EE63}"/>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EEB282AF-55DC-4C18-AC8C-DD80CBDCB141}"/>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6973AFD6-52A2-4C73-9DD7-E453E31FE6F8}"/>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BF40B4BB-5424-41E7-9548-41C2D58BCDD8}"/>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854F8916-1A4E-4014-BAA0-2D3482A9179B}"/>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B25CBA63-AFDE-4EEE-8700-D84942E661A0}"/>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E6819261-C599-4EEB-A2F1-6BE39CBCE984}"/>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B8E7752D-CBE5-44E7-980F-92B2BF03D301}"/>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75F77EB5-0EE5-4607-8505-026979C8D388}"/>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7088692A-AC37-4BC6-93AA-93B8BF5D6D55}"/>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
        <p:nvSpPr>
          <p:cNvPr id="37" name="Title 1">
            <a:extLst>
              <a:ext uri="{FF2B5EF4-FFF2-40B4-BE49-F238E27FC236}">
                <a16:creationId xmlns:a16="http://schemas.microsoft.com/office/drawing/2014/main" id="{D9113ACF-D9C6-47B9-4949-F1391B0637B6}"/>
              </a:ext>
            </a:extLst>
          </p:cNvPr>
          <p:cNvSpPr>
            <a:spLocks noGrp="1"/>
          </p:cNvSpPr>
          <p:nvPr>
            <p:ph type="title" hasCustomPrompt="1"/>
          </p:nvPr>
        </p:nvSpPr>
        <p:spPr>
          <a:xfrm>
            <a:off x="880783" y="846999"/>
            <a:ext cx="4022175" cy="2006284"/>
          </a:xfrm>
        </p:spPr>
        <p:txBody>
          <a:bodyPr/>
          <a:lstStyle>
            <a:lvl1pPr>
              <a:defRPr>
                <a:solidFill>
                  <a:schemeClr val="accent1"/>
                </a:solidFill>
              </a:defRPr>
            </a:lvl1pPr>
          </a:lstStyle>
          <a:p>
            <a:r>
              <a:rPr lang="en-US"/>
              <a:t>Text with Large Flexible Content Area</a:t>
            </a:r>
          </a:p>
        </p:txBody>
      </p:sp>
      <p:sp>
        <p:nvSpPr>
          <p:cNvPr id="38" name="Text Placeholder 8">
            <a:extLst>
              <a:ext uri="{FF2B5EF4-FFF2-40B4-BE49-F238E27FC236}">
                <a16:creationId xmlns:a16="http://schemas.microsoft.com/office/drawing/2014/main" id="{C8CFE503-1AE2-8CF6-0D63-95F912803A5A}"/>
              </a:ext>
            </a:extLst>
          </p:cNvPr>
          <p:cNvSpPr>
            <a:spLocks noGrp="1"/>
          </p:cNvSpPr>
          <p:nvPr>
            <p:ph type="body" sz="quarter" idx="13"/>
          </p:nvPr>
        </p:nvSpPr>
        <p:spPr>
          <a:xfrm>
            <a:off x="876300" y="3119810"/>
            <a:ext cx="4021789" cy="3081337"/>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9" name="TextBox 38">
            <a:extLst>
              <a:ext uri="{FF2B5EF4-FFF2-40B4-BE49-F238E27FC236}">
                <a16:creationId xmlns:a16="http://schemas.microsoft.com/office/drawing/2014/main" id="{4153A014-260D-65A9-9437-9A4E34AA1B28}"/>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tx1"/>
                </a:solidFill>
                <a:effectLst/>
                <a:uLnTx/>
                <a:uFillTx/>
              </a:rPr>
              <a:t>TEMPLATE NOTES </a:t>
            </a:r>
            <a:br>
              <a:rPr kumimoji="0" lang="en-US" sz="900" b="1" i="0" u="none" strike="noStrike" kern="0" cap="none" spc="0" normalizeH="0" baseline="0" noProof="0">
                <a:ln>
                  <a:noFill/>
                </a:ln>
                <a:solidFill>
                  <a:schemeClr val="tx1"/>
                </a:solidFill>
                <a:effectLst/>
                <a:uLnTx/>
                <a:uFillTx/>
              </a:rPr>
            </a:br>
            <a:r>
              <a:rPr kumimoji="0" lang="en-US" sz="900" b="0" i="1" u="none" strike="noStrike" kern="0" cap="none" spc="0" normalizeH="0" baseline="0" noProof="0">
                <a:ln>
                  <a:noFill/>
                </a:ln>
                <a:solidFill>
                  <a:schemeClr val="tx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tx1"/>
                </a:solidFill>
                <a:effectLst/>
                <a:uLnTx/>
                <a:uFillTx/>
              </a:rPr>
              <a:t>For a library of presentation-ready images, visit the library on </a:t>
            </a:r>
            <a:r>
              <a:rPr lang="en-US" sz="900">
                <a:solidFill>
                  <a:schemeClr val="tx1"/>
                </a:solidFill>
              </a:rPr>
              <a:t>SharePoint &gt; </a:t>
            </a:r>
            <a:br>
              <a:rPr lang="en-US" sz="900">
                <a:solidFill>
                  <a:schemeClr val="tx1"/>
                </a:solidFill>
              </a:rPr>
            </a:br>
            <a:r>
              <a:rPr lang="en-US" sz="900">
                <a:solidFill>
                  <a:schemeClr val="tx1"/>
                </a:solidFill>
              </a:rPr>
              <a:t>Marketing &gt; </a:t>
            </a:r>
            <a:br>
              <a:rPr lang="en-US" sz="900">
                <a:solidFill>
                  <a:schemeClr val="tx1"/>
                </a:solidFill>
              </a:rPr>
            </a:br>
            <a:r>
              <a:rPr lang="en-US" sz="900">
                <a:solidFill>
                  <a:schemeClr val="tx1"/>
                </a:solidFill>
              </a:rPr>
              <a:t>Documents &gt; </a:t>
            </a:r>
            <a:br>
              <a:rPr lang="en-US" sz="900">
                <a:solidFill>
                  <a:schemeClr val="tx1"/>
                </a:solidFill>
              </a:rPr>
            </a:br>
            <a:r>
              <a:rPr lang="en-US" sz="900">
                <a:solidFill>
                  <a:schemeClr val="tx1"/>
                </a:solidFill>
              </a:rPr>
              <a:t>Design Resources &gt;  PowerPoint Templates &gt; Anytime Fitness &gt; </a:t>
            </a:r>
            <a:br>
              <a:rPr lang="en-US" sz="900">
                <a:solidFill>
                  <a:schemeClr val="tx1"/>
                </a:solidFill>
              </a:rPr>
            </a:br>
            <a:r>
              <a:rPr lang="en-US" sz="900">
                <a:solidFill>
                  <a:schemeClr val="tx1"/>
                </a:solidFill>
              </a:rPr>
              <a:t>PPT Image Library. </a:t>
            </a:r>
            <a:br>
              <a:rPr lang="en-US" sz="900">
                <a:solidFill>
                  <a:schemeClr val="tx1"/>
                </a:solidFill>
              </a:rPr>
            </a:br>
            <a:r>
              <a:rPr lang="en-US" sz="900">
                <a:solidFill>
                  <a:schemeClr val="tx1"/>
                </a:solidFill>
              </a:rPr>
              <a:t>Or, simply type in this URL: </a:t>
            </a:r>
            <a:r>
              <a:rPr lang="en-US" sz="900">
                <a:hlinkClick r:id="rId2"/>
              </a:rPr>
              <a:t>bit.ly/AF-PPT</a:t>
            </a:r>
            <a:r>
              <a:rPr lang="en-US" sz="900"/>
              <a:t> </a:t>
            </a:r>
            <a:endParaRPr lang="en-US" sz="900" i="1"/>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p:txBody>
      </p:sp>
      <p:sp>
        <p:nvSpPr>
          <p:cNvPr id="40" name="Date Placeholder 5">
            <a:extLst>
              <a:ext uri="{FF2B5EF4-FFF2-40B4-BE49-F238E27FC236}">
                <a16:creationId xmlns:a16="http://schemas.microsoft.com/office/drawing/2014/main" id="{B38E0F8B-67C2-E60C-C24E-A3A5E623D09A}"/>
              </a:ext>
            </a:extLst>
          </p:cNvPr>
          <p:cNvSpPr>
            <a:spLocks noGrp="1"/>
          </p:cNvSpPr>
          <p:nvPr>
            <p:ph type="dt" sz="half" idx="16"/>
          </p:nvPr>
        </p:nvSpPr>
        <p:spPr>
          <a:xfrm>
            <a:off x="10602762" y="6382494"/>
            <a:ext cx="692767" cy="365125"/>
          </a:xfrm>
        </p:spPr>
        <p:txBody>
          <a:bodyPr/>
          <a:lstStyle/>
          <a:p>
            <a:fld id="{90E8FA97-1F4F-4EFF-B11C-4FBCE90C0918}" type="datetime1">
              <a:rPr lang="en-US" smtClean="0"/>
              <a:t>4/17/24</a:t>
            </a:fld>
            <a:endParaRPr lang="en-US"/>
          </a:p>
        </p:txBody>
      </p:sp>
      <p:sp>
        <p:nvSpPr>
          <p:cNvPr id="41" name="Footer Placeholder 12">
            <a:extLst>
              <a:ext uri="{FF2B5EF4-FFF2-40B4-BE49-F238E27FC236}">
                <a16:creationId xmlns:a16="http://schemas.microsoft.com/office/drawing/2014/main" id="{083B19C0-CB28-C248-5F81-AC76CC1361D7}"/>
              </a:ext>
            </a:extLst>
          </p:cNvPr>
          <p:cNvSpPr>
            <a:spLocks noGrp="1"/>
          </p:cNvSpPr>
          <p:nvPr>
            <p:ph type="ftr" sz="quarter" idx="17"/>
          </p:nvPr>
        </p:nvSpPr>
        <p:spPr>
          <a:xfrm>
            <a:off x="876300" y="6394105"/>
            <a:ext cx="9726461" cy="365126"/>
          </a:xfrm>
        </p:spPr>
        <p:txBody>
          <a:bodyPr/>
          <a:lstStyle/>
          <a:p>
            <a:endParaRPr lang="en-US"/>
          </a:p>
        </p:txBody>
      </p:sp>
      <p:sp>
        <p:nvSpPr>
          <p:cNvPr id="43" name="Content Placeholder 3">
            <a:extLst>
              <a:ext uri="{FF2B5EF4-FFF2-40B4-BE49-F238E27FC236}">
                <a16:creationId xmlns:a16="http://schemas.microsoft.com/office/drawing/2014/main" id="{C0AB04C7-565C-8E0A-DABE-2927DA9B63C0}"/>
              </a:ext>
            </a:extLst>
          </p:cNvPr>
          <p:cNvSpPr>
            <a:spLocks noGrp="1"/>
          </p:cNvSpPr>
          <p:nvPr>
            <p:ph sz="quarter" idx="19"/>
          </p:nvPr>
        </p:nvSpPr>
        <p:spPr>
          <a:xfrm>
            <a:off x="5206817" y="846510"/>
            <a:ext cx="6088712" cy="5354637"/>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1">
            <a:extLst>
              <a:ext uri="{FF2B5EF4-FFF2-40B4-BE49-F238E27FC236}">
                <a16:creationId xmlns:a16="http://schemas.microsoft.com/office/drawing/2014/main" id="{E7E3426B-EC6F-7CDA-61BB-59BEEEA5E902}"/>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Tree>
    <p:extLst>
      <p:ext uri="{BB962C8B-B14F-4D97-AF65-F5344CB8AC3E}">
        <p14:creationId xmlns:p14="http://schemas.microsoft.com/office/powerpoint/2010/main" val="2964555952"/>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ext with Large Left Image - Lt Purple">
    <p:bg>
      <p:bgPr>
        <a:solidFill>
          <a:schemeClr val="accent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E75EB503-6A5E-D169-DF43-D8719A5ED508}"/>
              </a:ext>
            </a:extLst>
          </p:cNvPr>
          <p:cNvSpPr>
            <a:spLocks noGrp="1"/>
          </p:cNvSpPr>
          <p:nvPr>
            <p:ph type="title" hasCustomPrompt="1"/>
          </p:nvPr>
        </p:nvSpPr>
        <p:spPr>
          <a:xfrm>
            <a:off x="7029238" y="665652"/>
            <a:ext cx="4022175" cy="2006284"/>
          </a:xfrm>
        </p:spPr>
        <p:txBody>
          <a:bodyPr/>
          <a:lstStyle>
            <a:lvl1pPr>
              <a:defRPr>
                <a:solidFill>
                  <a:schemeClr val="tx1"/>
                </a:solidFill>
              </a:defRPr>
            </a:lvl1pPr>
          </a:lstStyle>
          <a:p>
            <a:r>
              <a:rPr lang="en-US"/>
              <a:t>Text with Large Image</a:t>
            </a:r>
          </a:p>
        </p:txBody>
      </p:sp>
      <p:sp>
        <p:nvSpPr>
          <p:cNvPr id="16" name="Text Placeholder 8">
            <a:extLst>
              <a:ext uri="{FF2B5EF4-FFF2-40B4-BE49-F238E27FC236}">
                <a16:creationId xmlns:a16="http://schemas.microsoft.com/office/drawing/2014/main" id="{F8B03BA0-DA03-EE8D-1C43-2E92061C7F3A}"/>
              </a:ext>
            </a:extLst>
          </p:cNvPr>
          <p:cNvSpPr>
            <a:spLocks noGrp="1"/>
          </p:cNvSpPr>
          <p:nvPr>
            <p:ph type="body" sz="quarter" idx="13"/>
          </p:nvPr>
        </p:nvSpPr>
        <p:spPr>
          <a:xfrm>
            <a:off x="7024755" y="2938463"/>
            <a:ext cx="4021789" cy="3081337"/>
          </a:xfrm>
        </p:spPr>
        <p:txBody>
          <a:bodyPr/>
          <a:lstStyle>
            <a:lvl1pPr>
              <a:buClr>
                <a:schemeClr val="accent4"/>
              </a:buClr>
              <a:defRPr>
                <a:solidFill>
                  <a:schemeClr val="tx1"/>
                </a:solidFill>
              </a:defRPr>
            </a:lvl1pPr>
            <a:lvl2pPr>
              <a:spcBef>
                <a:spcPts val="500"/>
              </a:spcBef>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Box 16">
            <a:extLst>
              <a:ext uri="{FF2B5EF4-FFF2-40B4-BE49-F238E27FC236}">
                <a16:creationId xmlns:a16="http://schemas.microsoft.com/office/drawing/2014/main" id="{C784D04E-4E1E-8A21-2C9A-970EBA32062E}"/>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bg1"/>
                </a:solidFill>
                <a:effectLst/>
                <a:uLnTx/>
                <a:uFillTx/>
              </a:rPr>
              <a:t>TEMPLATE NOTES </a:t>
            </a:r>
            <a:br>
              <a:rPr kumimoji="0" lang="en-US" sz="900" b="1" i="0" u="none" strike="noStrike" kern="0" cap="none" spc="0" normalizeH="0" baseline="0" noProof="0">
                <a:ln>
                  <a:noFill/>
                </a:ln>
                <a:solidFill>
                  <a:schemeClr val="bg1"/>
                </a:solidFill>
                <a:effectLst/>
                <a:uLnTx/>
                <a:uFillTx/>
              </a:rPr>
            </a:br>
            <a:r>
              <a:rPr kumimoji="0" lang="en-US" sz="900" b="0" i="1" u="none" strike="noStrike" kern="0" cap="none" spc="0" normalizeH="0" baseline="0" noProof="0">
                <a:ln>
                  <a:noFill/>
                </a:ln>
                <a:solidFill>
                  <a:schemeClr val="bg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bg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rPr>
              <a:t>For a library of presentation-ready images, visit the library on </a:t>
            </a:r>
            <a:r>
              <a:rPr lang="en-US" sz="900">
                <a:solidFill>
                  <a:schemeClr val="bg1"/>
                </a:solidFill>
              </a:rPr>
              <a:t>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 </a:t>
            </a:r>
            <a:r>
              <a:rPr lang="en-US" sz="900">
                <a:solidFill>
                  <a:schemeClr val="bg1"/>
                </a:solidFill>
                <a:hlinkClick r:id="rId2">
                  <a:extLst>
                    <a:ext uri="{A12FA001-AC4F-418D-AE19-62706E023703}">
                      <ahyp:hlinkClr xmlns:ahyp="http://schemas.microsoft.com/office/drawing/2018/hyperlinkcolor" val="tx"/>
                    </a:ext>
                  </a:extLst>
                </a:hlinkClick>
              </a:rPr>
              <a:t>bit.ly/AF-PPT</a:t>
            </a:r>
            <a:r>
              <a:rPr lang="en-US" sz="900">
                <a:solidFill>
                  <a:schemeClr val="bg1"/>
                </a:solidFill>
              </a:rPr>
              <a:t> </a:t>
            </a:r>
            <a:endParaRPr lang="en-US" sz="900" i="1">
              <a:solidFill>
                <a:schemeClr val="bg1"/>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bg1"/>
              </a:solidFill>
              <a:effectLst/>
              <a:uLnTx/>
              <a:uFillTx/>
            </a:endParaRPr>
          </a:p>
        </p:txBody>
      </p:sp>
      <p:sp>
        <p:nvSpPr>
          <p:cNvPr id="19" name="Footer Placeholder 12">
            <a:extLst>
              <a:ext uri="{FF2B5EF4-FFF2-40B4-BE49-F238E27FC236}">
                <a16:creationId xmlns:a16="http://schemas.microsoft.com/office/drawing/2014/main" id="{3347F7F6-DA51-58D6-2C85-ED48992E1203}"/>
              </a:ext>
            </a:extLst>
          </p:cNvPr>
          <p:cNvSpPr>
            <a:spLocks noGrp="1"/>
          </p:cNvSpPr>
          <p:nvPr>
            <p:ph type="ftr" sz="quarter" idx="17"/>
          </p:nvPr>
        </p:nvSpPr>
        <p:spPr>
          <a:xfrm>
            <a:off x="7024755" y="6394105"/>
            <a:ext cx="4361261" cy="365125"/>
          </a:xfrm>
        </p:spPr>
        <p:txBody>
          <a:bodyPr/>
          <a:lstStyle/>
          <a:p>
            <a:endParaRPr lang="en-US"/>
          </a:p>
        </p:txBody>
      </p:sp>
      <p:sp>
        <p:nvSpPr>
          <p:cNvPr id="21" name="Picture Placeholder 4">
            <a:extLst>
              <a:ext uri="{FF2B5EF4-FFF2-40B4-BE49-F238E27FC236}">
                <a16:creationId xmlns:a16="http://schemas.microsoft.com/office/drawing/2014/main" id="{2A22A248-A561-4ED4-306F-9F755219AE2B}"/>
              </a:ext>
            </a:extLst>
          </p:cNvPr>
          <p:cNvSpPr>
            <a:spLocks noGrp="1"/>
          </p:cNvSpPr>
          <p:nvPr>
            <p:ph type="pic" sz="quarter" idx="18" hasCustomPrompt="1"/>
          </p:nvPr>
        </p:nvSpPr>
        <p:spPr>
          <a:xfrm>
            <a:off x="0" y="0"/>
            <a:ext cx="6557319" cy="6857999"/>
          </a:xfrm>
          <a:prstGeom prst="rect">
            <a:avLst/>
          </a:prstGeom>
          <a:ln>
            <a:noFill/>
          </a:ln>
        </p:spPr>
        <p:txBody>
          <a:bodyPr bIns="822960" anchor="ctr"/>
          <a:lstStyle>
            <a:lvl1pPr marL="0" indent="0" algn="ctr">
              <a:buNone/>
              <a:defRPr/>
            </a:lvl1pPr>
          </a:lstStyle>
          <a:p>
            <a:r>
              <a:rPr lang="en-US"/>
              <a:t>Click the Icon to Insert Image</a:t>
            </a:r>
          </a:p>
        </p:txBody>
      </p:sp>
      <p:sp>
        <p:nvSpPr>
          <p:cNvPr id="3" name="Date Placeholder 2">
            <a:extLst>
              <a:ext uri="{FF2B5EF4-FFF2-40B4-BE49-F238E27FC236}">
                <a16:creationId xmlns:a16="http://schemas.microsoft.com/office/drawing/2014/main" id="{C8983892-7A0A-E9DB-3755-E4F0DF4C83E0}"/>
              </a:ext>
            </a:extLst>
          </p:cNvPr>
          <p:cNvSpPr>
            <a:spLocks noGrp="1"/>
          </p:cNvSpPr>
          <p:nvPr>
            <p:ph type="dt" sz="half" idx="19"/>
          </p:nvPr>
        </p:nvSpPr>
        <p:spPr/>
        <p:txBody>
          <a:bodyPr/>
          <a:lstStyle/>
          <a:p>
            <a:fld id="{B7EB65F7-02F7-4C03-9B5E-0F72A9F540CE}" type="datetime1">
              <a:rPr lang="en-US" smtClean="0"/>
              <a:pPr/>
              <a:t>4/17/24</a:t>
            </a:fld>
            <a:endParaRPr lang="en-US"/>
          </a:p>
        </p:txBody>
      </p:sp>
      <p:pic>
        <p:nvPicPr>
          <p:cNvPr id="5" name="Picture 4">
            <a:extLst>
              <a:ext uri="{FF2B5EF4-FFF2-40B4-BE49-F238E27FC236}">
                <a16:creationId xmlns:a16="http://schemas.microsoft.com/office/drawing/2014/main" id="{EE23D776-94AE-A0F5-9184-5BB995497D92}"/>
              </a:ext>
            </a:extLst>
          </p:cNvPr>
          <p:cNvPicPr>
            <a:picLocks noChangeAspect="1"/>
          </p:cNvPicPr>
          <p:nvPr userDrawn="1"/>
        </p:nvPicPr>
        <p:blipFill>
          <a:blip r:embed="rId3"/>
          <a:stretch>
            <a:fillRect/>
          </a:stretch>
        </p:blipFill>
        <p:spPr>
          <a:xfrm>
            <a:off x="11588496" y="0"/>
            <a:ext cx="603504" cy="6858000"/>
          </a:xfrm>
          <a:prstGeom prst="rect">
            <a:avLst/>
          </a:prstGeom>
        </p:spPr>
      </p:pic>
      <p:pic>
        <p:nvPicPr>
          <p:cNvPr id="2" name="Graphic 1">
            <a:extLst>
              <a:ext uri="{FF2B5EF4-FFF2-40B4-BE49-F238E27FC236}">
                <a16:creationId xmlns:a16="http://schemas.microsoft.com/office/drawing/2014/main" id="{6047E895-FF32-9B0B-AE13-FF55BFBAC424}"/>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70966"/>
            <a:ext cx="911645" cy="241661"/>
          </a:xfrm>
          <a:prstGeom prst="rect">
            <a:avLst/>
          </a:prstGeom>
        </p:spPr>
      </p:pic>
      <p:sp>
        <p:nvSpPr>
          <p:cNvPr id="4" name="Slide Number Placeholder 3">
            <a:extLst>
              <a:ext uri="{FF2B5EF4-FFF2-40B4-BE49-F238E27FC236}">
                <a16:creationId xmlns:a16="http://schemas.microsoft.com/office/drawing/2014/main" id="{04F8B0BE-1B53-4B16-3B7B-70B335BC06DE}"/>
              </a:ext>
            </a:extLst>
          </p:cNvPr>
          <p:cNvSpPr>
            <a:spLocks noGrp="1"/>
          </p:cNvSpPr>
          <p:nvPr>
            <p:ph type="sldNum" sz="quarter" idx="20"/>
          </p:nvPr>
        </p:nvSpPr>
        <p:spPr/>
        <p:txBody>
          <a:bodyPr/>
          <a:lstStyle/>
          <a:p>
            <a:fld id="{545951DD-1C6A-495F-8185-4C73F8F8B75A}" type="slidenum">
              <a:rPr lang="en-US" smtClean="0"/>
              <a:pPr/>
              <a:t>‹#›</a:t>
            </a:fld>
            <a:endParaRPr lang="en-US"/>
          </a:p>
        </p:txBody>
      </p:sp>
    </p:spTree>
    <p:extLst>
      <p:ext uri="{BB962C8B-B14F-4D97-AF65-F5344CB8AC3E}">
        <p14:creationId xmlns:p14="http://schemas.microsoft.com/office/powerpoint/2010/main" val="12428991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ext with Large Right Image - Lt Purple">
    <p:bg>
      <p:bgPr>
        <a:solidFill>
          <a:schemeClr val="accent2"/>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6FD31F38-3EB2-0873-8F25-62C85BC3ACF8}"/>
              </a:ext>
            </a:extLst>
          </p:cNvPr>
          <p:cNvPicPr>
            <a:picLocks noChangeAspect="1"/>
          </p:cNvPicPr>
          <p:nvPr userDrawn="1"/>
        </p:nvPicPr>
        <p:blipFill>
          <a:blip r:embed="rId2"/>
          <a:stretch>
            <a:fillRect/>
          </a:stretch>
        </p:blipFill>
        <p:spPr>
          <a:xfrm>
            <a:off x="5111908" y="0"/>
            <a:ext cx="1091184" cy="6858000"/>
          </a:xfrm>
          <a:prstGeom prst="rect">
            <a:avLst/>
          </a:prstGeom>
        </p:spPr>
      </p:pic>
      <p:sp>
        <p:nvSpPr>
          <p:cNvPr id="2" name="Title 1">
            <a:extLst>
              <a:ext uri="{FF2B5EF4-FFF2-40B4-BE49-F238E27FC236}">
                <a16:creationId xmlns:a16="http://schemas.microsoft.com/office/drawing/2014/main" id="{147CBE3A-1371-4086-83CA-4B7B61C86C9D}"/>
              </a:ext>
            </a:extLst>
          </p:cNvPr>
          <p:cNvSpPr>
            <a:spLocks noGrp="1"/>
          </p:cNvSpPr>
          <p:nvPr>
            <p:ph type="title" hasCustomPrompt="1"/>
          </p:nvPr>
        </p:nvSpPr>
        <p:spPr>
          <a:xfrm>
            <a:off x="876300" y="1252778"/>
            <a:ext cx="3932237" cy="1600200"/>
          </a:xfrm>
        </p:spPr>
        <p:txBody>
          <a:bodyPr anchor="b"/>
          <a:lstStyle>
            <a:lvl1pPr>
              <a:defRPr sz="4400">
                <a:solidFill>
                  <a:schemeClr val="tx1">
                    <a:lumMod val="95000"/>
                  </a:schemeClr>
                </a:solidFill>
              </a:defRPr>
            </a:lvl1pPr>
          </a:lstStyle>
          <a:p>
            <a:r>
              <a:rPr lang="en-US"/>
              <a:t>Picture with Caption Layout</a:t>
            </a:r>
          </a:p>
        </p:txBody>
      </p:sp>
      <p:sp>
        <p:nvSpPr>
          <p:cNvPr id="5" name="Date Placeholder 4">
            <a:extLst>
              <a:ext uri="{FF2B5EF4-FFF2-40B4-BE49-F238E27FC236}">
                <a16:creationId xmlns:a16="http://schemas.microsoft.com/office/drawing/2014/main" id="{4AEAB837-B477-4381-9E50-1014984EB7D9}"/>
              </a:ext>
            </a:extLst>
          </p:cNvPr>
          <p:cNvSpPr>
            <a:spLocks noGrp="1"/>
          </p:cNvSpPr>
          <p:nvPr>
            <p:ph type="dt" sz="half" idx="10"/>
          </p:nvPr>
        </p:nvSpPr>
        <p:spPr/>
        <p:txBody>
          <a:bodyPr/>
          <a:lstStyle/>
          <a:p>
            <a:fld id="{6974DEDA-3E46-4272-B7C0-873B8E9D9D5B}" type="datetime1">
              <a:rPr lang="en-US" smtClean="0"/>
              <a:t>4/17/24</a:t>
            </a:fld>
            <a:endParaRPr lang="en-US"/>
          </a:p>
        </p:txBody>
      </p:sp>
      <p:sp>
        <p:nvSpPr>
          <p:cNvPr id="6" name="Footer Placeholder 5">
            <a:extLst>
              <a:ext uri="{FF2B5EF4-FFF2-40B4-BE49-F238E27FC236}">
                <a16:creationId xmlns:a16="http://schemas.microsoft.com/office/drawing/2014/main" id="{4EE72D9F-9271-4C1D-8743-9736C3B2E0C0}"/>
              </a:ext>
            </a:extLst>
          </p:cNvPr>
          <p:cNvSpPr>
            <a:spLocks noGrp="1"/>
          </p:cNvSpPr>
          <p:nvPr>
            <p:ph type="ftr" sz="quarter" idx="11"/>
          </p:nvPr>
        </p:nvSpPr>
        <p:spPr>
          <a:xfrm>
            <a:off x="342900" y="6394105"/>
            <a:ext cx="5251801" cy="365125"/>
          </a:xfrm>
        </p:spPr>
        <p:txBody>
          <a:bodyPr/>
          <a:lstStyle/>
          <a:p>
            <a:endParaRPr lang="en-US"/>
          </a:p>
        </p:txBody>
      </p:sp>
      <p:sp>
        <p:nvSpPr>
          <p:cNvPr id="7" name="Slide Number Placeholder 6">
            <a:extLst>
              <a:ext uri="{FF2B5EF4-FFF2-40B4-BE49-F238E27FC236}">
                <a16:creationId xmlns:a16="http://schemas.microsoft.com/office/drawing/2014/main" id="{808C2FDB-A372-405D-BD4F-27DAC42ADCAE}"/>
              </a:ext>
            </a:extLst>
          </p:cNvPr>
          <p:cNvSpPr>
            <a:spLocks noGrp="1"/>
          </p:cNvSpPr>
          <p:nvPr>
            <p:ph type="sldNum" sz="quarter" idx="12"/>
          </p:nvPr>
        </p:nvSpPr>
        <p:spPr/>
        <p:txBody>
          <a:bodyPr/>
          <a:lstStyle/>
          <a:p>
            <a:fld id="{545951DD-1C6A-495F-8185-4C73F8F8B75A}" type="slidenum">
              <a:rPr lang="en-US" smtClean="0"/>
              <a:t>‹#›</a:t>
            </a:fld>
            <a:endParaRPr lang="en-US"/>
          </a:p>
        </p:txBody>
      </p:sp>
      <p:sp>
        <p:nvSpPr>
          <p:cNvPr id="8" name="TextBox 7">
            <a:extLst>
              <a:ext uri="{FF2B5EF4-FFF2-40B4-BE49-F238E27FC236}">
                <a16:creationId xmlns:a16="http://schemas.microsoft.com/office/drawing/2014/main" id="{E70C427F-57A5-4C05-9944-747C08A8F684}"/>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For a library of presentation-ready images, visit the library </a:t>
            </a:r>
            <a:r>
              <a:rPr lang="en-US" sz="900">
                <a:solidFill>
                  <a:schemeClr val="bg1"/>
                </a:solidFill>
              </a:rPr>
              <a:t>on 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a:t>
            </a:r>
            <a:r>
              <a:rPr lang="en-US" sz="900"/>
              <a:t> </a:t>
            </a:r>
            <a:r>
              <a:rPr lang="en-US" sz="900">
                <a:hlinkClick r:id="rId3"/>
              </a:rPr>
              <a:t>bit.ly/AF-PPT</a:t>
            </a:r>
            <a:r>
              <a:rPr lang="en-US" sz="900"/>
              <a:t> </a:t>
            </a:r>
            <a:endParaRPr lang="en-US" sz="900" i="1"/>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p:txBody>
      </p:sp>
      <p:sp>
        <p:nvSpPr>
          <p:cNvPr id="3" name="Picture Placeholder 4">
            <a:extLst>
              <a:ext uri="{FF2B5EF4-FFF2-40B4-BE49-F238E27FC236}">
                <a16:creationId xmlns:a16="http://schemas.microsoft.com/office/drawing/2014/main" id="{222F7817-9E4B-4D38-1067-0802726ABB84}"/>
              </a:ext>
            </a:extLst>
          </p:cNvPr>
          <p:cNvSpPr>
            <a:spLocks noGrp="1"/>
          </p:cNvSpPr>
          <p:nvPr>
            <p:ph type="pic" sz="quarter" idx="13" hasCustomPrompt="1"/>
          </p:nvPr>
        </p:nvSpPr>
        <p:spPr>
          <a:xfrm>
            <a:off x="6203092" y="0"/>
            <a:ext cx="5988908" cy="6857999"/>
          </a:xfrm>
          <a:prstGeom prst="rect">
            <a:avLst/>
          </a:prstGeom>
          <a:ln>
            <a:noFill/>
          </a:ln>
        </p:spPr>
        <p:txBody>
          <a:bodyPr bIns="822960" anchor="ctr"/>
          <a:lstStyle>
            <a:lvl1pPr marL="0" indent="0" algn="ctr">
              <a:buNone/>
              <a:defRPr/>
            </a:lvl1pPr>
          </a:lstStyle>
          <a:p>
            <a:r>
              <a:rPr lang="en-US"/>
              <a:t>Click the Icon to Insert Image</a:t>
            </a:r>
          </a:p>
        </p:txBody>
      </p:sp>
      <p:sp>
        <p:nvSpPr>
          <p:cNvPr id="10" name="Text Placeholder 8">
            <a:extLst>
              <a:ext uri="{FF2B5EF4-FFF2-40B4-BE49-F238E27FC236}">
                <a16:creationId xmlns:a16="http://schemas.microsoft.com/office/drawing/2014/main" id="{ED42ABC2-A677-1D12-4596-F119ECDF861A}"/>
              </a:ext>
            </a:extLst>
          </p:cNvPr>
          <p:cNvSpPr>
            <a:spLocks noGrp="1"/>
          </p:cNvSpPr>
          <p:nvPr>
            <p:ph type="body" sz="quarter" idx="14"/>
          </p:nvPr>
        </p:nvSpPr>
        <p:spPr>
          <a:xfrm>
            <a:off x="880761" y="3082873"/>
            <a:ext cx="4021789" cy="3081337"/>
          </a:xfrm>
        </p:spPr>
        <p:txBody>
          <a:bodyPr/>
          <a:lstStyle>
            <a:lvl1pPr>
              <a:buClr>
                <a:schemeClr val="accent4"/>
              </a:buClr>
              <a:defRPr>
                <a:solidFill>
                  <a:schemeClr val="tx1"/>
                </a:solidFill>
              </a:defRPr>
            </a:lvl1pPr>
            <a:lvl2pPr>
              <a:spcBef>
                <a:spcPts val="500"/>
              </a:spcBef>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7209348"/>
      </p:ext>
    </p:extLst>
  </p:cSld>
  <p:clrMapOvr>
    <a:masterClrMapping/>
  </p:clrMapOvr>
  <p:extLst>
    <p:ext uri="{DCECCB84-F9BA-43D5-87BE-67443E8EF086}">
      <p15:sldGuideLst xmlns:p15="http://schemas.microsoft.com/office/powerpoint/2012/main">
        <p15:guide id="1" pos="3024" userDrawn="1">
          <p15:clr>
            <a:srgbClr val="FBAE40"/>
          </p15:clr>
        </p15:guide>
        <p15:guide id="2" orient="horz" pos="1851" userDrawn="1">
          <p15:clr>
            <a:srgbClr val="FBAE40"/>
          </p15:clr>
        </p15:guide>
        <p15:guide id="3" orient="horz" pos="1681" userDrawn="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ext with Right Large Image - Dk Purple">
    <p:bg bwMode="gray">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55168DB-E914-DADD-489F-01257F94B183}"/>
              </a:ext>
            </a:extLst>
          </p:cNvPr>
          <p:cNvSpPr/>
          <p:nvPr userDrawn="1"/>
        </p:nvSpPr>
        <p:spPr>
          <a:xfrm>
            <a:off x="342900" y="556054"/>
            <a:ext cx="5291780" cy="560996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902362" y="1346298"/>
            <a:ext cx="4107247" cy="2006284"/>
          </a:xfrm>
        </p:spPr>
        <p:txBody>
          <a:bodyPr/>
          <a:lstStyle>
            <a:lvl1pPr>
              <a:defRPr>
                <a:solidFill>
                  <a:schemeClr val="tx1">
                    <a:lumMod val="95000"/>
                  </a:schemeClr>
                </a:solidFill>
              </a:defRPr>
            </a:lvl1pPr>
          </a:lstStyle>
          <a:p>
            <a:r>
              <a:rPr lang="en-US"/>
              <a:t>Content with Large Image on the Right</a:t>
            </a:r>
          </a:p>
        </p:txBody>
      </p:sp>
      <p:sp>
        <p:nvSpPr>
          <p:cNvPr id="3" name="Date Placeholder 2">
            <a:extLst>
              <a:ext uri="{FF2B5EF4-FFF2-40B4-BE49-F238E27FC236}">
                <a16:creationId xmlns:a16="http://schemas.microsoft.com/office/drawing/2014/main" id="{51D445D6-5ADC-4843-8D7E-04C5B3DA43D2}"/>
              </a:ext>
            </a:extLst>
          </p:cNvPr>
          <p:cNvSpPr>
            <a:spLocks noGrp="1"/>
          </p:cNvSpPr>
          <p:nvPr>
            <p:ph type="dt" sz="half" idx="10"/>
          </p:nvPr>
        </p:nvSpPr>
        <p:spPr/>
        <p:txBody>
          <a:bodyPr/>
          <a:lstStyle/>
          <a:p>
            <a:fld id="{7750942F-FE04-4295-8AA7-1B8CA8C1E7F5}" type="datetime1">
              <a:rPr lang="en-US" smtClean="0"/>
              <a:t>4/17/24</a:t>
            </a:fld>
            <a:endParaRPr lang="en-US"/>
          </a:p>
        </p:txBody>
      </p:sp>
      <p:sp>
        <p:nvSpPr>
          <p:cNvPr id="5" name="Slide Number Placeholder 4">
            <a:extLst>
              <a:ext uri="{FF2B5EF4-FFF2-40B4-BE49-F238E27FC236}">
                <a16:creationId xmlns:a16="http://schemas.microsoft.com/office/drawing/2014/main" id="{98566F4F-6CDA-49B4-ABC2-47547186B62E}"/>
              </a:ext>
            </a:extLst>
          </p:cNvPr>
          <p:cNvSpPr>
            <a:spLocks noGrp="1"/>
          </p:cNvSpPr>
          <p:nvPr>
            <p:ph type="sldNum" sz="quarter" idx="12"/>
          </p:nvPr>
        </p:nvSpPr>
        <p:spPr>
          <a:xfrm>
            <a:off x="11674225" y="5415563"/>
            <a:ext cx="305503" cy="306298"/>
          </a:xfrm>
          <a:ln>
            <a:solidFill>
              <a:schemeClr val="tx1"/>
            </a:solidFill>
          </a:ln>
        </p:spPr>
        <p:txBody>
          <a:bodyPr/>
          <a:lstStyle>
            <a:lvl1pPr>
              <a:defRPr>
                <a:solidFill>
                  <a:schemeClr val="tx1"/>
                </a:solidFill>
              </a:defRPr>
            </a:lvl1pPr>
          </a:lstStyle>
          <a:p>
            <a:fld id="{545951DD-1C6A-495F-8185-4C73F8F8B75A}" type="slidenum">
              <a:rPr lang="en-US" smtClean="0"/>
              <a:pPr/>
              <a:t>‹#›</a:t>
            </a:fld>
            <a:endParaRPr lang="en-US"/>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897879" y="3619110"/>
            <a:ext cx="4106853" cy="1524548"/>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Box 7">
            <a:extLst>
              <a:ext uri="{FF2B5EF4-FFF2-40B4-BE49-F238E27FC236}">
                <a16:creationId xmlns:a16="http://schemas.microsoft.com/office/drawing/2014/main" id="{206357EE-7324-4E9D-A650-60C96D800F81}"/>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For a library of presentation-ready images, visit the library </a:t>
            </a:r>
            <a:r>
              <a:rPr lang="en-US" sz="900">
                <a:solidFill>
                  <a:schemeClr val="bg1"/>
                </a:solidFill>
              </a:rPr>
              <a:t>on 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 </a:t>
            </a:r>
            <a:r>
              <a:rPr lang="en-US" sz="900">
                <a:hlinkClick r:id="rId3"/>
              </a:rPr>
              <a:t>bit.ly/AF-PPT</a:t>
            </a:r>
            <a:r>
              <a:rPr lang="en-US" sz="900"/>
              <a:t> </a:t>
            </a:r>
            <a:endParaRPr lang="en-US" sz="900" i="1"/>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p:txBody>
      </p:sp>
      <p:sp>
        <p:nvSpPr>
          <p:cNvPr id="7" name="Picture Placeholder 4">
            <a:extLst>
              <a:ext uri="{FF2B5EF4-FFF2-40B4-BE49-F238E27FC236}">
                <a16:creationId xmlns:a16="http://schemas.microsoft.com/office/drawing/2014/main" id="{EBBFB1AC-062E-48E2-DEA0-70D332678B00}"/>
              </a:ext>
            </a:extLst>
          </p:cNvPr>
          <p:cNvSpPr>
            <a:spLocks noGrp="1"/>
          </p:cNvSpPr>
          <p:nvPr>
            <p:ph type="pic" sz="quarter" idx="14" hasCustomPrompt="1"/>
          </p:nvPr>
        </p:nvSpPr>
        <p:spPr>
          <a:xfrm>
            <a:off x="5634680" y="580769"/>
            <a:ext cx="5881817" cy="5609968"/>
          </a:xfrm>
          <a:prstGeom prst="rect">
            <a:avLst/>
          </a:prstGeom>
          <a:ln>
            <a:noFill/>
          </a:ln>
        </p:spPr>
        <p:txBody>
          <a:bodyPr bIns="822960" anchor="ctr"/>
          <a:lstStyle>
            <a:lvl1pPr marL="0" indent="0" algn="ctr">
              <a:buNone/>
              <a:defRPr/>
            </a:lvl1pPr>
          </a:lstStyle>
          <a:p>
            <a:r>
              <a:rPr lang="en-US"/>
              <a:t>Click the Icon to Insert Image</a:t>
            </a:r>
          </a:p>
        </p:txBody>
      </p:sp>
      <p:sp>
        <p:nvSpPr>
          <p:cNvPr id="11" name="Footer Placeholder 5">
            <a:extLst>
              <a:ext uri="{FF2B5EF4-FFF2-40B4-BE49-F238E27FC236}">
                <a16:creationId xmlns:a16="http://schemas.microsoft.com/office/drawing/2014/main" id="{04AFA2B4-3E35-AF4F-2DC1-EE3201A44FB4}"/>
              </a:ext>
            </a:extLst>
          </p:cNvPr>
          <p:cNvSpPr>
            <a:spLocks noGrp="1"/>
          </p:cNvSpPr>
          <p:nvPr>
            <p:ph type="ftr" sz="quarter" idx="11"/>
          </p:nvPr>
        </p:nvSpPr>
        <p:spPr>
          <a:xfrm>
            <a:off x="342900" y="6394105"/>
            <a:ext cx="5251801" cy="365125"/>
          </a:xfrm>
        </p:spPr>
        <p:txBody>
          <a:bodyPr/>
          <a:lstStyle/>
          <a:p>
            <a:endParaRPr lang="en-US"/>
          </a:p>
        </p:txBody>
      </p:sp>
    </p:spTree>
    <p:extLst>
      <p:ext uri="{BB962C8B-B14F-4D97-AF65-F5344CB8AC3E}">
        <p14:creationId xmlns:p14="http://schemas.microsoft.com/office/powerpoint/2010/main" val="330005686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ext with Large Left Image - Dk Purple">
    <p:bg bwMode="gray">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66A34F3-535E-D168-1C7B-A0D34E551C87}"/>
              </a:ext>
            </a:extLst>
          </p:cNvPr>
          <p:cNvSpPr/>
          <p:nvPr userDrawn="1"/>
        </p:nvSpPr>
        <p:spPr>
          <a:xfrm>
            <a:off x="5681764" y="556054"/>
            <a:ext cx="5793342" cy="560996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6412418" y="991133"/>
            <a:ext cx="4683950" cy="2006284"/>
          </a:xfrm>
        </p:spPr>
        <p:txBody>
          <a:bodyPr/>
          <a:lstStyle>
            <a:lvl1pPr>
              <a:defRPr>
                <a:solidFill>
                  <a:schemeClr val="tx1"/>
                </a:solidFill>
              </a:defRPr>
            </a:lvl1pPr>
          </a:lstStyle>
          <a:p>
            <a:r>
              <a:rPr lang="en-US"/>
              <a:t>Content with Large Image on the Left</a:t>
            </a:r>
          </a:p>
        </p:txBody>
      </p:sp>
      <p:sp>
        <p:nvSpPr>
          <p:cNvPr id="3" name="Date Placeholder 2">
            <a:extLst>
              <a:ext uri="{FF2B5EF4-FFF2-40B4-BE49-F238E27FC236}">
                <a16:creationId xmlns:a16="http://schemas.microsoft.com/office/drawing/2014/main" id="{51D445D6-5ADC-4843-8D7E-04C5B3DA43D2}"/>
              </a:ext>
            </a:extLst>
          </p:cNvPr>
          <p:cNvSpPr>
            <a:spLocks noGrp="1"/>
          </p:cNvSpPr>
          <p:nvPr>
            <p:ph type="dt" sz="half" idx="10"/>
          </p:nvPr>
        </p:nvSpPr>
        <p:spPr/>
        <p:txBody>
          <a:bodyPr/>
          <a:lstStyle/>
          <a:p>
            <a:fld id="{F3AC5A41-916D-4914-928C-14F9E3496C2D}" type="datetime1">
              <a:rPr lang="en-US" smtClean="0"/>
              <a:t>4/17/24</a:t>
            </a:fld>
            <a:endParaRPr lang="en-US"/>
          </a:p>
        </p:txBody>
      </p:sp>
      <p:sp>
        <p:nvSpPr>
          <p:cNvPr id="4" name="Footer Placeholder 3">
            <a:extLst>
              <a:ext uri="{FF2B5EF4-FFF2-40B4-BE49-F238E27FC236}">
                <a16:creationId xmlns:a16="http://schemas.microsoft.com/office/drawing/2014/main" id="{932DC89B-4068-48CC-854E-8194F94552EB}"/>
              </a:ext>
            </a:extLst>
          </p:cNvPr>
          <p:cNvSpPr>
            <a:spLocks noGrp="1"/>
          </p:cNvSpPr>
          <p:nvPr>
            <p:ph type="ftr" sz="quarter" idx="11"/>
          </p:nvPr>
        </p:nvSpPr>
        <p:spPr>
          <a:xfrm>
            <a:off x="6407935" y="6394105"/>
            <a:ext cx="4194827" cy="365125"/>
          </a:xfrm>
        </p:spPr>
        <p:txBody>
          <a:bodyPr/>
          <a:lstStyle/>
          <a:p>
            <a:endParaRPr lang="en-US"/>
          </a:p>
        </p:txBody>
      </p:sp>
      <p:sp>
        <p:nvSpPr>
          <p:cNvPr id="5" name="Slide Number Placeholder 4">
            <a:extLst>
              <a:ext uri="{FF2B5EF4-FFF2-40B4-BE49-F238E27FC236}">
                <a16:creationId xmlns:a16="http://schemas.microsoft.com/office/drawing/2014/main" id="{98566F4F-6CDA-49B4-ABC2-47547186B62E}"/>
              </a:ext>
            </a:extLst>
          </p:cNvPr>
          <p:cNvSpPr>
            <a:spLocks noGrp="1"/>
          </p:cNvSpPr>
          <p:nvPr>
            <p:ph type="sldNum" sz="quarter" idx="12"/>
          </p:nvPr>
        </p:nvSpPr>
        <p:spPr/>
        <p:txBody>
          <a:bodyPr/>
          <a:lstStyle/>
          <a:p>
            <a:fld id="{545951DD-1C6A-495F-8185-4C73F8F8B75A}" type="slidenum">
              <a:rPr lang="en-US" smtClean="0"/>
              <a:pPr/>
              <a:t>‹#›</a:t>
            </a:fld>
            <a:endParaRPr lang="en-US"/>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6407935" y="3263945"/>
            <a:ext cx="4683500" cy="2519700"/>
          </a:xfrm>
        </p:spPr>
        <p:txBody>
          <a:bodyPr/>
          <a:lstStyle>
            <a:lvl1pPr>
              <a:buClr>
                <a:schemeClr val="accent4"/>
              </a:buClr>
              <a:defRPr/>
            </a:lvl1pPr>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Box 7">
            <a:extLst>
              <a:ext uri="{FF2B5EF4-FFF2-40B4-BE49-F238E27FC236}">
                <a16:creationId xmlns:a16="http://schemas.microsoft.com/office/drawing/2014/main" id="{3ECFAEC9-107E-4C12-8C20-C62DC077EDC5}"/>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For a library of presentation-ready images, visit the library </a:t>
            </a:r>
            <a:r>
              <a:rPr lang="en-US" sz="900">
                <a:solidFill>
                  <a:schemeClr val="bg1"/>
                </a:solidFill>
              </a:rPr>
              <a:t>on 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 </a:t>
            </a:r>
            <a:r>
              <a:rPr lang="en-US" sz="900">
                <a:hlinkClick r:id="rId3"/>
              </a:rPr>
              <a:t>bit.ly/AF-PPT</a:t>
            </a:r>
            <a:r>
              <a:rPr lang="en-US" sz="900"/>
              <a:t> </a:t>
            </a:r>
            <a:endParaRPr lang="en-US" sz="900" i="1"/>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p:txBody>
      </p:sp>
      <p:sp>
        <p:nvSpPr>
          <p:cNvPr id="6" name="Picture Placeholder 4">
            <a:extLst>
              <a:ext uri="{FF2B5EF4-FFF2-40B4-BE49-F238E27FC236}">
                <a16:creationId xmlns:a16="http://schemas.microsoft.com/office/drawing/2014/main" id="{28FA5F90-CC48-8392-5B76-6A50CC473E3E}"/>
              </a:ext>
            </a:extLst>
          </p:cNvPr>
          <p:cNvSpPr>
            <a:spLocks noGrp="1"/>
          </p:cNvSpPr>
          <p:nvPr>
            <p:ph type="pic" sz="quarter" idx="14" hasCustomPrompt="1"/>
          </p:nvPr>
        </p:nvSpPr>
        <p:spPr>
          <a:xfrm>
            <a:off x="5542" y="0"/>
            <a:ext cx="5793342" cy="6857999"/>
          </a:xfrm>
          <a:prstGeom prst="rect">
            <a:avLst/>
          </a:prstGeom>
          <a:ln>
            <a:noFill/>
          </a:ln>
        </p:spPr>
        <p:txBody>
          <a:bodyPr bIns="822960" anchor="ctr"/>
          <a:lstStyle>
            <a:lvl1pPr marL="0" indent="0" algn="ctr">
              <a:buNone/>
              <a:defRPr/>
            </a:lvl1pPr>
          </a:lstStyle>
          <a:p>
            <a:r>
              <a:rPr lang="en-US"/>
              <a:t>Click the Icon to Insert Image</a:t>
            </a:r>
          </a:p>
        </p:txBody>
      </p:sp>
    </p:spTree>
    <p:extLst>
      <p:ext uri="{BB962C8B-B14F-4D97-AF65-F5344CB8AC3E}">
        <p14:creationId xmlns:p14="http://schemas.microsoft.com/office/powerpoint/2010/main" val="87707493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ext with Left Image - Dark Bg">
    <p:bg bwMode="ltGray">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CD822-AC3E-9535-CFA0-156ABCA3E84A}"/>
              </a:ext>
            </a:extLst>
          </p:cNvPr>
          <p:cNvSpPr>
            <a:spLocks noGrp="1"/>
          </p:cNvSpPr>
          <p:nvPr>
            <p:ph type="title" hasCustomPrompt="1"/>
          </p:nvPr>
        </p:nvSpPr>
        <p:spPr>
          <a:xfrm>
            <a:off x="6095999" y="1774065"/>
            <a:ext cx="4977414" cy="1955308"/>
          </a:xfrm>
        </p:spPr>
        <p:txBody>
          <a:bodyPr/>
          <a:lstStyle>
            <a:lvl1pPr>
              <a:defRPr>
                <a:solidFill>
                  <a:schemeClr val="tx1"/>
                </a:solidFill>
              </a:defRPr>
            </a:lvl1pPr>
          </a:lstStyle>
          <a:p>
            <a:r>
              <a:rPr lang="en-US">
                <a:solidFill>
                  <a:schemeClr val="tx1">
                    <a:lumMod val="95000"/>
                  </a:schemeClr>
                </a:solidFill>
              </a:rPr>
              <a:t>Divider or Impact Slide Option 2</a:t>
            </a:r>
          </a:p>
        </p:txBody>
      </p:sp>
      <p:sp>
        <p:nvSpPr>
          <p:cNvPr id="5" name="Text Placeholder 12">
            <a:extLst>
              <a:ext uri="{FF2B5EF4-FFF2-40B4-BE49-F238E27FC236}">
                <a16:creationId xmlns:a16="http://schemas.microsoft.com/office/drawing/2014/main" id="{061B5DED-D73D-015F-4AE5-745B1E18C4D0}"/>
              </a:ext>
            </a:extLst>
          </p:cNvPr>
          <p:cNvSpPr>
            <a:spLocks noGrp="1"/>
          </p:cNvSpPr>
          <p:nvPr>
            <p:ph type="body" sz="quarter" idx="14"/>
          </p:nvPr>
        </p:nvSpPr>
        <p:spPr bwMode="white">
          <a:xfrm>
            <a:off x="6096000" y="3841968"/>
            <a:ext cx="4977413" cy="1301750"/>
          </a:xfrm>
        </p:spPr>
        <p:txBody>
          <a:bodyPr/>
          <a:lstStyle>
            <a:lvl1pPr>
              <a:buClr>
                <a:schemeClr val="accent4"/>
              </a:buClr>
              <a:defRPr/>
            </a:lvl1pPr>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7">
            <a:extLst>
              <a:ext uri="{FF2B5EF4-FFF2-40B4-BE49-F238E27FC236}">
                <a16:creationId xmlns:a16="http://schemas.microsoft.com/office/drawing/2014/main" id="{0DA05514-6B1B-9F0E-84BF-814FDC4826EB}"/>
              </a:ext>
            </a:extLst>
          </p:cNvPr>
          <p:cNvSpPr>
            <a:spLocks noGrp="1"/>
          </p:cNvSpPr>
          <p:nvPr>
            <p:ph type="pic" sz="quarter" idx="15" hasCustomPrompt="1"/>
          </p:nvPr>
        </p:nvSpPr>
        <p:spPr>
          <a:xfrm>
            <a:off x="0" y="0"/>
            <a:ext cx="4078444" cy="6858000"/>
          </a:xfrm>
        </p:spPr>
        <p:txBody>
          <a:bodyPr bIns="914400" anchor="ctr"/>
          <a:lstStyle>
            <a:lvl1pPr marL="0" indent="0" algn="ctr">
              <a:buFontTx/>
              <a:buNone/>
              <a:defRPr/>
            </a:lvl1pPr>
          </a:lstStyle>
          <a:p>
            <a:r>
              <a:rPr lang="en-US"/>
              <a:t>Click the Icon to Insert Image</a:t>
            </a:r>
          </a:p>
        </p:txBody>
      </p:sp>
      <p:sp>
        <p:nvSpPr>
          <p:cNvPr id="3" name="TextBox 2">
            <a:extLst>
              <a:ext uri="{FF2B5EF4-FFF2-40B4-BE49-F238E27FC236}">
                <a16:creationId xmlns:a16="http://schemas.microsoft.com/office/drawing/2014/main" id="{6FAC5571-E6BE-8030-4F4B-C6D3C5C62005}"/>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2D2926"/>
                </a:solidFill>
                <a:effectLst/>
                <a:uLnTx/>
                <a:uFillTx/>
              </a:rPr>
              <a:t>TEMPLATE NOTES </a:t>
            </a:r>
            <a:br>
              <a:rPr kumimoji="0" lang="en-US" sz="900" b="1" i="0" u="none" strike="noStrike" kern="0" cap="none" spc="0" normalizeH="0" baseline="0" noProof="0">
                <a:ln>
                  <a:noFill/>
                </a:ln>
                <a:solidFill>
                  <a:srgbClr val="2D2926"/>
                </a:solidFill>
                <a:effectLst/>
                <a:uLnTx/>
                <a:uFillTx/>
              </a:rPr>
            </a:br>
            <a:r>
              <a:rPr kumimoji="0" lang="en-US" sz="900" b="0" i="1" u="none" strike="noStrike" kern="0" cap="none" spc="0" normalizeH="0" baseline="0" noProof="0">
                <a:ln>
                  <a:noFill/>
                </a:ln>
                <a:solidFill>
                  <a:srgbClr val="2D2926"/>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2D2926"/>
                </a:solidFill>
                <a:effectLst/>
                <a:uLnTx/>
                <a:uFillTx/>
              </a:rPr>
              <a:t>For a library of presentation-ready images, visit the library on SharePoint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Marketing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Documents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Design Resources &gt;  PowerPoint Templates &gt; Anytime Fitness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PPT Image Library.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Or, simply type in this URL: </a:t>
            </a:r>
            <a:r>
              <a:rPr kumimoji="0" lang="en-US" sz="900" b="0" i="0" u="none" strike="noStrike" kern="0" cap="none" spc="0" normalizeH="0" baseline="0" noProof="0">
                <a:ln>
                  <a:noFill/>
                </a:ln>
                <a:solidFill>
                  <a:srgbClr val="FF7500"/>
                </a:solidFill>
                <a:effectLst/>
                <a:uLnTx/>
                <a:uFillTx/>
                <a:hlinkClick r:id="rId2">
                  <a:extLst>
                    <a:ext uri="{A12FA001-AC4F-418D-AE19-62706E023703}">
                      <ahyp:hlinkClr xmlns:ahyp="http://schemas.microsoft.com/office/drawing/2018/hyperlinkcolor" val="tx"/>
                    </a:ext>
                  </a:extLst>
                </a:hlinkClick>
              </a:rPr>
              <a:t>bit.ly/AF-PPT</a:t>
            </a:r>
            <a:r>
              <a:rPr kumimoji="0" lang="en-US" sz="900" b="0" i="0" u="none" strike="noStrike" kern="0" cap="none" spc="0" normalizeH="0" baseline="0" noProof="0">
                <a:ln>
                  <a:noFill/>
                </a:ln>
                <a:solidFill>
                  <a:srgbClr val="FF7500"/>
                </a:solidFill>
                <a:effectLst/>
                <a:uLnTx/>
                <a:uFillTx/>
              </a:rPr>
              <a:t> </a:t>
            </a:r>
            <a:endParaRPr kumimoji="0" lang="en-US" sz="900" b="0" i="1" u="none" strike="noStrike" kern="0" cap="none" spc="0" normalizeH="0" baseline="0" noProof="0">
              <a:ln>
                <a:noFill/>
              </a:ln>
              <a:solidFill>
                <a:srgbClr val="FF75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p:txBody>
      </p:sp>
      <p:pic>
        <p:nvPicPr>
          <p:cNvPr id="7" name="Picture 6">
            <a:extLst>
              <a:ext uri="{FF2B5EF4-FFF2-40B4-BE49-F238E27FC236}">
                <a16:creationId xmlns:a16="http://schemas.microsoft.com/office/drawing/2014/main" id="{E76671F2-0D61-52BC-4697-DAF58767F2CA}"/>
              </a:ext>
            </a:extLst>
          </p:cNvPr>
          <p:cNvPicPr>
            <a:picLocks noChangeAspect="1"/>
          </p:cNvPicPr>
          <p:nvPr userDrawn="1"/>
        </p:nvPicPr>
        <p:blipFill>
          <a:blip r:embed="rId3"/>
          <a:stretch>
            <a:fillRect/>
          </a:stretch>
        </p:blipFill>
        <p:spPr>
          <a:xfrm>
            <a:off x="4078444" y="0"/>
            <a:ext cx="1572768" cy="6858000"/>
          </a:xfrm>
          <a:prstGeom prst="rect">
            <a:avLst/>
          </a:prstGeom>
        </p:spPr>
      </p:pic>
      <p:sp>
        <p:nvSpPr>
          <p:cNvPr id="10" name="Date Placeholder 9">
            <a:extLst>
              <a:ext uri="{FF2B5EF4-FFF2-40B4-BE49-F238E27FC236}">
                <a16:creationId xmlns:a16="http://schemas.microsoft.com/office/drawing/2014/main" id="{8083A65D-4331-EE9C-4E88-FB1161B83003}"/>
              </a:ext>
            </a:extLst>
          </p:cNvPr>
          <p:cNvSpPr>
            <a:spLocks noGrp="1"/>
          </p:cNvSpPr>
          <p:nvPr>
            <p:ph type="dt" sz="half" idx="16"/>
          </p:nvPr>
        </p:nvSpPr>
        <p:spPr/>
        <p:txBody>
          <a:bodyPr/>
          <a:lstStyle/>
          <a:p>
            <a:fld id="{B7EB65F7-02F7-4C03-9B5E-0F72A9F540CE}" type="datetime1">
              <a:rPr lang="en-US" smtClean="0"/>
              <a:pPr/>
              <a:t>4/17/24</a:t>
            </a:fld>
            <a:endParaRPr lang="en-US"/>
          </a:p>
        </p:txBody>
      </p:sp>
      <p:sp>
        <p:nvSpPr>
          <p:cNvPr id="11" name="Footer Placeholder 10">
            <a:extLst>
              <a:ext uri="{FF2B5EF4-FFF2-40B4-BE49-F238E27FC236}">
                <a16:creationId xmlns:a16="http://schemas.microsoft.com/office/drawing/2014/main" id="{569641BE-1BE1-EB54-23B4-6F4B33A13E9D}"/>
              </a:ext>
            </a:extLst>
          </p:cNvPr>
          <p:cNvSpPr>
            <a:spLocks noGrp="1"/>
          </p:cNvSpPr>
          <p:nvPr>
            <p:ph type="ftr" sz="quarter" idx="17"/>
          </p:nvPr>
        </p:nvSpPr>
        <p:spPr>
          <a:xfrm>
            <a:off x="6096000" y="6394105"/>
            <a:ext cx="4506761" cy="365125"/>
          </a:xfrm>
        </p:spPr>
        <p:txBody>
          <a:bodyPr/>
          <a:lstStyle/>
          <a:p>
            <a:endParaRPr lang="en-US"/>
          </a:p>
        </p:txBody>
      </p:sp>
      <p:sp>
        <p:nvSpPr>
          <p:cNvPr id="12" name="Slide Number Placeholder 11">
            <a:extLst>
              <a:ext uri="{FF2B5EF4-FFF2-40B4-BE49-F238E27FC236}">
                <a16:creationId xmlns:a16="http://schemas.microsoft.com/office/drawing/2014/main" id="{167A052B-5F77-C85C-6A56-14AC15161947}"/>
              </a:ext>
            </a:extLst>
          </p:cNvPr>
          <p:cNvSpPr>
            <a:spLocks noGrp="1"/>
          </p:cNvSpPr>
          <p:nvPr>
            <p:ph type="sldNum" sz="quarter" idx="18"/>
          </p:nvPr>
        </p:nvSpPr>
        <p:spPr/>
        <p:txBody>
          <a:bodyPr/>
          <a:lstStyle/>
          <a:p>
            <a:fld id="{545951DD-1C6A-495F-8185-4C73F8F8B75A}" type="slidenum">
              <a:rPr lang="en-US" smtClean="0"/>
              <a:pPr/>
              <a:t>‹#›</a:t>
            </a:fld>
            <a:endParaRPr lang="en-US"/>
          </a:p>
        </p:txBody>
      </p:sp>
    </p:spTree>
    <p:extLst>
      <p:ext uri="{BB962C8B-B14F-4D97-AF65-F5344CB8AC3E}">
        <p14:creationId xmlns:p14="http://schemas.microsoft.com/office/powerpoint/2010/main" val="364478954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Text with Large Left Image - Light Bg">
    <p:bg>
      <p:bgRef idx="1001">
        <a:schemeClr val="bg1"/>
      </p:bgRef>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3390CDE5-E10E-9F48-C106-7D987530EDB9}"/>
              </a:ext>
            </a:extLst>
          </p:cNvPr>
          <p:cNvSpPr>
            <a:spLocks noGrp="1"/>
          </p:cNvSpPr>
          <p:nvPr>
            <p:ph type="pic" sz="quarter" idx="18" hasCustomPrompt="1"/>
          </p:nvPr>
        </p:nvSpPr>
        <p:spPr>
          <a:xfrm>
            <a:off x="0" y="0"/>
            <a:ext cx="6557319" cy="6857999"/>
          </a:xfrm>
          <a:prstGeom prst="rect">
            <a:avLst/>
          </a:prstGeom>
          <a:ln>
            <a:noFill/>
          </a:ln>
        </p:spPr>
        <p:txBody>
          <a:bodyPr bIns="822960" anchor="ctr"/>
          <a:lstStyle>
            <a:lvl1pPr marL="0" indent="0" algn="ctr">
              <a:buNone/>
              <a:defRPr/>
            </a:lvl1pPr>
          </a:lstStyle>
          <a:p>
            <a:r>
              <a:rPr lang="en-US"/>
              <a:t>Click the Icon to Insert Image</a:t>
            </a:r>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6974811" y="665652"/>
            <a:ext cx="4022175" cy="2006284"/>
          </a:xfrm>
        </p:spPr>
        <p:txBody>
          <a:bodyPr/>
          <a:lstStyle>
            <a:lvl1pPr>
              <a:defRPr>
                <a:solidFill>
                  <a:schemeClr val="accent1"/>
                </a:solidFill>
              </a:defRPr>
            </a:lvl1pPr>
          </a:lstStyle>
          <a:p>
            <a:r>
              <a:rPr lang="en-US"/>
              <a:t>Text with Large Image</a:t>
            </a:r>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6970328" y="2938463"/>
            <a:ext cx="4021789" cy="3081337"/>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Box 7">
            <a:extLst>
              <a:ext uri="{FF2B5EF4-FFF2-40B4-BE49-F238E27FC236}">
                <a16:creationId xmlns:a16="http://schemas.microsoft.com/office/drawing/2014/main" id="{7E588E7E-D8D9-4FCD-AE09-B830C7371667}"/>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tx1"/>
                </a:solidFill>
                <a:effectLst/>
                <a:uLnTx/>
                <a:uFillTx/>
              </a:rPr>
              <a:t>TEMPLATE NOTES </a:t>
            </a:r>
            <a:br>
              <a:rPr kumimoji="0" lang="en-US" sz="900" b="1" i="0" u="none" strike="noStrike" kern="0" cap="none" spc="0" normalizeH="0" baseline="0" noProof="0">
                <a:ln>
                  <a:noFill/>
                </a:ln>
                <a:solidFill>
                  <a:schemeClr val="tx1"/>
                </a:solidFill>
                <a:effectLst/>
                <a:uLnTx/>
                <a:uFillTx/>
              </a:rPr>
            </a:br>
            <a:r>
              <a:rPr kumimoji="0" lang="en-US" sz="900" b="0" i="1" u="none" strike="noStrike" kern="0" cap="none" spc="0" normalizeH="0" baseline="0" noProof="0">
                <a:ln>
                  <a:noFill/>
                </a:ln>
                <a:solidFill>
                  <a:schemeClr val="tx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tx1"/>
                </a:solidFill>
                <a:effectLst/>
                <a:uLnTx/>
                <a:uFillTx/>
              </a:rPr>
              <a:t>For a library of presentation-ready images, visit the library on </a:t>
            </a:r>
            <a:r>
              <a:rPr lang="en-US" sz="900">
                <a:solidFill>
                  <a:schemeClr val="tx1"/>
                </a:solidFill>
              </a:rPr>
              <a:t>SharePoint &gt; </a:t>
            </a:r>
            <a:br>
              <a:rPr lang="en-US" sz="900">
                <a:solidFill>
                  <a:schemeClr val="tx1"/>
                </a:solidFill>
              </a:rPr>
            </a:br>
            <a:r>
              <a:rPr lang="en-US" sz="900">
                <a:solidFill>
                  <a:schemeClr val="tx1"/>
                </a:solidFill>
              </a:rPr>
              <a:t>Marketing &gt; </a:t>
            </a:r>
            <a:br>
              <a:rPr lang="en-US" sz="900">
                <a:solidFill>
                  <a:schemeClr val="tx1"/>
                </a:solidFill>
              </a:rPr>
            </a:br>
            <a:r>
              <a:rPr lang="en-US" sz="900">
                <a:solidFill>
                  <a:schemeClr val="tx1"/>
                </a:solidFill>
              </a:rPr>
              <a:t>Documents &gt; </a:t>
            </a:r>
            <a:br>
              <a:rPr lang="en-US" sz="900">
                <a:solidFill>
                  <a:schemeClr val="tx1"/>
                </a:solidFill>
              </a:rPr>
            </a:br>
            <a:r>
              <a:rPr lang="en-US" sz="900">
                <a:solidFill>
                  <a:schemeClr val="tx1"/>
                </a:solidFill>
              </a:rPr>
              <a:t>Design Resources &gt;  PowerPoint Templates &gt; Anytime Fitness &gt; </a:t>
            </a:r>
            <a:br>
              <a:rPr lang="en-US" sz="900">
                <a:solidFill>
                  <a:schemeClr val="tx1"/>
                </a:solidFill>
              </a:rPr>
            </a:br>
            <a:r>
              <a:rPr lang="en-US" sz="900">
                <a:solidFill>
                  <a:schemeClr val="tx1"/>
                </a:solidFill>
              </a:rPr>
              <a:t>PPT Image Library. </a:t>
            </a:r>
            <a:br>
              <a:rPr lang="en-US" sz="900">
                <a:solidFill>
                  <a:schemeClr val="tx1"/>
                </a:solidFill>
              </a:rPr>
            </a:br>
            <a:r>
              <a:rPr lang="en-US" sz="900">
                <a:solidFill>
                  <a:schemeClr val="tx1"/>
                </a:solidFill>
              </a:rPr>
              <a:t>Or, simply type in this URL: </a:t>
            </a:r>
            <a:r>
              <a:rPr lang="en-US" sz="900">
                <a:solidFill>
                  <a:schemeClr val="accent6"/>
                </a:solidFill>
                <a:hlinkClick r:id="rId2">
                  <a:extLst>
                    <a:ext uri="{A12FA001-AC4F-418D-AE19-62706E023703}">
                      <ahyp:hlinkClr xmlns:ahyp="http://schemas.microsoft.com/office/drawing/2018/hyperlinkcolor" val="tx"/>
                    </a:ext>
                  </a:extLst>
                </a:hlinkClick>
              </a:rPr>
              <a:t>bit.ly/AF-PPT</a:t>
            </a:r>
            <a:r>
              <a:rPr lang="en-US" sz="900">
                <a:solidFill>
                  <a:schemeClr val="accent6"/>
                </a:solidFill>
              </a:rPr>
              <a:t> </a:t>
            </a:r>
            <a:endParaRPr lang="en-US" sz="900" i="1">
              <a:solidFill>
                <a:schemeClr val="accent6"/>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p:txBody>
      </p:sp>
      <p:sp>
        <p:nvSpPr>
          <p:cNvPr id="13" name="Footer Placeholder 12">
            <a:extLst>
              <a:ext uri="{FF2B5EF4-FFF2-40B4-BE49-F238E27FC236}">
                <a16:creationId xmlns:a16="http://schemas.microsoft.com/office/drawing/2014/main" id="{168B3CC2-AFD1-4477-B45D-28E1464D08F1}"/>
              </a:ext>
            </a:extLst>
          </p:cNvPr>
          <p:cNvSpPr>
            <a:spLocks noGrp="1"/>
          </p:cNvSpPr>
          <p:nvPr>
            <p:ph type="ftr" sz="quarter" idx="17"/>
          </p:nvPr>
        </p:nvSpPr>
        <p:spPr>
          <a:xfrm>
            <a:off x="6970328" y="6394105"/>
            <a:ext cx="4361261" cy="365125"/>
          </a:xfrm>
        </p:spPr>
        <p:txBody>
          <a:bodyPr/>
          <a:lstStyle/>
          <a:p>
            <a:endParaRPr lang="en-US"/>
          </a:p>
        </p:txBody>
      </p:sp>
      <p:pic>
        <p:nvPicPr>
          <p:cNvPr id="3" name="Picture 2">
            <a:extLst>
              <a:ext uri="{FF2B5EF4-FFF2-40B4-BE49-F238E27FC236}">
                <a16:creationId xmlns:a16="http://schemas.microsoft.com/office/drawing/2014/main" id="{161E6687-4B96-E3CB-765F-312A09794CB2}"/>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982" r="93760"/>
          <a:stretch/>
        </p:blipFill>
        <p:spPr>
          <a:xfrm>
            <a:off x="11651211" y="0"/>
            <a:ext cx="540789" cy="6858000"/>
          </a:xfrm>
          <a:prstGeom prst="rect">
            <a:avLst/>
          </a:prstGeom>
        </p:spPr>
      </p:pic>
      <p:pic>
        <p:nvPicPr>
          <p:cNvPr id="5" name="Graphic 4">
            <a:extLst>
              <a:ext uri="{FF2B5EF4-FFF2-40B4-BE49-F238E27FC236}">
                <a16:creationId xmlns:a16="http://schemas.microsoft.com/office/drawing/2014/main" id="{7962B426-EE28-3D4F-2226-AB989EB3A17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70966"/>
            <a:ext cx="911645" cy="241661"/>
          </a:xfrm>
          <a:prstGeom prst="rect">
            <a:avLst/>
          </a:prstGeom>
        </p:spPr>
      </p:pic>
      <p:sp>
        <p:nvSpPr>
          <p:cNvPr id="6" name="Date Placeholder 5">
            <a:extLst>
              <a:ext uri="{FF2B5EF4-FFF2-40B4-BE49-F238E27FC236}">
                <a16:creationId xmlns:a16="http://schemas.microsoft.com/office/drawing/2014/main" id="{812A9857-7E1B-8723-2438-760855E5C06B}"/>
              </a:ext>
            </a:extLst>
          </p:cNvPr>
          <p:cNvSpPr>
            <a:spLocks noGrp="1"/>
          </p:cNvSpPr>
          <p:nvPr>
            <p:ph type="dt" sz="half" idx="19"/>
          </p:nvPr>
        </p:nvSpPr>
        <p:spPr/>
        <p:txBody>
          <a:bodyPr/>
          <a:lstStyle/>
          <a:p>
            <a:fld id="{B7EB65F7-02F7-4C03-9B5E-0F72A9F540CE}" type="datetime1">
              <a:rPr lang="en-US" smtClean="0"/>
              <a:pPr/>
              <a:t>4/17/24</a:t>
            </a:fld>
            <a:endParaRPr lang="en-US"/>
          </a:p>
        </p:txBody>
      </p:sp>
      <p:sp>
        <p:nvSpPr>
          <p:cNvPr id="10" name="Slide Number Placeholder 9">
            <a:extLst>
              <a:ext uri="{FF2B5EF4-FFF2-40B4-BE49-F238E27FC236}">
                <a16:creationId xmlns:a16="http://schemas.microsoft.com/office/drawing/2014/main" id="{B06EBAB5-213A-F3AD-DB61-0953276BD31F}"/>
              </a:ext>
            </a:extLst>
          </p:cNvPr>
          <p:cNvSpPr>
            <a:spLocks noGrp="1"/>
          </p:cNvSpPr>
          <p:nvPr>
            <p:ph type="sldNum" sz="quarter" idx="20"/>
          </p:nvPr>
        </p:nvSpPr>
        <p:spPr>
          <a:ln>
            <a:solidFill>
              <a:schemeClr val="bg2">
                <a:lumMod val="90000"/>
              </a:schemeClr>
            </a:solidFill>
          </a:ln>
        </p:spPr>
        <p:txBody>
          <a:bodyPr/>
          <a:lstStyle>
            <a:lvl1pPr>
              <a:defRPr>
                <a:solidFill>
                  <a:schemeClr val="bg1"/>
                </a:solidFill>
              </a:defRPr>
            </a:lvl1pPr>
          </a:lstStyle>
          <a:p>
            <a:fld id="{545951DD-1C6A-495F-8185-4C73F8F8B75A}" type="slidenum">
              <a:rPr lang="en-US" smtClean="0"/>
              <a:pPr/>
              <a:t>‹#›</a:t>
            </a:fld>
            <a:endParaRPr lang="en-US"/>
          </a:p>
        </p:txBody>
      </p:sp>
    </p:spTree>
    <p:extLst>
      <p:ext uri="{BB962C8B-B14F-4D97-AF65-F5344CB8AC3E}">
        <p14:creationId xmlns:p14="http://schemas.microsoft.com/office/powerpoint/2010/main" val="1819443670"/>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Text with Large Left Image - Dark Purple">
    <p:bg>
      <p:bgPr>
        <a:solidFill>
          <a:schemeClr val="accent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3390CDE5-E10E-9F48-C106-7D987530EDB9}"/>
              </a:ext>
            </a:extLst>
          </p:cNvPr>
          <p:cNvSpPr>
            <a:spLocks noGrp="1"/>
          </p:cNvSpPr>
          <p:nvPr>
            <p:ph type="pic" sz="quarter" idx="18" hasCustomPrompt="1"/>
          </p:nvPr>
        </p:nvSpPr>
        <p:spPr>
          <a:xfrm>
            <a:off x="0" y="0"/>
            <a:ext cx="6557319" cy="6857999"/>
          </a:xfrm>
          <a:prstGeom prst="rect">
            <a:avLst/>
          </a:prstGeom>
          <a:ln>
            <a:noFill/>
          </a:ln>
        </p:spPr>
        <p:txBody>
          <a:bodyPr bIns="822960" anchor="ctr"/>
          <a:lstStyle>
            <a:lvl1pPr marL="0" indent="0" algn="ctr">
              <a:buNone/>
              <a:defRPr/>
            </a:lvl1pPr>
          </a:lstStyle>
          <a:p>
            <a:r>
              <a:rPr lang="en-US"/>
              <a:t>Click the Icon to Insert Image</a:t>
            </a:r>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6974811" y="665652"/>
            <a:ext cx="4022175" cy="2006284"/>
          </a:xfrm>
        </p:spPr>
        <p:txBody>
          <a:bodyPr/>
          <a:lstStyle>
            <a:lvl1pPr>
              <a:defRPr>
                <a:solidFill>
                  <a:schemeClr val="tx1"/>
                </a:solidFill>
              </a:defRPr>
            </a:lvl1pPr>
          </a:lstStyle>
          <a:p>
            <a:r>
              <a:rPr lang="en-US"/>
              <a:t>Text with Large Image</a:t>
            </a:r>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6970328" y="2938463"/>
            <a:ext cx="4021789" cy="3081337"/>
          </a:xfrm>
        </p:spPr>
        <p:txBody>
          <a:bodyPr/>
          <a:lstStyle>
            <a:lvl1pPr>
              <a:buClr>
                <a:schemeClr val="accent4"/>
              </a:buClr>
              <a:defRPr/>
            </a:lvl1pPr>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Box 7">
            <a:extLst>
              <a:ext uri="{FF2B5EF4-FFF2-40B4-BE49-F238E27FC236}">
                <a16:creationId xmlns:a16="http://schemas.microsoft.com/office/drawing/2014/main" id="{7E588E7E-D8D9-4FCD-AE09-B830C7371667}"/>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bg1"/>
                </a:solidFill>
                <a:effectLst/>
                <a:uLnTx/>
                <a:uFillTx/>
              </a:rPr>
              <a:t>TEMPLATE NOTES </a:t>
            </a:r>
            <a:br>
              <a:rPr kumimoji="0" lang="en-US" sz="900" b="1" i="0" u="none" strike="noStrike" kern="0" cap="none" spc="0" normalizeH="0" baseline="0" noProof="0">
                <a:ln>
                  <a:noFill/>
                </a:ln>
                <a:solidFill>
                  <a:schemeClr val="bg1"/>
                </a:solidFill>
                <a:effectLst/>
                <a:uLnTx/>
                <a:uFillTx/>
              </a:rPr>
            </a:br>
            <a:r>
              <a:rPr kumimoji="0" lang="en-US" sz="900" b="0" i="1" u="none" strike="noStrike" kern="0" cap="none" spc="0" normalizeH="0" baseline="0" noProof="0">
                <a:ln>
                  <a:noFill/>
                </a:ln>
                <a:solidFill>
                  <a:schemeClr val="bg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bg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rPr>
              <a:t>For a library of presentation-ready images, visit the library on </a:t>
            </a:r>
            <a:r>
              <a:rPr lang="en-US" sz="900">
                <a:solidFill>
                  <a:schemeClr val="bg1"/>
                </a:solidFill>
              </a:rPr>
              <a:t>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 </a:t>
            </a:r>
            <a:r>
              <a:rPr lang="en-US" sz="900">
                <a:solidFill>
                  <a:schemeClr val="accent6"/>
                </a:solidFill>
                <a:hlinkClick r:id="rId2">
                  <a:extLst>
                    <a:ext uri="{A12FA001-AC4F-418D-AE19-62706E023703}">
                      <ahyp:hlinkClr xmlns:ahyp="http://schemas.microsoft.com/office/drawing/2018/hyperlinkcolor" val="tx"/>
                    </a:ext>
                  </a:extLst>
                </a:hlinkClick>
              </a:rPr>
              <a:t>bit.ly/AF-PPT</a:t>
            </a:r>
            <a:r>
              <a:rPr lang="en-US" sz="900">
                <a:solidFill>
                  <a:schemeClr val="accent6"/>
                </a:solidFill>
              </a:rPr>
              <a:t> </a:t>
            </a:r>
            <a:endParaRPr lang="en-US" sz="900" i="1">
              <a:solidFill>
                <a:schemeClr val="accent6"/>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p:txBody>
      </p:sp>
      <p:sp>
        <p:nvSpPr>
          <p:cNvPr id="13" name="Footer Placeholder 12">
            <a:extLst>
              <a:ext uri="{FF2B5EF4-FFF2-40B4-BE49-F238E27FC236}">
                <a16:creationId xmlns:a16="http://schemas.microsoft.com/office/drawing/2014/main" id="{168B3CC2-AFD1-4477-B45D-28E1464D08F1}"/>
              </a:ext>
            </a:extLst>
          </p:cNvPr>
          <p:cNvSpPr>
            <a:spLocks noGrp="1"/>
          </p:cNvSpPr>
          <p:nvPr>
            <p:ph type="ftr" sz="quarter" idx="17"/>
          </p:nvPr>
        </p:nvSpPr>
        <p:spPr>
          <a:xfrm>
            <a:off x="6970328" y="6394105"/>
            <a:ext cx="4361261" cy="365125"/>
          </a:xfrm>
        </p:spPr>
        <p:txBody>
          <a:bodyPr/>
          <a:lstStyle/>
          <a:p>
            <a:endParaRPr lang="en-US"/>
          </a:p>
        </p:txBody>
      </p:sp>
      <p:pic>
        <p:nvPicPr>
          <p:cNvPr id="5" name="Picture 4">
            <a:extLst>
              <a:ext uri="{FF2B5EF4-FFF2-40B4-BE49-F238E27FC236}">
                <a16:creationId xmlns:a16="http://schemas.microsoft.com/office/drawing/2014/main" id="{0F972565-4E9F-E115-14E6-4713149D276F}"/>
              </a:ext>
            </a:extLst>
          </p:cNvPr>
          <p:cNvPicPr>
            <a:picLocks noChangeAspect="1"/>
          </p:cNvPicPr>
          <p:nvPr userDrawn="1"/>
        </p:nvPicPr>
        <p:blipFill>
          <a:blip r:embed="rId3"/>
          <a:stretch>
            <a:fillRect/>
          </a:stretch>
        </p:blipFill>
        <p:spPr>
          <a:xfrm>
            <a:off x="11649456" y="0"/>
            <a:ext cx="542544" cy="6858000"/>
          </a:xfrm>
          <a:prstGeom prst="rect">
            <a:avLst/>
          </a:prstGeom>
        </p:spPr>
      </p:pic>
      <p:pic>
        <p:nvPicPr>
          <p:cNvPr id="3" name="Graphic 2">
            <a:extLst>
              <a:ext uri="{FF2B5EF4-FFF2-40B4-BE49-F238E27FC236}">
                <a16:creationId xmlns:a16="http://schemas.microsoft.com/office/drawing/2014/main" id="{59D1C155-6E45-A919-BFF3-D95E6F0E097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70966"/>
            <a:ext cx="911645" cy="241661"/>
          </a:xfrm>
          <a:prstGeom prst="rect">
            <a:avLst/>
          </a:prstGeom>
        </p:spPr>
      </p:pic>
      <p:sp>
        <p:nvSpPr>
          <p:cNvPr id="4" name="Date Placeholder 3">
            <a:extLst>
              <a:ext uri="{FF2B5EF4-FFF2-40B4-BE49-F238E27FC236}">
                <a16:creationId xmlns:a16="http://schemas.microsoft.com/office/drawing/2014/main" id="{B2C149FE-1185-71EC-5ED9-DA142CAF3FF8}"/>
              </a:ext>
            </a:extLst>
          </p:cNvPr>
          <p:cNvSpPr>
            <a:spLocks noGrp="1"/>
          </p:cNvSpPr>
          <p:nvPr>
            <p:ph type="dt" sz="half" idx="19"/>
          </p:nvPr>
        </p:nvSpPr>
        <p:spPr/>
        <p:txBody>
          <a:bodyPr/>
          <a:lstStyle/>
          <a:p>
            <a:fld id="{B7EB65F7-02F7-4C03-9B5E-0F72A9F540CE}" type="datetime1">
              <a:rPr lang="en-US" smtClean="0"/>
              <a:pPr/>
              <a:t>4/17/24</a:t>
            </a:fld>
            <a:endParaRPr lang="en-US"/>
          </a:p>
        </p:txBody>
      </p:sp>
      <p:sp>
        <p:nvSpPr>
          <p:cNvPr id="6" name="Slide Number Placeholder 5">
            <a:extLst>
              <a:ext uri="{FF2B5EF4-FFF2-40B4-BE49-F238E27FC236}">
                <a16:creationId xmlns:a16="http://schemas.microsoft.com/office/drawing/2014/main" id="{CF533577-CAD6-CBCA-C7B3-4AD96EA31295}"/>
              </a:ext>
            </a:extLst>
          </p:cNvPr>
          <p:cNvSpPr>
            <a:spLocks noGrp="1"/>
          </p:cNvSpPr>
          <p:nvPr>
            <p:ph type="sldNum" sz="quarter" idx="20"/>
          </p:nvPr>
        </p:nvSpPr>
        <p:spPr/>
        <p:txBody>
          <a:bodyPr/>
          <a:lstStyle/>
          <a:p>
            <a:fld id="{545951DD-1C6A-495F-8185-4C73F8F8B75A}" type="slidenum">
              <a:rPr lang="en-US" smtClean="0"/>
              <a:pPr/>
              <a:t>‹#›</a:t>
            </a:fld>
            <a:endParaRPr lang="en-US"/>
          </a:p>
        </p:txBody>
      </p:sp>
    </p:spTree>
    <p:extLst>
      <p:ext uri="{BB962C8B-B14F-4D97-AF65-F5344CB8AC3E}">
        <p14:creationId xmlns:p14="http://schemas.microsoft.com/office/powerpoint/2010/main" val="3183409407"/>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Text with Large Right Image - Light Bg">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CBE3A-1371-4086-83CA-4B7B61C86C9D}"/>
              </a:ext>
            </a:extLst>
          </p:cNvPr>
          <p:cNvSpPr>
            <a:spLocks noGrp="1"/>
          </p:cNvSpPr>
          <p:nvPr>
            <p:ph type="title" hasCustomPrompt="1"/>
          </p:nvPr>
        </p:nvSpPr>
        <p:spPr>
          <a:xfrm>
            <a:off x="533400" y="1252778"/>
            <a:ext cx="3932237" cy="1600200"/>
          </a:xfrm>
        </p:spPr>
        <p:txBody>
          <a:bodyPr anchor="b"/>
          <a:lstStyle>
            <a:lvl1pPr>
              <a:defRPr sz="4400">
                <a:solidFill>
                  <a:schemeClr val="accent1"/>
                </a:solidFill>
              </a:defRPr>
            </a:lvl1pPr>
          </a:lstStyle>
          <a:p>
            <a:r>
              <a:rPr lang="en-US"/>
              <a:t>Picture with Caption Layout</a:t>
            </a:r>
          </a:p>
        </p:txBody>
      </p:sp>
      <p:sp>
        <p:nvSpPr>
          <p:cNvPr id="6" name="Footer Placeholder 5">
            <a:extLst>
              <a:ext uri="{FF2B5EF4-FFF2-40B4-BE49-F238E27FC236}">
                <a16:creationId xmlns:a16="http://schemas.microsoft.com/office/drawing/2014/main" id="{4EE72D9F-9271-4C1D-8743-9736C3B2E0C0}"/>
              </a:ext>
            </a:extLst>
          </p:cNvPr>
          <p:cNvSpPr>
            <a:spLocks noGrp="1"/>
          </p:cNvSpPr>
          <p:nvPr>
            <p:ph type="ftr" sz="quarter" idx="11"/>
          </p:nvPr>
        </p:nvSpPr>
        <p:spPr>
          <a:xfrm>
            <a:off x="342901" y="6394105"/>
            <a:ext cx="4594790" cy="365125"/>
          </a:xfrm>
        </p:spPr>
        <p:txBody>
          <a:bodyPr/>
          <a:lstStyle/>
          <a:p>
            <a:endParaRPr lang="en-US"/>
          </a:p>
        </p:txBody>
      </p:sp>
      <p:sp>
        <p:nvSpPr>
          <p:cNvPr id="8" name="TextBox 7">
            <a:extLst>
              <a:ext uri="{FF2B5EF4-FFF2-40B4-BE49-F238E27FC236}">
                <a16:creationId xmlns:a16="http://schemas.microsoft.com/office/drawing/2014/main" id="{E70C427F-57A5-4C05-9944-747C08A8F684}"/>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tx1"/>
                </a:solidFill>
                <a:effectLst/>
                <a:uLnTx/>
                <a:uFillTx/>
              </a:rPr>
              <a:t>TEMPLATE NOTES </a:t>
            </a:r>
            <a:br>
              <a:rPr kumimoji="0" lang="en-US" sz="900" b="1" i="0" u="none" strike="noStrike" kern="0" cap="none" spc="0" normalizeH="0" baseline="0" noProof="0">
                <a:ln>
                  <a:noFill/>
                </a:ln>
                <a:solidFill>
                  <a:schemeClr val="tx1"/>
                </a:solidFill>
                <a:effectLst/>
                <a:uLnTx/>
                <a:uFillTx/>
              </a:rPr>
            </a:br>
            <a:r>
              <a:rPr kumimoji="0" lang="en-US" sz="900" b="0" i="1" u="none" strike="noStrike" kern="0" cap="none" spc="0" normalizeH="0" baseline="0" noProof="0">
                <a:ln>
                  <a:noFill/>
                </a:ln>
                <a:solidFill>
                  <a:schemeClr val="tx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tx1"/>
                </a:solidFill>
                <a:effectLst/>
                <a:uLnTx/>
                <a:uFillTx/>
              </a:rPr>
              <a:t>For a library of presentation-ready images, visit the library </a:t>
            </a:r>
            <a:r>
              <a:rPr lang="en-US" sz="900">
                <a:solidFill>
                  <a:schemeClr val="tx1"/>
                </a:solidFill>
              </a:rPr>
              <a:t>on SharePoint &gt; </a:t>
            </a:r>
            <a:br>
              <a:rPr lang="en-US" sz="900">
                <a:solidFill>
                  <a:schemeClr val="tx1"/>
                </a:solidFill>
              </a:rPr>
            </a:br>
            <a:r>
              <a:rPr lang="en-US" sz="900">
                <a:solidFill>
                  <a:schemeClr val="tx1"/>
                </a:solidFill>
              </a:rPr>
              <a:t>Marketing &gt; </a:t>
            </a:r>
            <a:br>
              <a:rPr lang="en-US" sz="900">
                <a:solidFill>
                  <a:schemeClr val="tx1"/>
                </a:solidFill>
              </a:rPr>
            </a:br>
            <a:r>
              <a:rPr lang="en-US" sz="900">
                <a:solidFill>
                  <a:schemeClr val="tx1"/>
                </a:solidFill>
              </a:rPr>
              <a:t>Documents &gt; </a:t>
            </a:r>
            <a:br>
              <a:rPr lang="en-US" sz="900">
                <a:solidFill>
                  <a:schemeClr val="tx1"/>
                </a:solidFill>
              </a:rPr>
            </a:br>
            <a:r>
              <a:rPr lang="en-US" sz="900">
                <a:solidFill>
                  <a:schemeClr val="tx1"/>
                </a:solidFill>
              </a:rPr>
              <a:t>Design Resources &gt;  PowerPoint Templates &gt; Anytime Fitness &gt; </a:t>
            </a:r>
            <a:br>
              <a:rPr lang="en-US" sz="900">
                <a:solidFill>
                  <a:schemeClr val="tx1"/>
                </a:solidFill>
              </a:rPr>
            </a:br>
            <a:r>
              <a:rPr lang="en-US" sz="900">
                <a:solidFill>
                  <a:schemeClr val="tx1"/>
                </a:solidFill>
              </a:rPr>
              <a:t>PPT Image Library. </a:t>
            </a:r>
            <a:br>
              <a:rPr lang="en-US" sz="900">
                <a:solidFill>
                  <a:schemeClr val="tx1"/>
                </a:solidFill>
              </a:rPr>
            </a:br>
            <a:r>
              <a:rPr lang="en-US" sz="900">
                <a:solidFill>
                  <a:schemeClr val="tx1"/>
                </a:solidFill>
              </a:rPr>
              <a:t>Or, simply type in this URL: </a:t>
            </a:r>
            <a:r>
              <a:rPr lang="en-US" sz="900">
                <a:solidFill>
                  <a:schemeClr val="accent6"/>
                </a:solidFill>
                <a:hlinkClick r:id="rId2">
                  <a:extLst>
                    <a:ext uri="{A12FA001-AC4F-418D-AE19-62706E023703}">
                      <ahyp:hlinkClr xmlns:ahyp="http://schemas.microsoft.com/office/drawing/2018/hyperlinkcolor" val="tx"/>
                    </a:ext>
                  </a:extLst>
                </a:hlinkClick>
              </a:rPr>
              <a:t>bit.ly/AF-PPT</a:t>
            </a:r>
            <a:r>
              <a:rPr lang="en-US" sz="900">
                <a:solidFill>
                  <a:schemeClr val="accent6"/>
                </a:solidFill>
              </a:rPr>
              <a:t> </a:t>
            </a:r>
            <a:endParaRPr lang="en-US" sz="900" i="1">
              <a:solidFill>
                <a:schemeClr val="accent6"/>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p:txBody>
      </p:sp>
      <p:sp>
        <p:nvSpPr>
          <p:cNvPr id="3" name="Picture Placeholder 4">
            <a:extLst>
              <a:ext uri="{FF2B5EF4-FFF2-40B4-BE49-F238E27FC236}">
                <a16:creationId xmlns:a16="http://schemas.microsoft.com/office/drawing/2014/main" id="{2F3C0D28-8347-E2BD-5443-74079E301A67}"/>
              </a:ext>
            </a:extLst>
          </p:cNvPr>
          <p:cNvSpPr>
            <a:spLocks noGrp="1"/>
          </p:cNvSpPr>
          <p:nvPr>
            <p:ph type="pic" sz="quarter" idx="13" hasCustomPrompt="1"/>
          </p:nvPr>
        </p:nvSpPr>
        <p:spPr>
          <a:xfrm>
            <a:off x="6203092" y="0"/>
            <a:ext cx="5988907" cy="6857999"/>
          </a:xfrm>
          <a:prstGeom prst="rect">
            <a:avLst/>
          </a:prstGeom>
          <a:ln>
            <a:noFill/>
          </a:ln>
        </p:spPr>
        <p:txBody>
          <a:bodyPr bIns="822960" anchor="ctr"/>
          <a:lstStyle>
            <a:lvl1pPr marL="0" indent="0" algn="ctr">
              <a:buNone/>
              <a:defRPr/>
            </a:lvl1pPr>
          </a:lstStyle>
          <a:p>
            <a:r>
              <a:rPr lang="en-US"/>
              <a:t>Click the Icon to Insert Image</a:t>
            </a:r>
          </a:p>
        </p:txBody>
      </p:sp>
      <p:pic>
        <p:nvPicPr>
          <p:cNvPr id="9" name="Picture 8">
            <a:extLst>
              <a:ext uri="{FF2B5EF4-FFF2-40B4-BE49-F238E27FC236}">
                <a16:creationId xmlns:a16="http://schemas.microsoft.com/office/drawing/2014/main" id="{5DD7EF77-A0CC-9187-46F7-7E0086D8AD9D}"/>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982" r="88438"/>
          <a:stretch/>
        </p:blipFill>
        <p:spPr>
          <a:xfrm>
            <a:off x="5114822" y="0"/>
            <a:ext cx="1088270" cy="6858000"/>
          </a:xfrm>
          <a:prstGeom prst="rect">
            <a:avLst/>
          </a:prstGeom>
        </p:spPr>
      </p:pic>
      <p:sp>
        <p:nvSpPr>
          <p:cNvPr id="5" name="Text Placeholder 8">
            <a:extLst>
              <a:ext uri="{FF2B5EF4-FFF2-40B4-BE49-F238E27FC236}">
                <a16:creationId xmlns:a16="http://schemas.microsoft.com/office/drawing/2014/main" id="{EB9AD8B6-545B-65BB-B696-AD1322BAA3E3}"/>
              </a:ext>
            </a:extLst>
          </p:cNvPr>
          <p:cNvSpPr>
            <a:spLocks noGrp="1"/>
          </p:cNvSpPr>
          <p:nvPr>
            <p:ph type="body" sz="quarter" idx="14"/>
          </p:nvPr>
        </p:nvSpPr>
        <p:spPr>
          <a:xfrm>
            <a:off x="533400" y="3082873"/>
            <a:ext cx="4021789" cy="3081337"/>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5040516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024" userDrawn="1">
          <p15:clr>
            <a:srgbClr val="FBAE40"/>
          </p15:clr>
        </p15:guide>
        <p15:guide id="2" orient="horz" pos="1851" userDrawn="1">
          <p15:clr>
            <a:srgbClr val="FBAE40"/>
          </p15:clr>
        </p15:guide>
        <p15:guide id="3" orient="horz" pos="1681" userDrawn="1">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Text with Large Right Image - Dark Purpl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1DB67CB-E66B-E513-1300-A4EE988AB05E}"/>
              </a:ext>
            </a:extLst>
          </p:cNvPr>
          <p:cNvPicPr>
            <a:picLocks noChangeAspect="1"/>
          </p:cNvPicPr>
          <p:nvPr userDrawn="1"/>
        </p:nvPicPr>
        <p:blipFill>
          <a:blip r:embed="rId2"/>
          <a:stretch>
            <a:fillRect/>
          </a:stretch>
        </p:blipFill>
        <p:spPr>
          <a:xfrm>
            <a:off x="5120570" y="0"/>
            <a:ext cx="1091184" cy="6858000"/>
          </a:xfrm>
          <a:prstGeom prst="rect">
            <a:avLst/>
          </a:prstGeom>
        </p:spPr>
      </p:pic>
      <p:sp>
        <p:nvSpPr>
          <p:cNvPr id="2" name="Title 1">
            <a:extLst>
              <a:ext uri="{FF2B5EF4-FFF2-40B4-BE49-F238E27FC236}">
                <a16:creationId xmlns:a16="http://schemas.microsoft.com/office/drawing/2014/main" id="{147CBE3A-1371-4086-83CA-4B7B61C86C9D}"/>
              </a:ext>
            </a:extLst>
          </p:cNvPr>
          <p:cNvSpPr>
            <a:spLocks noGrp="1"/>
          </p:cNvSpPr>
          <p:nvPr>
            <p:ph type="title" hasCustomPrompt="1"/>
          </p:nvPr>
        </p:nvSpPr>
        <p:spPr>
          <a:xfrm>
            <a:off x="533400" y="1252778"/>
            <a:ext cx="3932237" cy="1600200"/>
          </a:xfrm>
        </p:spPr>
        <p:txBody>
          <a:bodyPr anchor="b"/>
          <a:lstStyle>
            <a:lvl1pPr>
              <a:defRPr sz="4400">
                <a:solidFill>
                  <a:schemeClr val="tx1"/>
                </a:solidFill>
              </a:defRPr>
            </a:lvl1pPr>
          </a:lstStyle>
          <a:p>
            <a:r>
              <a:rPr lang="en-US"/>
              <a:t>Picture with Caption Layout</a:t>
            </a:r>
          </a:p>
        </p:txBody>
      </p:sp>
      <p:sp>
        <p:nvSpPr>
          <p:cNvPr id="6" name="Footer Placeholder 5">
            <a:extLst>
              <a:ext uri="{FF2B5EF4-FFF2-40B4-BE49-F238E27FC236}">
                <a16:creationId xmlns:a16="http://schemas.microsoft.com/office/drawing/2014/main" id="{4EE72D9F-9271-4C1D-8743-9736C3B2E0C0}"/>
              </a:ext>
            </a:extLst>
          </p:cNvPr>
          <p:cNvSpPr>
            <a:spLocks noGrp="1"/>
          </p:cNvSpPr>
          <p:nvPr>
            <p:ph type="ftr" sz="quarter" idx="11"/>
          </p:nvPr>
        </p:nvSpPr>
        <p:spPr>
          <a:xfrm>
            <a:off x="342901" y="6394105"/>
            <a:ext cx="4594790" cy="365125"/>
          </a:xfrm>
        </p:spPr>
        <p:txBody>
          <a:bodyPr/>
          <a:lstStyle/>
          <a:p>
            <a:endParaRPr lang="en-US"/>
          </a:p>
        </p:txBody>
      </p:sp>
      <p:sp>
        <p:nvSpPr>
          <p:cNvPr id="8" name="TextBox 7">
            <a:extLst>
              <a:ext uri="{FF2B5EF4-FFF2-40B4-BE49-F238E27FC236}">
                <a16:creationId xmlns:a16="http://schemas.microsoft.com/office/drawing/2014/main" id="{E70C427F-57A5-4C05-9944-747C08A8F684}"/>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bg1"/>
                </a:solidFill>
                <a:effectLst/>
                <a:uLnTx/>
                <a:uFillTx/>
              </a:rPr>
              <a:t>TEMPLATE NOTES </a:t>
            </a:r>
            <a:br>
              <a:rPr kumimoji="0" lang="en-US" sz="900" b="1" i="0" u="none" strike="noStrike" kern="0" cap="none" spc="0" normalizeH="0" baseline="0" noProof="0">
                <a:ln>
                  <a:noFill/>
                </a:ln>
                <a:solidFill>
                  <a:schemeClr val="bg1"/>
                </a:solidFill>
                <a:effectLst/>
                <a:uLnTx/>
                <a:uFillTx/>
              </a:rPr>
            </a:br>
            <a:r>
              <a:rPr kumimoji="0" lang="en-US" sz="900" b="0" i="1" u="none" strike="noStrike" kern="0" cap="none" spc="0" normalizeH="0" baseline="0" noProof="0">
                <a:ln>
                  <a:noFill/>
                </a:ln>
                <a:solidFill>
                  <a:schemeClr val="bg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bg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rPr>
              <a:t>For a library of presentation-ready images, visit the library </a:t>
            </a:r>
            <a:r>
              <a:rPr lang="en-US" sz="900">
                <a:solidFill>
                  <a:schemeClr val="bg1"/>
                </a:solidFill>
              </a:rPr>
              <a:t>on 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 </a:t>
            </a:r>
            <a:r>
              <a:rPr lang="en-US" sz="900">
                <a:solidFill>
                  <a:schemeClr val="accent6"/>
                </a:solidFill>
                <a:hlinkClick r:id="rId3">
                  <a:extLst>
                    <a:ext uri="{A12FA001-AC4F-418D-AE19-62706E023703}">
                      <ahyp:hlinkClr xmlns:ahyp="http://schemas.microsoft.com/office/drawing/2018/hyperlinkcolor" val="tx"/>
                    </a:ext>
                  </a:extLst>
                </a:hlinkClick>
              </a:rPr>
              <a:t>bit.ly/AF-PPT</a:t>
            </a:r>
            <a:r>
              <a:rPr lang="en-US" sz="900">
                <a:solidFill>
                  <a:schemeClr val="accent6"/>
                </a:solidFill>
              </a:rPr>
              <a:t> </a:t>
            </a:r>
            <a:endParaRPr lang="en-US" sz="900" i="1">
              <a:solidFill>
                <a:schemeClr val="accent6"/>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p:txBody>
      </p:sp>
      <p:sp>
        <p:nvSpPr>
          <p:cNvPr id="3" name="Picture Placeholder 4">
            <a:extLst>
              <a:ext uri="{FF2B5EF4-FFF2-40B4-BE49-F238E27FC236}">
                <a16:creationId xmlns:a16="http://schemas.microsoft.com/office/drawing/2014/main" id="{2F3C0D28-8347-E2BD-5443-74079E301A67}"/>
              </a:ext>
            </a:extLst>
          </p:cNvPr>
          <p:cNvSpPr>
            <a:spLocks noGrp="1"/>
          </p:cNvSpPr>
          <p:nvPr>
            <p:ph type="pic" sz="quarter" idx="13" hasCustomPrompt="1"/>
          </p:nvPr>
        </p:nvSpPr>
        <p:spPr>
          <a:xfrm>
            <a:off x="6203092" y="0"/>
            <a:ext cx="5988907" cy="6857999"/>
          </a:xfrm>
          <a:prstGeom prst="rect">
            <a:avLst/>
          </a:prstGeom>
          <a:ln>
            <a:noFill/>
          </a:ln>
        </p:spPr>
        <p:txBody>
          <a:bodyPr bIns="822960" anchor="ctr"/>
          <a:lstStyle>
            <a:lvl1pPr marL="0" indent="0" algn="ctr">
              <a:buNone/>
              <a:defRPr/>
            </a:lvl1pPr>
          </a:lstStyle>
          <a:p>
            <a:r>
              <a:rPr lang="en-US"/>
              <a:t>Click the Icon to Insert Image</a:t>
            </a:r>
          </a:p>
        </p:txBody>
      </p:sp>
      <p:sp>
        <p:nvSpPr>
          <p:cNvPr id="5" name="Text Placeholder 8">
            <a:extLst>
              <a:ext uri="{FF2B5EF4-FFF2-40B4-BE49-F238E27FC236}">
                <a16:creationId xmlns:a16="http://schemas.microsoft.com/office/drawing/2014/main" id="{EB9AD8B6-545B-65BB-B696-AD1322BAA3E3}"/>
              </a:ext>
            </a:extLst>
          </p:cNvPr>
          <p:cNvSpPr>
            <a:spLocks noGrp="1"/>
          </p:cNvSpPr>
          <p:nvPr>
            <p:ph type="body" sz="quarter" idx="14"/>
          </p:nvPr>
        </p:nvSpPr>
        <p:spPr>
          <a:xfrm>
            <a:off x="533400" y="3082873"/>
            <a:ext cx="4021789" cy="3081337"/>
          </a:xfrm>
        </p:spPr>
        <p:txBody>
          <a:bodyPr/>
          <a:lstStyle>
            <a:lvl1pPr>
              <a:buClr>
                <a:schemeClr val="accent4"/>
              </a:buClr>
              <a:defRPr/>
            </a:lvl1pPr>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9843781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024" userDrawn="1">
          <p15:clr>
            <a:srgbClr val="FBAE40"/>
          </p15:clr>
        </p15:guide>
        <p15:guide id="2" orient="horz" pos="1851" userDrawn="1">
          <p15:clr>
            <a:srgbClr val="FBAE40"/>
          </p15:clr>
        </p15:guide>
        <p15:guide id="3" orient="horz" pos="1681" userDrawn="1">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3A6B4-A3D5-4559-9B50-8681943FC616}"/>
              </a:ext>
            </a:extLst>
          </p:cNvPr>
          <p:cNvSpPr>
            <a:spLocks noGrp="1"/>
          </p:cNvSpPr>
          <p:nvPr>
            <p:ph type="title"/>
          </p:nvPr>
        </p:nvSpPr>
        <p:spPr/>
        <p:txBody>
          <a:bodyPr anchor="ctr"/>
          <a:lstStyle>
            <a:lvl1pPr algn="ctr">
              <a:defRPr>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1C950334-CBCA-4C0C-9256-E8C84E84E26D}"/>
              </a:ext>
            </a:extLst>
          </p:cNvPr>
          <p:cNvSpPr>
            <a:spLocks noGrp="1"/>
          </p:cNvSpPr>
          <p:nvPr>
            <p:ph type="dt" sz="half" idx="10"/>
          </p:nvPr>
        </p:nvSpPr>
        <p:spPr/>
        <p:txBody>
          <a:bodyPr/>
          <a:lstStyle/>
          <a:p>
            <a:fld id="{C74C23DA-9182-4F7F-8FC5-9400BE17C503}" type="datetime1">
              <a:rPr lang="en-US" smtClean="0"/>
              <a:t>4/17/24</a:t>
            </a:fld>
            <a:endParaRPr lang="en-US"/>
          </a:p>
        </p:txBody>
      </p:sp>
      <p:sp>
        <p:nvSpPr>
          <p:cNvPr id="4" name="Footer Placeholder 3">
            <a:extLst>
              <a:ext uri="{FF2B5EF4-FFF2-40B4-BE49-F238E27FC236}">
                <a16:creationId xmlns:a16="http://schemas.microsoft.com/office/drawing/2014/main" id="{914C48FC-41A3-4C1F-9FB6-0C16346759B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FAF286-CA2D-46B2-BD70-5607A3663414}"/>
              </a:ext>
            </a:extLst>
          </p:cNvPr>
          <p:cNvSpPr>
            <a:spLocks noGrp="1"/>
          </p:cNvSpPr>
          <p:nvPr>
            <p:ph type="sldNum" sz="quarter" idx="12"/>
          </p:nvPr>
        </p:nvSpPr>
        <p:spPr/>
        <p:txBody>
          <a:bodyPr/>
          <a:lstStyle/>
          <a:p>
            <a:fld id="{545951DD-1C6A-495F-8185-4C73F8F8B75A}" type="slidenum">
              <a:rPr lang="en-US" smtClean="0"/>
              <a:t>‹#›</a:t>
            </a:fld>
            <a:endParaRPr lang="en-US"/>
          </a:p>
        </p:txBody>
      </p:sp>
      <p:pic>
        <p:nvPicPr>
          <p:cNvPr id="9" name="Picture 8">
            <a:extLst>
              <a:ext uri="{FF2B5EF4-FFF2-40B4-BE49-F238E27FC236}">
                <a16:creationId xmlns:a16="http://schemas.microsoft.com/office/drawing/2014/main" id="{6501A020-009D-7EEA-DD1F-A5CDDB5C4B47}"/>
              </a:ext>
            </a:extLst>
          </p:cNvPr>
          <p:cNvPicPr>
            <a:picLocks noChangeAspect="1"/>
          </p:cNvPicPr>
          <p:nvPr userDrawn="1"/>
        </p:nvPicPr>
        <p:blipFill>
          <a:blip r:embed="rId2"/>
          <a:stretch>
            <a:fillRect/>
          </a:stretch>
        </p:blipFill>
        <p:spPr>
          <a:xfrm>
            <a:off x="-7845" y="0"/>
            <a:ext cx="12192000" cy="304800"/>
          </a:xfrm>
          <a:prstGeom prst="rect">
            <a:avLst/>
          </a:prstGeom>
        </p:spPr>
      </p:pic>
    </p:spTree>
    <p:extLst>
      <p:ext uri="{BB962C8B-B14F-4D97-AF65-F5344CB8AC3E}">
        <p14:creationId xmlns:p14="http://schemas.microsoft.com/office/powerpoint/2010/main" val="286891074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titleOnly" preserve="1">
  <p:cSld name="Title Only - Light Bg">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3A6B4-A3D5-4559-9B50-8681943FC616}"/>
              </a:ext>
            </a:extLst>
          </p:cNvPr>
          <p:cNvSpPr>
            <a:spLocks noGrp="1"/>
          </p:cNvSpPr>
          <p:nvPr>
            <p:ph type="title"/>
          </p:nvPr>
        </p:nvSpPr>
        <p:spPr/>
        <p:txBody>
          <a:bodyPr anchor="ctr"/>
          <a:lstStyle>
            <a:lvl1pPr algn="ctr">
              <a:defRPr>
                <a:solidFill>
                  <a:schemeClr val="accent1"/>
                </a:solidFill>
              </a:defRPr>
            </a:lvl1pPr>
          </a:lstStyle>
          <a:p>
            <a:r>
              <a:rPr lang="en-US"/>
              <a:t>Click to edit Master title style</a:t>
            </a:r>
          </a:p>
        </p:txBody>
      </p:sp>
      <p:sp>
        <p:nvSpPr>
          <p:cNvPr id="3" name="Date Placeholder 2">
            <a:extLst>
              <a:ext uri="{FF2B5EF4-FFF2-40B4-BE49-F238E27FC236}">
                <a16:creationId xmlns:a16="http://schemas.microsoft.com/office/drawing/2014/main" id="{1C950334-CBCA-4C0C-9256-E8C84E84E26D}"/>
              </a:ext>
            </a:extLst>
          </p:cNvPr>
          <p:cNvSpPr>
            <a:spLocks noGrp="1"/>
          </p:cNvSpPr>
          <p:nvPr>
            <p:ph type="dt" sz="half" idx="10"/>
          </p:nvPr>
        </p:nvSpPr>
        <p:spPr/>
        <p:txBody>
          <a:bodyPr/>
          <a:lstStyle/>
          <a:p>
            <a:fld id="{B8654CB0-479F-4F7B-88EF-A5236590A22D}" type="datetime1">
              <a:rPr lang="en-US" smtClean="0"/>
              <a:t>4/17/24</a:t>
            </a:fld>
            <a:endParaRPr lang="en-US"/>
          </a:p>
        </p:txBody>
      </p:sp>
      <p:sp>
        <p:nvSpPr>
          <p:cNvPr id="4" name="Footer Placeholder 3">
            <a:extLst>
              <a:ext uri="{FF2B5EF4-FFF2-40B4-BE49-F238E27FC236}">
                <a16:creationId xmlns:a16="http://schemas.microsoft.com/office/drawing/2014/main" id="{914C48FC-41A3-4C1F-9FB6-0C16346759B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FAF286-CA2D-46B2-BD70-5607A3663414}"/>
              </a:ext>
            </a:extLst>
          </p:cNvPr>
          <p:cNvSpPr>
            <a:spLocks noGrp="1"/>
          </p:cNvSpPr>
          <p:nvPr>
            <p:ph type="sldNum" sz="quarter" idx="12"/>
          </p:nvPr>
        </p:nvSpPr>
        <p:spPr>
          <a:ln>
            <a:solidFill>
              <a:schemeClr val="accent2"/>
            </a:solidFill>
          </a:ln>
        </p:spPr>
        <p:txBody>
          <a:bodyPr/>
          <a:lstStyle>
            <a:lvl1pPr>
              <a:defRPr>
                <a:solidFill>
                  <a:schemeClr val="accent2"/>
                </a:solidFill>
              </a:defRPr>
            </a:lvl1pPr>
          </a:lstStyle>
          <a:p>
            <a:fld id="{545951DD-1C6A-495F-8185-4C73F8F8B75A}" type="slidenum">
              <a:rPr lang="en-US" smtClean="0"/>
              <a:pPr/>
              <a:t>‹#›</a:t>
            </a:fld>
            <a:endParaRPr lang="en-US"/>
          </a:p>
        </p:txBody>
      </p:sp>
      <p:grpSp>
        <p:nvGrpSpPr>
          <p:cNvPr id="8" name="Graphic 11">
            <a:extLst>
              <a:ext uri="{FF2B5EF4-FFF2-40B4-BE49-F238E27FC236}">
                <a16:creationId xmlns:a16="http://schemas.microsoft.com/office/drawing/2014/main" id="{53C0E19A-A4D2-463E-95B1-130D65051F58}"/>
              </a:ext>
            </a:extLst>
          </p:cNvPr>
          <p:cNvGrpSpPr/>
          <p:nvPr userDrawn="1"/>
        </p:nvGrpSpPr>
        <p:grpSpPr>
          <a:xfrm rot="16200000">
            <a:off x="11384220" y="6170961"/>
            <a:ext cx="912230" cy="242400"/>
            <a:chOff x="11384220" y="6170961"/>
            <a:chExt cx="912230" cy="242400"/>
          </a:xfrm>
          <a:solidFill>
            <a:schemeClr val="tx1"/>
          </a:solidFill>
        </p:grpSpPr>
        <p:sp>
          <p:nvSpPr>
            <p:cNvPr id="9" name="Freeform: Shape 8">
              <a:extLst>
                <a:ext uri="{FF2B5EF4-FFF2-40B4-BE49-F238E27FC236}">
                  <a16:creationId xmlns:a16="http://schemas.microsoft.com/office/drawing/2014/main" id="{3FAF0B6A-84AD-4FEC-9F36-4B7FC1B1A58C}"/>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22C11466-1714-4BB7-8992-8150AC1082CA}"/>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CC02E2C-2570-4DFB-8C57-7A6084E29BC5}"/>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7855F52E-9C75-4AB7-9A4D-A2F4AF67D14C}"/>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2C81F46D-2704-456C-A873-C3B778571381}"/>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F084246F-D4F1-46CA-A213-BA68C81E5002}"/>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0EF987AA-CCB4-41F9-9D9A-52E05023101A}"/>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6C5437F7-AD3F-401E-8F75-421F0F7F4D46}"/>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453615C4-42B6-4F33-B5C8-F615958F4118}"/>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86F55D7F-B3E7-47FF-A2AF-BF31306878DD}"/>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CC148540-9CFD-467D-87F3-A74503977291}"/>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FBA94B1-B40F-42C2-AB64-120230A5A29C}"/>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A707AC8D-CAAA-4801-AF78-4C7CEA528ED4}"/>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774E3741-6D99-404A-8F3C-1B1F4717856C}"/>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5E9D1D89-BA61-4E8A-B5E8-26C1709E364B}"/>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5FE1DC9D-F441-4E78-9F41-0ED81D376A31}"/>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CD5F7999-6C5C-47F4-8660-1A30FD5EDE32}"/>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36B450A2-1530-45AF-B864-9877C2BB45A4}"/>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pic>
        <p:nvPicPr>
          <p:cNvPr id="6" name="Picture 5">
            <a:extLst>
              <a:ext uri="{FF2B5EF4-FFF2-40B4-BE49-F238E27FC236}">
                <a16:creationId xmlns:a16="http://schemas.microsoft.com/office/drawing/2014/main" id="{F6B13653-E029-5EE9-51A5-832057379E0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Tree>
    <p:extLst>
      <p:ext uri="{BB962C8B-B14F-4D97-AF65-F5344CB8AC3E}">
        <p14:creationId xmlns:p14="http://schemas.microsoft.com/office/powerpoint/2010/main" val="103103268"/>
      </p:ext>
    </p:extLst>
  </p:cSld>
  <p:clrMapOvr>
    <a:overrideClrMapping bg1="lt1" tx1="dk1" bg2="lt2" tx2="dk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accent1"/>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0C576-385A-4E89-A235-AFB1864DF23E}"/>
              </a:ext>
            </a:extLst>
          </p:cNvPr>
          <p:cNvSpPr>
            <a:spLocks noGrp="1"/>
          </p:cNvSpPr>
          <p:nvPr>
            <p:ph type="dt" sz="half" idx="10"/>
          </p:nvPr>
        </p:nvSpPr>
        <p:spPr/>
        <p:txBody>
          <a:bodyPr/>
          <a:lstStyle/>
          <a:p>
            <a:fld id="{444E2DAA-6E50-4566-B326-2E4BFAE38C2B}" type="datetime1">
              <a:rPr lang="en-US" smtClean="0"/>
              <a:t>4/17/24</a:t>
            </a:fld>
            <a:endParaRPr lang="en-US"/>
          </a:p>
        </p:txBody>
      </p:sp>
      <p:sp>
        <p:nvSpPr>
          <p:cNvPr id="3" name="Footer Placeholder 2">
            <a:extLst>
              <a:ext uri="{FF2B5EF4-FFF2-40B4-BE49-F238E27FC236}">
                <a16:creationId xmlns:a16="http://schemas.microsoft.com/office/drawing/2014/main" id="{6B1E8DB8-3ABA-4FAC-9CA4-22451C61DEB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E84650C-A620-4D65-812F-A6D81D6F2009}"/>
              </a:ext>
            </a:extLst>
          </p:cNvPr>
          <p:cNvSpPr>
            <a:spLocks noGrp="1"/>
          </p:cNvSpPr>
          <p:nvPr>
            <p:ph type="sldNum" sz="quarter" idx="12"/>
          </p:nvPr>
        </p:nvSpPr>
        <p:spPr/>
        <p:txBody>
          <a:bodyPr/>
          <a:lstStyle/>
          <a:p>
            <a:fld id="{545951DD-1C6A-495F-8185-4C73F8F8B75A}" type="slidenum">
              <a:rPr lang="en-US" smtClean="0"/>
              <a:t>‹#›</a:t>
            </a:fld>
            <a:endParaRPr lang="en-US"/>
          </a:p>
        </p:txBody>
      </p:sp>
      <p:pic>
        <p:nvPicPr>
          <p:cNvPr id="5" name="Picture 4">
            <a:extLst>
              <a:ext uri="{FF2B5EF4-FFF2-40B4-BE49-F238E27FC236}">
                <a16:creationId xmlns:a16="http://schemas.microsoft.com/office/drawing/2014/main" id="{3C89D1C3-EF30-1A64-D64E-785C0321ADC8}"/>
              </a:ext>
            </a:extLst>
          </p:cNvPr>
          <p:cNvPicPr>
            <a:picLocks noChangeAspect="1"/>
          </p:cNvPicPr>
          <p:nvPr userDrawn="1"/>
        </p:nvPicPr>
        <p:blipFill>
          <a:blip r:embed="rId2"/>
          <a:stretch>
            <a:fillRect/>
          </a:stretch>
        </p:blipFill>
        <p:spPr>
          <a:xfrm>
            <a:off x="-7845" y="0"/>
            <a:ext cx="12192000" cy="304800"/>
          </a:xfrm>
          <a:prstGeom prst="rect">
            <a:avLst/>
          </a:prstGeom>
        </p:spPr>
      </p:pic>
    </p:spTree>
    <p:extLst>
      <p:ext uri="{BB962C8B-B14F-4D97-AF65-F5344CB8AC3E}">
        <p14:creationId xmlns:p14="http://schemas.microsoft.com/office/powerpoint/2010/main" val="202971084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blank" preserve="1">
  <p:cSld name="Blank - Light Bg">
    <p:bg>
      <p:bgRef idx="1001">
        <a:schemeClr val="bg1"/>
      </p:bgRef>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0C576-385A-4E89-A235-AFB1864DF23E}"/>
              </a:ext>
            </a:extLst>
          </p:cNvPr>
          <p:cNvSpPr>
            <a:spLocks noGrp="1"/>
          </p:cNvSpPr>
          <p:nvPr>
            <p:ph type="dt" sz="half" idx="10"/>
          </p:nvPr>
        </p:nvSpPr>
        <p:spPr/>
        <p:txBody>
          <a:bodyPr/>
          <a:lstStyle/>
          <a:p>
            <a:fld id="{B32AE767-AD7A-4354-98E9-BBF18BBC850E}" type="datetime1">
              <a:rPr lang="en-US" smtClean="0"/>
              <a:t>4/17/24</a:t>
            </a:fld>
            <a:endParaRPr lang="en-US"/>
          </a:p>
        </p:txBody>
      </p:sp>
      <p:sp>
        <p:nvSpPr>
          <p:cNvPr id="3" name="Footer Placeholder 2">
            <a:extLst>
              <a:ext uri="{FF2B5EF4-FFF2-40B4-BE49-F238E27FC236}">
                <a16:creationId xmlns:a16="http://schemas.microsoft.com/office/drawing/2014/main" id="{6B1E8DB8-3ABA-4FAC-9CA4-22451C61DEB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E84650C-A620-4D65-812F-A6D81D6F2009}"/>
              </a:ext>
            </a:extLst>
          </p:cNvPr>
          <p:cNvSpPr>
            <a:spLocks noGrp="1"/>
          </p:cNvSpPr>
          <p:nvPr>
            <p:ph type="sldNum" sz="quarter" idx="12"/>
          </p:nvPr>
        </p:nvSpPr>
        <p:spPr>
          <a:ln>
            <a:solidFill>
              <a:schemeClr val="accent2"/>
            </a:solidFill>
          </a:ln>
        </p:spPr>
        <p:txBody>
          <a:bodyPr/>
          <a:lstStyle>
            <a:lvl1pPr>
              <a:defRPr>
                <a:solidFill>
                  <a:schemeClr val="accent2"/>
                </a:solidFill>
              </a:defRPr>
            </a:lvl1pPr>
          </a:lstStyle>
          <a:p>
            <a:fld id="{545951DD-1C6A-495F-8185-4C73F8F8B75A}" type="slidenum">
              <a:rPr lang="en-US" smtClean="0"/>
              <a:pPr/>
              <a:t>‹#›</a:t>
            </a:fld>
            <a:endParaRPr lang="en-US"/>
          </a:p>
        </p:txBody>
      </p:sp>
      <p:grpSp>
        <p:nvGrpSpPr>
          <p:cNvPr id="7" name="Graphic 11">
            <a:extLst>
              <a:ext uri="{FF2B5EF4-FFF2-40B4-BE49-F238E27FC236}">
                <a16:creationId xmlns:a16="http://schemas.microsoft.com/office/drawing/2014/main" id="{BA9201ED-F2A9-4AD2-8DD8-43E12408EB7A}"/>
              </a:ext>
            </a:extLst>
          </p:cNvPr>
          <p:cNvGrpSpPr/>
          <p:nvPr userDrawn="1"/>
        </p:nvGrpSpPr>
        <p:grpSpPr>
          <a:xfrm rot="16200000">
            <a:off x="11384220" y="6170961"/>
            <a:ext cx="912230" cy="242400"/>
            <a:chOff x="11384220" y="6170961"/>
            <a:chExt cx="912230" cy="242400"/>
          </a:xfrm>
          <a:solidFill>
            <a:schemeClr val="tx1"/>
          </a:solidFill>
        </p:grpSpPr>
        <p:sp>
          <p:nvSpPr>
            <p:cNvPr id="8" name="Freeform: Shape 7">
              <a:extLst>
                <a:ext uri="{FF2B5EF4-FFF2-40B4-BE49-F238E27FC236}">
                  <a16:creationId xmlns:a16="http://schemas.microsoft.com/office/drawing/2014/main" id="{70888EAA-2B15-4C85-A3A0-53854031C0B3}"/>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E8ECDE7E-8123-4765-A6F7-5379560B0CE5}"/>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8FCB4DA7-0E21-4BEC-9A2F-1AA54A8CDD8C}"/>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F71D2BB3-862F-4FCD-9968-A3850282E999}"/>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5575EFA-EF81-44BC-8383-9BCA2B0E63B9}"/>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00982B94-7DCA-4961-BA85-A505E42E53C4}"/>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E3D449D9-8C1E-4E2E-A0AA-80541DFCE6F6}"/>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596A225C-9804-4FC2-BF9A-FA48F1D947E9}"/>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3163AAAE-680F-4A40-9AD8-28402645E775}"/>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63FD5D76-FEA6-4F6D-B521-8BC3A79FE97D}"/>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3D539EAE-FBA1-48EF-B3A8-E0FBAE47782E}"/>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97653361-758F-46D1-8508-6340F8A54665}"/>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AF85573A-308D-49AB-9683-F26973CEBE46}"/>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167BE349-ED57-4FA7-A2AF-FFFBF57C7F98}"/>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1941E430-F8D4-46C7-ABA1-3E517D90F344}"/>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7D115AB9-07A4-49DE-AE79-79340657B546}"/>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A1122BFB-DE13-4813-98E1-26D38008A61E}"/>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0AA93C6-3E3E-4474-89F7-1EE0DA423DE7}"/>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Tree>
    <p:extLst>
      <p:ext uri="{BB962C8B-B14F-4D97-AF65-F5344CB8AC3E}">
        <p14:creationId xmlns:p14="http://schemas.microsoft.com/office/powerpoint/2010/main" val="3755460610"/>
      </p:ext>
    </p:extLst>
  </p:cSld>
  <p:clrMapOvr>
    <a:overrideClrMapping bg1="lt1" tx1="dk1" bg2="lt2" tx2="dk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Media and Content Layout - Mobile Phone">
    <p:bg>
      <p:bgPr>
        <a:solidFill>
          <a:schemeClr val="accent1"/>
        </a:solidFill>
        <a:effectLst/>
      </p:bgPr>
    </p:bg>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71F8752B-CC89-8237-0AB1-153867E787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89"/>
            <a:ext cx="12192000" cy="6856622"/>
          </a:xfrm>
          <a:prstGeom prst="rect">
            <a:avLst/>
          </a:prstGeom>
        </p:spPr>
      </p:pic>
      <p:sp>
        <p:nvSpPr>
          <p:cNvPr id="10" name="Rectangle 9">
            <a:extLst>
              <a:ext uri="{FF2B5EF4-FFF2-40B4-BE49-F238E27FC236}">
                <a16:creationId xmlns:a16="http://schemas.microsoft.com/office/drawing/2014/main" id="{ABB42B74-42D0-BC68-CE77-B8A48C597D02}"/>
              </a:ext>
            </a:extLst>
          </p:cNvPr>
          <p:cNvSpPr/>
          <p:nvPr userDrawn="1"/>
        </p:nvSpPr>
        <p:spPr>
          <a:xfrm>
            <a:off x="777922" y="-1313"/>
            <a:ext cx="11414078" cy="60385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pic>
        <p:nvPicPr>
          <p:cNvPr id="15" name="Picture 14" descr="A close up of a box&#10;&#10;Description automatically generated">
            <a:extLst>
              <a:ext uri="{FF2B5EF4-FFF2-40B4-BE49-F238E27FC236}">
                <a16:creationId xmlns:a16="http://schemas.microsoft.com/office/drawing/2014/main" id="{E4288BF0-2F2B-4AF4-A6DF-82D4FFDB5772}"/>
              </a:ext>
            </a:extLst>
          </p:cNvPr>
          <p:cNvPicPr>
            <a:picLocks noChangeAspect="1"/>
          </p:cNvPicPr>
          <p:nvPr userDrawn="1"/>
        </p:nvPicPr>
        <p:blipFill rotWithShape="1">
          <a:blip r:embed="rId3" cstate="screen">
            <a:extLst>
              <a:ext uri="{28A0092B-C50C-407E-A947-70E740481C1C}">
                <a14:useLocalDpi xmlns:a14="http://schemas.microsoft.com/office/drawing/2010/main" val="0"/>
              </a:ext>
            </a:extLst>
          </a:blip>
          <a:srcRect/>
          <a:stretch/>
        </p:blipFill>
        <p:spPr>
          <a:xfrm>
            <a:off x="4541366" y="423081"/>
            <a:ext cx="7487784" cy="6503206"/>
          </a:xfrm>
          <a:prstGeom prst="rect">
            <a:avLst/>
          </a:prstGeom>
        </p:spPr>
      </p:pic>
      <p:sp>
        <p:nvSpPr>
          <p:cNvPr id="17" name="Content Placeholder 16">
            <a:extLst>
              <a:ext uri="{FF2B5EF4-FFF2-40B4-BE49-F238E27FC236}">
                <a16:creationId xmlns:a16="http://schemas.microsoft.com/office/drawing/2014/main" id="{B2ED39FC-EA16-4E6D-8159-BF3D4AFB8EA6}"/>
              </a:ext>
            </a:extLst>
          </p:cNvPr>
          <p:cNvSpPr>
            <a:spLocks noGrp="1"/>
          </p:cNvSpPr>
          <p:nvPr>
            <p:ph sz="quarter" idx="13" hasCustomPrompt="1"/>
          </p:nvPr>
        </p:nvSpPr>
        <p:spPr>
          <a:xfrm>
            <a:off x="7372353" y="867910"/>
            <a:ext cx="2600988" cy="5134169"/>
          </a:xfrm>
          <a:prstGeom prst="roundRect">
            <a:avLst>
              <a:gd name="adj" fmla="val 5128"/>
            </a:avLst>
          </a:prstGeom>
          <a:ln>
            <a:noFill/>
          </a:ln>
        </p:spPr>
        <p:txBody>
          <a:bodyPr lIns="182880" tIns="457200" rIns="274320" bIns="182880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
        <p:nvSpPr>
          <p:cNvPr id="21" name="Content Placeholder 2">
            <a:extLst>
              <a:ext uri="{FF2B5EF4-FFF2-40B4-BE49-F238E27FC236}">
                <a16:creationId xmlns:a16="http://schemas.microsoft.com/office/drawing/2014/main" id="{A75EED30-FB0F-4493-8C81-AD3C0CE9F022}"/>
              </a:ext>
            </a:extLst>
          </p:cNvPr>
          <p:cNvSpPr>
            <a:spLocks noGrp="1"/>
          </p:cNvSpPr>
          <p:nvPr>
            <p:ph sz="half" idx="1"/>
          </p:nvPr>
        </p:nvSpPr>
        <p:spPr>
          <a:xfrm>
            <a:off x="1078860" y="2757827"/>
            <a:ext cx="5265794" cy="2940113"/>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A584FD7B-C7B7-45A0-A3AD-870EFDA67C90}"/>
              </a:ext>
            </a:extLst>
          </p:cNvPr>
          <p:cNvSpPr>
            <a:spLocks noGrp="1"/>
          </p:cNvSpPr>
          <p:nvPr>
            <p:ph type="title" hasCustomPrompt="1"/>
          </p:nvPr>
        </p:nvSpPr>
        <p:spPr>
          <a:xfrm>
            <a:off x="1078860" y="1105174"/>
            <a:ext cx="5265794" cy="1386298"/>
          </a:xfrm>
        </p:spPr>
        <p:txBody>
          <a:bodyPr/>
          <a:lstStyle>
            <a:lvl1pPr>
              <a:defRPr>
                <a:solidFill>
                  <a:schemeClr val="tx1">
                    <a:lumMod val="95000"/>
                  </a:schemeClr>
                </a:solidFill>
              </a:defRPr>
            </a:lvl1pPr>
          </a:lstStyle>
          <a:p>
            <a:r>
              <a:rPr lang="en-US"/>
              <a:t>Mobile Phone with Content Layout</a:t>
            </a:r>
          </a:p>
        </p:txBody>
      </p:sp>
      <p:pic>
        <p:nvPicPr>
          <p:cNvPr id="11" name="Graphic 10">
            <a:extLst>
              <a:ext uri="{FF2B5EF4-FFF2-40B4-BE49-F238E27FC236}">
                <a16:creationId xmlns:a16="http://schemas.microsoft.com/office/drawing/2014/main" id="{898FB83F-71EE-898B-04D4-72A705780CC3}"/>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122401469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Media Only Layout - Mobile Phone">
    <p:bg>
      <p:bgPr>
        <a:solidFill>
          <a:schemeClr val="accent1"/>
        </a:solidFill>
        <a:effectLst/>
      </p:bgPr>
    </p:bg>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88C09DC0-316A-AD97-0E28-11EFF9465D9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22661"/>
          <a:stretch/>
        </p:blipFill>
        <p:spPr>
          <a:xfrm flipH="1">
            <a:off x="0" y="689"/>
            <a:ext cx="12192000" cy="5302831"/>
          </a:xfrm>
          <a:prstGeom prst="rect">
            <a:avLst/>
          </a:prstGeom>
        </p:spPr>
      </p:pic>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pic>
        <p:nvPicPr>
          <p:cNvPr id="15" name="Picture 14" descr="A close up of a box&#10;&#10;Description automatically generated">
            <a:extLst>
              <a:ext uri="{FF2B5EF4-FFF2-40B4-BE49-F238E27FC236}">
                <a16:creationId xmlns:a16="http://schemas.microsoft.com/office/drawing/2014/main" id="{E4288BF0-2F2B-4AF4-A6DF-82D4FFDB5772}"/>
              </a:ext>
            </a:extLst>
          </p:cNvPr>
          <p:cNvPicPr>
            <a:picLocks noChangeAspect="1"/>
          </p:cNvPicPr>
          <p:nvPr userDrawn="1"/>
        </p:nvPicPr>
        <p:blipFill rotWithShape="1">
          <a:blip r:embed="rId3" cstate="screen">
            <a:extLst>
              <a:ext uri="{28A0092B-C50C-407E-A947-70E740481C1C}">
                <a14:useLocalDpi xmlns:a14="http://schemas.microsoft.com/office/drawing/2010/main" val="0"/>
              </a:ext>
            </a:extLst>
          </a:blip>
          <a:srcRect/>
          <a:stretch/>
        </p:blipFill>
        <p:spPr>
          <a:xfrm>
            <a:off x="2512261" y="435935"/>
            <a:ext cx="8090500" cy="6558590"/>
          </a:xfrm>
          <a:prstGeom prst="rect">
            <a:avLst/>
          </a:prstGeom>
        </p:spPr>
      </p:pic>
      <p:sp>
        <p:nvSpPr>
          <p:cNvPr id="17" name="Content Placeholder 16">
            <a:extLst>
              <a:ext uri="{FF2B5EF4-FFF2-40B4-BE49-F238E27FC236}">
                <a16:creationId xmlns:a16="http://schemas.microsoft.com/office/drawing/2014/main" id="{B2ED39FC-EA16-4E6D-8159-BF3D4AFB8EA6}"/>
              </a:ext>
            </a:extLst>
          </p:cNvPr>
          <p:cNvSpPr>
            <a:spLocks noGrp="1"/>
          </p:cNvSpPr>
          <p:nvPr>
            <p:ph sz="quarter" idx="13" hasCustomPrompt="1"/>
          </p:nvPr>
        </p:nvSpPr>
        <p:spPr>
          <a:xfrm>
            <a:off x="4877732" y="893135"/>
            <a:ext cx="2607590" cy="5178056"/>
          </a:xfrm>
          <a:prstGeom prst="roundRect">
            <a:avLst>
              <a:gd name="adj" fmla="val 5128"/>
            </a:avLst>
          </a:prstGeom>
          <a:ln>
            <a:noFill/>
          </a:ln>
        </p:spPr>
        <p:txBody>
          <a:bodyPr lIns="182880" tIns="457200" rIns="274320" bIns="164592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Tree>
    <p:extLst>
      <p:ext uri="{BB962C8B-B14F-4D97-AF65-F5344CB8AC3E}">
        <p14:creationId xmlns:p14="http://schemas.microsoft.com/office/powerpoint/2010/main" val="265621926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Media and Content Layout - Monitor">
    <p:bg>
      <p:bgPr>
        <a:solidFill>
          <a:schemeClr val="accent1"/>
        </a:solid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a:xfrm>
            <a:off x="12321944" y="5462658"/>
            <a:ext cx="305503" cy="306298"/>
          </a:xfrm>
        </p:spPr>
        <p:txBody>
          <a:bodyPr/>
          <a:lstStyle/>
          <a:p>
            <a:fld id="{A7FCC8F5-5E92-4E10-BDD3-D559588743B4}" type="slidenum">
              <a:rPr lang="en-US" smtClean="0"/>
              <a:t>‹#›</a:t>
            </a:fld>
            <a:endParaRPr lang="en-US"/>
          </a:p>
        </p:txBody>
      </p:sp>
      <p:sp>
        <p:nvSpPr>
          <p:cNvPr id="21" name="Content Placeholder 2">
            <a:extLst>
              <a:ext uri="{FF2B5EF4-FFF2-40B4-BE49-F238E27FC236}">
                <a16:creationId xmlns:a16="http://schemas.microsoft.com/office/drawing/2014/main" id="{A75EED30-FB0F-4493-8C81-AD3C0CE9F022}"/>
              </a:ext>
            </a:extLst>
          </p:cNvPr>
          <p:cNvSpPr>
            <a:spLocks noGrp="1"/>
          </p:cNvSpPr>
          <p:nvPr>
            <p:ph sz="half" idx="1"/>
          </p:nvPr>
        </p:nvSpPr>
        <p:spPr>
          <a:xfrm>
            <a:off x="475807" y="3234936"/>
            <a:ext cx="2592532" cy="2774622"/>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descr="A picture containing electronics, display, monitor, computer&#10;&#10;Description automatically generated">
            <a:extLst>
              <a:ext uri="{FF2B5EF4-FFF2-40B4-BE49-F238E27FC236}">
                <a16:creationId xmlns:a16="http://schemas.microsoft.com/office/drawing/2014/main" id="{0E73EB80-86B6-4392-AEB1-BA37BCC6D8B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531667" y="482175"/>
            <a:ext cx="8070930" cy="6479051"/>
          </a:xfrm>
          <a:prstGeom prst="rect">
            <a:avLst/>
          </a:prstGeom>
        </p:spPr>
      </p:pic>
      <p:sp>
        <p:nvSpPr>
          <p:cNvPr id="12" name="Content Placeholder 16">
            <a:extLst>
              <a:ext uri="{FF2B5EF4-FFF2-40B4-BE49-F238E27FC236}">
                <a16:creationId xmlns:a16="http://schemas.microsoft.com/office/drawing/2014/main" id="{8CE65D05-2ADE-4922-AD69-39A60F4790BD}"/>
              </a:ext>
            </a:extLst>
          </p:cNvPr>
          <p:cNvSpPr>
            <a:spLocks noGrp="1"/>
          </p:cNvSpPr>
          <p:nvPr>
            <p:ph sz="quarter" idx="13" hasCustomPrompt="1"/>
          </p:nvPr>
        </p:nvSpPr>
        <p:spPr>
          <a:xfrm>
            <a:off x="3760131" y="749594"/>
            <a:ext cx="7627339" cy="4843131"/>
          </a:xfrm>
          <a:prstGeom prst="rect">
            <a:avLst/>
          </a:prstGeom>
          <a:ln>
            <a:noFill/>
          </a:ln>
        </p:spPr>
        <p:txBody>
          <a:bodyPr lIns="182880" tIns="457200" rIns="274320" bIns="1371600" anchor="ctr"/>
          <a:lstStyle>
            <a:lvl1pPr marL="0" indent="0" algn="ctr">
              <a:buNone/>
              <a:defRPr sz="12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
        <p:nvSpPr>
          <p:cNvPr id="2" name="Title 1">
            <a:extLst>
              <a:ext uri="{FF2B5EF4-FFF2-40B4-BE49-F238E27FC236}">
                <a16:creationId xmlns:a16="http://schemas.microsoft.com/office/drawing/2014/main" id="{4E9E5248-484C-4E3E-B758-2738EE91F401}"/>
              </a:ext>
            </a:extLst>
          </p:cNvPr>
          <p:cNvSpPr>
            <a:spLocks noGrp="1"/>
          </p:cNvSpPr>
          <p:nvPr>
            <p:ph type="title" hasCustomPrompt="1"/>
          </p:nvPr>
        </p:nvSpPr>
        <p:spPr>
          <a:xfrm>
            <a:off x="475808" y="1470449"/>
            <a:ext cx="2592532" cy="1558209"/>
          </a:xfrm>
        </p:spPr>
        <p:txBody>
          <a:bodyPr/>
          <a:lstStyle>
            <a:lvl1pPr>
              <a:defRPr>
                <a:solidFill>
                  <a:schemeClr val="tx1">
                    <a:lumMod val="95000"/>
                  </a:schemeClr>
                </a:solidFill>
              </a:defRPr>
            </a:lvl1pPr>
          </a:lstStyle>
          <a:p>
            <a:r>
              <a:rPr lang="en-US"/>
              <a:t>Monitor with Content Layout</a:t>
            </a:r>
          </a:p>
        </p:txBody>
      </p:sp>
    </p:spTree>
    <p:extLst>
      <p:ext uri="{BB962C8B-B14F-4D97-AF65-F5344CB8AC3E}">
        <p14:creationId xmlns:p14="http://schemas.microsoft.com/office/powerpoint/2010/main" val="229806583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Media Only Layout - Monitor">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0B04AD9-8072-84AB-2ABF-CCAF021C2B8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2026"/>
          <a:stretch/>
        </p:blipFill>
        <p:spPr>
          <a:xfrm>
            <a:off x="0" y="0"/>
            <a:ext cx="12191999" cy="653552"/>
          </a:xfrm>
          <a:prstGeom prst="rect">
            <a:avLst/>
          </a:prstGeom>
        </p:spPr>
      </p:pic>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pic>
        <p:nvPicPr>
          <p:cNvPr id="5" name="Picture 4" descr="A picture containing electronics, display, monitor, computer&#10;&#10;Description automatically generated">
            <a:extLst>
              <a:ext uri="{FF2B5EF4-FFF2-40B4-BE49-F238E27FC236}">
                <a16:creationId xmlns:a16="http://schemas.microsoft.com/office/drawing/2014/main" id="{0E73EB80-86B6-4392-AEB1-BA37BCC6D8B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949841" y="377456"/>
            <a:ext cx="8221247" cy="6599720"/>
          </a:xfrm>
          <a:prstGeom prst="rect">
            <a:avLst/>
          </a:prstGeom>
        </p:spPr>
      </p:pic>
      <p:sp>
        <p:nvSpPr>
          <p:cNvPr id="12" name="Content Placeholder 16">
            <a:extLst>
              <a:ext uri="{FF2B5EF4-FFF2-40B4-BE49-F238E27FC236}">
                <a16:creationId xmlns:a16="http://schemas.microsoft.com/office/drawing/2014/main" id="{8CE65D05-2ADE-4922-AD69-39A60F4790BD}"/>
              </a:ext>
            </a:extLst>
          </p:cNvPr>
          <p:cNvSpPr>
            <a:spLocks noGrp="1"/>
          </p:cNvSpPr>
          <p:nvPr>
            <p:ph sz="quarter" idx="13" hasCustomPrompt="1"/>
          </p:nvPr>
        </p:nvSpPr>
        <p:spPr>
          <a:xfrm>
            <a:off x="2178307" y="611372"/>
            <a:ext cx="7768452" cy="4965405"/>
          </a:xfrm>
          <a:prstGeom prst="rect">
            <a:avLst/>
          </a:prstGeom>
          <a:ln>
            <a:noFill/>
          </a:ln>
        </p:spPr>
        <p:txBody>
          <a:bodyPr lIns="182880" tIns="457200" rIns="274320" bIns="1188720" anchor="ctr"/>
          <a:lstStyle>
            <a:lvl1pPr marL="0" indent="0" algn="ctr">
              <a:buNone/>
              <a:defRPr sz="12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Tree>
    <p:extLst>
      <p:ext uri="{BB962C8B-B14F-4D97-AF65-F5344CB8AC3E}">
        <p14:creationId xmlns:p14="http://schemas.microsoft.com/office/powerpoint/2010/main" val="323235264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Media and Content Layout - Labtop">
    <p:bg>
      <p:bgPr>
        <a:solidFill>
          <a:schemeClr val="accent1"/>
        </a:solid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a:xfrm>
            <a:off x="12291169" y="5477347"/>
            <a:ext cx="305503" cy="306298"/>
          </a:xfrm>
        </p:spPr>
        <p:txBody>
          <a:bodyPr/>
          <a:lstStyle/>
          <a:p>
            <a:fld id="{A7FCC8F5-5E92-4E10-BDD3-D559588743B4}" type="slidenum">
              <a:rPr lang="en-US" smtClean="0"/>
              <a:t>‹#›</a:t>
            </a:fld>
            <a:endParaRPr lang="en-US"/>
          </a:p>
        </p:txBody>
      </p:sp>
      <p:sp>
        <p:nvSpPr>
          <p:cNvPr id="21" name="Content Placeholder 2">
            <a:extLst>
              <a:ext uri="{FF2B5EF4-FFF2-40B4-BE49-F238E27FC236}">
                <a16:creationId xmlns:a16="http://schemas.microsoft.com/office/drawing/2014/main" id="{A75EED30-FB0F-4493-8C81-AD3C0CE9F022}"/>
              </a:ext>
            </a:extLst>
          </p:cNvPr>
          <p:cNvSpPr>
            <a:spLocks noGrp="1"/>
          </p:cNvSpPr>
          <p:nvPr>
            <p:ph sz="half" idx="1"/>
          </p:nvPr>
        </p:nvSpPr>
        <p:spPr>
          <a:xfrm>
            <a:off x="342901" y="3239613"/>
            <a:ext cx="2592532" cy="2562551"/>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descr="A screenshot of a computer screen&#10;&#10;Description automatically generated">
            <a:extLst>
              <a:ext uri="{FF2B5EF4-FFF2-40B4-BE49-F238E27FC236}">
                <a16:creationId xmlns:a16="http://schemas.microsoft.com/office/drawing/2014/main" id="{930A5AB1-3040-4C0D-BADA-C5202530570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464462" y="455123"/>
            <a:ext cx="10259861" cy="6273139"/>
          </a:xfrm>
          <a:prstGeom prst="rect">
            <a:avLst/>
          </a:prstGeom>
        </p:spPr>
      </p:pic>
      <p:sp>
        <p:nvSpPr>
          <p:cNvPr id="11" name="Content Placeholder 16">
            <a:extLst>
              <a:ext uri="{FF2B5EF4-FFF2-40B4-BE49-F238E27FC236}">
                <a16:creationId xmlns:a16="http://schemas.microsoft.com/office/drawing/2014/main" id="{6EA01640-EF1C-4D68-A619-1B49277EBFE8}"/>
              </a:ext>
            </a:extLst>
          </p:cNvPr>
          <p:cNvSpPr>
            <a:spLocks noGrp="1"/>
          </p:cNvSpPr>
          <p:nvPr>
            <p:ph sz="quarter" idx="13" hasCustomPrompt="1"/>
          </p:nvPr>
        </p:nvSpPr>
        <p:spPr>
          <a:xfrm>
            <a:off x="3747000" y="868055"/>
            <a:ext cx="7496930" cy="4660876"/>
          </a:xfrm>
          <a:prstGeom prst="rect">
            <a:avLst/>
          </a:prstGeom>
          <a:ln>
            <a:noFill/>
          </a:ln>
        </p:spPr>
        <p:txBody>
          <a:bodyPr lIns="182880" tIns="457200" rIns="274320" bIns="128016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
        <p:nvSpPr>
          <p:cNvPr id="2" name="Title 1">
            <a:extLst>
              <a:ext uri="{FF2B5EF4-FFF2-40B4-BE49-F238E27FC236}">
                <a16:creationId xmlns:a16="http://schemas.microsoft.com/office/drawing/2014/main" id="{338A35DD-E14B-4E0E-A3E8-B5D1C3AA07B9}"/>
              </a:ext>
            </a:extLst>
          </p:cNvPr>
          <p:cNvSpPr>
            <a:spLocks noGrp="1"/>
          </p:cNvSpPr>
          <p:nvPr>
            <p:ph type="title" hasCustomPrompt="1"/>
          </p:nvPr>
        </p:nvSpPr>
        <p:spPr>
          <a:xfrm>
            <a:off x="342902" y="1297510"/>
            <a:ext cx="2592532" cy="1706716"/>
          </a:xfrm>
        </p:spPr>
        <p:txBody>
          <a:bodyPr/>
          <a:lstStyle>
            <a:lvl1pPr>
              <a:defRPr>
                <a:solidFill>
                  <a:schemeClr val="tx1">
                    <a:lumMod val="95000"/>
                  </a:schemeClr>
                </a:solidFill>
              </a:defRPr>
            </a:lvl1pPr>
          </a:lstStyle>
          <a:p>
            <a:r>
              <a:rPr lang="en-US" err="1"/>
              <a:t>Labtop</a:t>
            </a:r>
            <a:r>
              <a:rPr lang="en-US"/>
              <a:t> with Content Layout</a:t>
            </a:r>
          </a:p>
        </p:txBody>
      </p:sp>
    </p:spTree>
    <p:extLst>
      <p:ext uri="{BB962C8B-B14F-4D97-AF65-F5344CB8AC3E}">
        <p14:creationId xmlns:p14="http://schemas.microsoft.com/office/powerpoint/2010/main" val="299224434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Media Only Layout - Labtop">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A5CC85B-DB76-0573-E1DF-A5B18830614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2026"/>
          <a:stretch/>
        </p:blipFill>
        <p:spPr>
          <a:xfrm>
            <a:off x="0" y="0"/>
            <a:ext cx="12191999" cy="653552"/>
          </a:xfrm>
          <a:prstGeom prst="rect">
            <a:avLst/>
          </a:prstGeom>
        </p:spPr>
      </p:pic>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pic>
        <p:nvPicPr>
          <p:cNvPr id="8" name="Picture 7" descr="A screenshot of a computer screen&#10;&#10;Description automatically generated">
            <a:extLst>
              <a:ext uri="{FF2B5EF4-FFF2-40B4-BE49-F238E27FC236}">
                <a16:creationId xmlns:a16="http://schemas.microsoft.com/office/drawing/2014/main" id="{930A5AB1-3040-4C0D-BADA-C52025305709}"/>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38096" y="396272"/>
            <a:ext cx="10230379" cy="6255113"/>
          </a:xfrm>
          <a:prstGeom prst="rect">
            <a:avLst/>
          </a:prstGeom>
        </p:spPr>
      </p:pic>
      <p:sp>
        <p:nvSpPr>
          <p:cNvPr id="9" name="Content Placeholder 16">
            <a:extLst>
              <a:ext uri="{FF2B5EF4-FFF2-40B4-BE49-F238E27FC236}">
                <a16:creationId xmlns:a16="http://schemas.microsoft.com/office/drawing/2014/main" id="{2DA65E44-71AA-4CFE-91CB-8EBA77B16709}"/>
              </a:ext>
            </a:extLst>
          </p:cNvPr>
          <p:cNvSpPr>
            <a:spLocks noGrp="1"/>
          </p:cNvSpPr>
          <p:nvPr>
            <p:ph sz="quarter" idx="13" hasCustomPrompt="1"/>
          </p:nvPr>
        </p:nvSpPr>
        <p:spPr>
          <a:xfrm>
            <a:off x="2317898" y="792126"/>
            <a:ext cx="7485321" cy="4635795"/>
          </a:xfrm>
          <a:prstGeom prst="rect">
            <a:avLst/>
          </a:prstGeom>
          <a:ln>
            <a:noFill/>
          </a:ln>
        </p:spPr>
        <p:txBody>
          <a:bodyPr lIns="182880" tIns="457200" rIns="274320" bIns="128016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Tree>
    <p:extLst>
      <p:ext uri="{BB962C8B-B14F-4D97-AF65-F5344CB8AC3E}">
        <p14:creationId xmlns:p14="http://schemas.microsoft.com/office/powerpoint/2010/main" val="8885282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Media and Content Layout - Tablet">
    <p:bg>
      <p:bgPr>
        <a:solidFill>
          <a:schemeClr val="accent1"/>
        </a:solidFill>
        <a:effectLst/>
      </p:bgPr>
    </p:bg>
    <p:spTree>
      <p:nvGrpSpPr>
        <p:cNvPr id="1" name=""/>
        <p:cNvGrpSpPr/>
        <p:nvPr/>
      </p:nvGrpSpPr>
      <p:grpSpPr>
        <a:xfrm>
          <a:off x="0" y="0"/>
          <a:ext cx="0" cy="0"/>
          <a:chOff x="0" y="0"/>
          <a:chExt cx="0" cy="0"/>
        </a:xfrm>
      </p:grpSpPr>
      <p:pic>
        <p:nvPicPr>
          <p:cNvPr id="15" name="Picture 14" descr="Shape, square&#10;&#10;Description automatically generated">
            <a:extLst>
              <a:ext uri="{FF2B5EF4-FFF2-40B4-BE49-F238E27FC236}">
                <a16:creationId xmlns:a16="http://schemas.microsoft.com/office/drawing/2014/main" id="{A7CEB4B8-FA90-4131-8982-DF675A196A99}"/>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rot="16200000">
            <a:off x="4677742" y="-449737"/>
            <a:ext cx="5798189" cy="7590805"/>
          </a:xfrm>
          <a:prstGeom prst="rect">
            <a:avLst/>
          </a:prstGeom>
        </p:spPr>
      </p:pic>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sp>
        <p:nvSpPr>
          <p:cNvPr id="21" name="Content Placeholder 2">
            <a:extLst>
              <a:ext uri="{FF2B5EF4-FFF2-40B4-BE49-F238E27FC236}">
                <a16:creationId xmlns:a16="http://schemas.microsoft.com/office/drawing/2014/main" id="{A75EED30-FB0F-4493-8C81-AD3C0CE9F022}"/>
              </a:ext>
            </a:extLst>
          </p:cNvPr>
          <p:cNvSpPr>
            <a:spLocks noGrp="1"/>
          </p:cNvSpPr>
          <p:nvPr>
            <p:ph sz="half" idx="1"/>
          </p:nvPr>
        </p:nvSpPr>
        <p:spPr>
          <a:xfrm>
            <a:off x="345666" y="3243160"/>
            <a:ext cx="2877758" cy="2660969"/>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6">
            <a:extLst>
              <a:ext uri="{FF2B5EF4-FFF2-40B4-BE49-F238E27FC236}">
                <a16:creationId xmlns:a16="http://schemas.microsoft.com/office/drawing/2014/main" id="{6EA01640-EF1C-4D68-A619-1B49277EBFE8}"/>
              </a:ext>
            </a:extLst>
          </p:cNvPr>
          <p:cNvSpPr>
            <a:spLocks noGrp="1"/>
          </p:cNvSpPr>
          <p:nvPr>
            <p:ph sz="quarter" idx="13" hasCustomPrompt="1"/>
          </p:nvPr>
        </p:nvSpPr>
        <p:spPr>
          <a:xfrm>
            <a:off x="4045688" y="691116"/>
            <a:ext cx="7097233" cy="5300332"/>
          </a:xfrm>
          <a:prstGeom prst="roundRect">
            <a:avLst>
              <a:gd name="adj" fmla="val 1302"/>
            </a:avLst>
          </a:prstGeom>
          <a:ln>
            <a:noFill/>
          </a:ln>
        </p:spPr>
        <p:txBody>
          <a:bodyPr lIns="182880" tIns="457200" rIns="274320" bIns="118872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
        <p:nvSpPr>
          <p:cNvPr id="2" name="Title 1">
            <a:extLst>
              <a:ext uri="{FF2B5EF4-FFF2-40B4-BE49-F238E27FC236}">
                <a16:creationId xmlns:a16="http://schemas.microsoft.com/office/drawing/2014/main" id="{1761CC60-E103-43AE-A5A8-53EF82C778C6}"/>
              </a:ext>
            </a:extLst>
          </p:cNvPr>
          <p:cNvSpPr>
            <a:spLocks noGrp="1"/>
          </p:cNvSpPr>
          <p:nvPr>
            <p:ph type="title" hasCustomPrompt="1"/>
          </p:nvPr>
        </p:nvSpPr>
        <p:spPr>
          <a:xfrm>
            <a:off x="345667" y="805856"/>
            <a:ext cx="2877758" cy="2281834"/>
          </a:xfrm>
        </p:spPr>
        <p:txBody>
          <a:bodyPr/>
          <a:lstStyle>
            <a:lvl1pPr>
              <a:defRPr>
                <a:solidFill>
                  <a:schemeClr val="tx1">
                    <a:lumMod val="95000"/>
                  </a:schemeClr>
                </a:solidFill>
              </a:defRPr>
            </a:lvl1pPr>
          </a:lstStyle>
          <a:p>
            <a:r>
              <a:rPr lang="en-US"/>
              <a:t>Tablet with Content Layout</a:t>
            </a:r>
          </a:p>
        </p:txBody>
      </p:sp>
    </p:spTree>
    <p:extLst>
      <p:ext uri="{BB962C8B-B14F-4D97-AF65-F5344CB8AC3E}">
        <p14:creationId xmlns:p14="http://schemas.microsoft.com/office/powerpoint/2010/main" val="398392604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Media Only Layout - Tablet">
    <p:bg>
      <p:bgPr>
        <a:solidFill>
          <a:schemeClr val="accent1"/>
        </a:solidFill>
        <a:effectLst/>
      </p:bgPr>
    </p:bg>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7E1F9FE4-7079-98F9-0408-2EC07591665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22661"/>
          <a:stretch/>
        </p:blipFill>
        <p:spPr>
          <a:xfrm>
            <a:off x="0" y="689"/>
            <a:ext cx="12192000" cy="5302831"/>
          </a:xfrm>
          <a:prstGeom prst="rect">
            <a:avLst/>
          </a:prstGeom>
        </p:spPr>
      </p:pic>
      <p:pic>
        <p:nvPicPr>
          <p:cNvPr id="15" name="Picture 14" descr="Shape, square&#10;&#10;Description automatically generated">
            <a:extLst>
              <a:ext uri="{FF2B5EF4-FFF2-40B4-BE49-F238E27FC236}">
                <a16:creationId xmlns:a16="http://schemas.microsoft.com/office/drawing/2014/main" id="{A7CEB4B8-FA90-4131-8982-DF675A196A99}"/>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rot="16200000">
            <a:off x="3164849" y="-465285"/>
            <a:ext cx="5862302" cy="7674740"/>
          </a:xfrm>
          <a:prstGeom prst="rect">
            <a:avLst/>
          </a:prstGeom>
        </p:spPr>
      </p:pic>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sp>
        <p:nvSpPr>
          <p:cNvPr id="11" name="Content Placeholder 16">
            <a:extLst>
              <a:ext uri="{FF2B5EF4-FFF2-40B4-BE49-F238E27FC236}">
                <a16:creationId xmlns:a16="http://schemas.microsoft.com/office/drawing/2014/main" id="{6EA01640-EF1C-4D68-A619-1B49277EBFE8}"/>
              </a:ext>
            </a:extLst>
          </p:cNvPr>
          <p:cNvSpPr>
            <a:spLocks noGrp="1"/>
          </p:cNvSpPr>
          <p:nvPr>
            <p:ph sz="quarter" idx="13" hasCustomPrompt="1"/>
          </p:nvPr>
        </p:nvSpPr>
        <p:spPr>
          <a:xfrm>
            <a:off x="2519284" y="698149"/>
            <a:ext cx="7185327" cy="5335828"/>
          </a:xfrm>
          <a:prstGeom prst="roundRect">
            <a:avLst>
              <a:gd name="adj" fmla="val 1302"/>
            </a:avLst>
          </a:prstGeom>
          <a:ln>
            <a:noFill/>
          </a:ln>
        </p:spPr>
        <p:txBody>
          <a:bodyPr lIns="182880" tIns="457200" rIns="274320" bIns="128016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Tree>
    <p:extLst>
      <p:ext uri="{BB962C8B-B14F-4D97-AF65-F5344CB8AC3E}">
        <p14:creationId xmlns:p14="http://schemas.microsoft.com/office/powerpoint/2010/main" val="425332115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Questions">
    <p:bg bwMode="invGray">
      <p:bgPr>
        <a:solidFill>
          <a:schemeClr val="accent1"/>
        </a:solidFill>
        <a:effectLst/>
      </p:bgPr>
    </p:bg>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DCA81D8A-CBA0-45F2-DC4D-D37A6E8A3F8A}"/>
              </a:ext>
            </a:extLst>
          </p:cNvPr>
          <p:cNvPicPr>
            <a:picLocks noChangeAspect="1"/>
          </p:cNvPicPr>
          <p:nvPr userDrawn="1"/>
        </p:nvPicPr>
        <p:blipFill rotWithShape="1">
          <a:blip r:embed="rId2">
            <a:alphaModFix amt="62000"/>
            <a:extLst>
              <a:ext uri="{28A0092B-C50C-407E-A947-70E740481C1C}">
                <a14:useLocalDpi xmlns:a14="http://schemas.microsoft.com/office/drawing/2010/main" val="0"/>
              </a:ext>
            </a:extLst>
          </a:blip>
          <a:srcRect t="7812" b="7812"/>
          <a:stretch/>
        </p:blipFill>
        <p:spPr>
          <a:xfrm>
            <a:off x="0" y="0"/>
            <a:ext cx="12192000" cy="6858000"/>
          </a:xfrm>
          <a:prstGeom prst="rect">
            <a:avLst/>
          </a:prstGeom>
        </p:spPr>
      </p:pic>
      <p:sp>
        <p:nvSpPr>
          <p:cNvPr id="20" name="Text Placeholder 19">
            <a:extLst>
              <a:ext uri="{FF2B5EF4-FFF2-40B4-BE49-F238E27FC236}">
                <a16:creationId xmlns:a16="http://schemas.microsoft.com/office/drawing/2014/main" id="{3BBDEF9B-7E99-47B9-BDFC-E0C14D424E68}"/>
              </a:ext>
            </a:extLst>
          </p:cNvPr>
          <p:cNvSpPr>
            <a:spLocks noGrp="1"/>
          </p:cNvSpPr>
          <p:nvPr>
            <p:ph type="body" sz="quarter" idx="10" hasCustomPrompt="1"/>
          </p:nvPr>
        </p:nvSpPr>
        <p:spPr bwMode="white">
          <a:xfrm>
            <a:off x="2581796" y="2780925"/>
            <a:ext cx="7028408" cy="1091544"/>
          </a:xfrm>
        </p:spPr>
        <p:txBody>
          <a:bodyPr anchor="t"/>
          <a:lstStyle>
            <a:lvl1pPr marL="0" indent="0" algn="ctr">
              <a:buNone/>
              <a:defRPr sz="8800" b="1" cap="all" baseline="0">
                <a:solidFill>
                  <a:schemeClr val="accent4"/>
                </a:solidFill>
              </a:defRPr>
            </a:lvl1pPr>
            <a:lvl2pPr marL="227013" indent="0">
              <a:buNone/>
              <a:defRPr/>
            </a:lvl2pPr>
          </a:lstStyle>
          <a:p>
            <a:pPr lvl="0"/>
            <a:r>
              <a:rPr lang="en-US" err="1"/>
              <a:t>qUESTIONS</a:t>
            </a:r>
            <a:r>
              <a:rPr lang="en-US"/>
              <a:t>?</a:t>
            </a:r>
          </a:p>
        </p:txBody>
      </p:sp>
    </p:spTree>
    <p:extLst>
      <p:ext uri="{BB962C8B-B14F-4D97-AF65-F5344CB8AC3E}">
        <p14:creationId xmlns:p14="http://schemas.microsoft.com/office/powerpoint/2010/main" val="2124739059"/>
      </p:ext>
    </p:extLst>
  </p:cSld>
  <p:clrMapOvr>
    <a:overrideClrMapping bg1="dk1" tx1="lt1" bg2="dk2" tx2="lt2" accent1="accent1" accent2="accent2" accent3="accent3" accent4="accent4" accent5="accent5" accent6="accent6" hlink="hlink" folHlink="folHlink"/>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Thank You">
    <p:bg bwMode="invGray">
      <p:bgPr>
        <a:solidFill>
          <a:schemeClr val="accent1"/>
        </a:solidFill>
        <a:effectLst/>
      </p:bgPr>
    </p:bg>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DCA81D8A-CBA0-45F2-DC4D-D37A6E8A3F8A}"/>
              </a:ext>
            </a:extLst>
          </p:cNvPr>
          <p:cNvPicPr>
            <a:picLocks noChangeAspect="1"/>
          </p:cNvPicPr>
          <p:nvPr userDrawn="1"/>
        </p:nvPicPr>
        <p:blipFill rotWithShape="1">
          <a:blip r:embed="rId2">
            <a:alphaModFix amt="62000"/>
            <a:extLst>
              <a:ext uri="{28A0092B-C50C-407E-A947-70E740481C1C}">
                <a14:useLocalDpi xmlns:a14="http://schemas.microsoft.com/office/drawing/2010/main" val="0"/>
              </a:ext>
            </a:extLst>
          </a:blip>
          <a:srcRect t="7812" b="7812"/>
          <a:stretch/>
        </p:blipFill>
        <p:spPr>
          <a:xfrm>
            <a:off x="0" y="0"/>
            <a:ext cx="12192000" cy="6858000"/>
          </a:xfrm>
          <a:prstGeom prst="rect">
            <a:avLst/>
          </a:prstGeom>
        </p:spPr>
      </p:pic>
      <p:sp>
        <p:nvSpPr>
          <p:cNvPr id="20" name="Text Placeholder 19">
            <a:extLst>
              <a:ext uri="{FF2B5EF4-FFF2-40B4-BE49-F238E27FC236}">
                <a16:creationId xmlns:a16="http://schemas.microsoft.com/office/drawing/2014/main" id="{3BBDEF9B-7E99-47B9-BDFC-E0C14D424E68}"/>
              </a:ext>
            </a:extLst>
          </p:cNvPr>
          <p:cNvSpPr>
            <a:spLocks noGrp="1"/>
          </p:cNvSpPr>
          <p:nvPr>
            <p:ph type="body" sz="quarter" idx="10" hasCustomPrompt="1"/>
          </p:nvPr>
        </p:nvSpPr>
        <p:spPr bwMode="white">
          <a:xfrm>
            <a:off x="2581796" y="2780925"/>
            <a:ext cx="7028408" cy="1091544"/>
          </a:xfrm>
        </p:spPr>
        <p:txBody>
          <a:bodyPr anchor="t"/>
          <a:lstStyle>
            <a:lvl1pPr marL="0" indent="0" algn="ctr">
              <a:buNone/>
              <a:defRPr sz="8800" b="1" cap="all" baseline="0">
                <a:solidFill>
                  <a:schemeClr val="accent4"/>
                </a:solidFill>
              </a:defRPr>
            </a:lvl1pPr>
            <a:lvl2pPr marL="227013" indent="0">
              <a:buNone/>
              <a:defRPr/>
            </a:lvl2pPr>
          </a:lstStyle>
          <a:p>
            <a:pPr lvl="0"/>
            <a:r>
              <a:rPr lang="en-US"/>
              <a:t>THANK YOU</a:t>
            </a:r>
          </a:p>
        </p:txBody>
      </p:sp>
    </p:spTree>
    <p:extLst>
      <p:ext uri="{BB962C8B-B14F-4D97-AF65-F5344CB8AC3E}">
        <p14:creationId xmlns:p14="http://schemas.microsoft.com/office/powerpoint/2010/main" val="2410355545"/>
      </p:ext>
    </p:extLst>
  </p:cSld>
  <p:clrMapOvr>
    <a:overrideClrMapping bg1="dk1" tx1="lt1" bg2="dk2" tx2="lt2" accent1="accent1" accent2="accent2" accent3="accent3" accent4="accent4" accent5="accent5" accent6="accent6" hlink="hlink" folHlink="folHlink"/>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Closing Slide">
    <p:bg bwMode="invGray">
      <p:bgPr>
        <a:solidFill>
          <a:schemeClr val="accent1"/>
        </a:solidFill>
        <a:effectLst/>
      </p:bgPr>
    </p:bg>
    <p:spTree>
      <p:nvGrpSpPr>
        <p:cNvPr id="1" name=""/>
        <p:cNvGrpSpPr/>
        <p:nvPr/>
      </p:nvGrpSpPr>
      <p:grpSpPr>
        <a:xfrm>
          <a:off x="0" y="0"/>
          <a:ext cx="0" cy="0"/>
          <a:chOff x="0" y="0"/>
          <a:chExt cx="0" cy="0"/>
        </a:xfrm>
      </p:grpSpPr>
      <p:sp>
        <p:nvSpPr>
          <p:cNvPr id="16" name="Freeform: Shape 15">
            <a:extLst>
              <a:ext uri="{FF2B5EF4-FFF2-40B4-BE49-F238E27FC236}">
                <a16:creationId xmlns:a16="http://schemas.microsoft.com/office/drawing/2014/main" id="{403FCA63-ED35-43C6-9D23-79CB6DA6369F}"/>
              </a:ext>
            </a:extLst>
          </p:cNvPr>
          <p:cNvSpPr/>
          <p:nvPr userDrawn="1"/>
        </p:nvSpPr>
        <p:spPr>
          <a:xfrm>
            <a:off x="3970041" y="2889501"/>
            <a:ext cx="8221959" cy="1304555"/>
          </a:xfrm>
          <a:custGeom>
            <a:avLst/>
            <a:gdLst>
              <a:gd name="connsiteX0" fmla="*/ 1 w 8221959"/>
              <a:gd name="connsiteY0" fmla="*/ 192 h 1304555"/>
              <a:gd name="connsiteX1" fmla="*/ 323852 w 8221959"/>
              <a:gd name="connsiteY1" fmla="*/ 192 h 1304555"/>
              <a:gd name="connsiteX2" fmla="*/ 323852 w 8221959"/>
              <a:gd name="connsiteY2" fmla="*/ 891522 h 1304555"/>
              <a:gd name="connsiteX3" fmla="*/ 535496 w 8221959"/>
              <a:gd name="connsiteY3" fmla="*/ 652272 h 1304555"/>
              <a:gd name="connsiteX4" fmla="*/ 1038797 w 8221959"/>
              <a:gd name="connsiteY4" fmla="*/ 84582 h 1304555"/>
              <a:gd name="connsiteX5" fmla="*/ 1045274 w 8221959"/>
              <a:gd name="connsiteY5" fmla="*/ 77628 h 1304555"/>
              <a:gd name="connsiteX6" fmla="*/ 1402366 w 8221959"/>
              <a:gd name="connsiteY6" fmla="*/ 62103 h 1304555"/>
              <a:gd name="connsiteX7" fmla="*/ 1495902 w 8221959"/>
              <a:gd name="connsiteY7" fmla="*/ 272319 h 1304555"/>
              <a:gd name="connsiteX8" fmla="*/ 1495902 w 8221959"/>
              <a:gd name="connsiteY8" fmla="*/ 899826 h 1304555"/>
              <a:gd name="connsiteX9" fmla="*/ 1714977 w 8221959"/>
              <a:gd name="connsiteY9" fmla="*/ 652176 h 1304555"/>
              <a:gd name="connsiteX10" fmla="*/ 2218183 w 8221959"/>
              <a:gd name="connsiteY10" fmla="*/ 84582 h 1304555"/>
              <a:gd name="connsiteX11" fmla="*/ 2224374 w 8221959"/>
              <a:gd name="connsiteY11" fmla="*/ 77628 h 1304555"/>
              <a:gd name="connsiteX12" fmla="*/ 2581847 w 8221959"/>
              <a:gd name="connsiteY12" fmla="*/ 62103 h 1304555"/>
              <a:gd name="connsiteX13" fmla="*/ 2675383 w 8221959"/>
              <a:gd name="connsiteY13" fmla="*/ 272319 h 1304555"/>
              <a:gd name="connsiteX14" fmla="*/ 2675383 w 8221959"/>
              <a:gd name="connsiteY14" fmla="*/ 899826 h 1304555"/>
              <a:gd name="connsiteX15" fmla="*/ 2894458 w 8221959"/>
              <a:gd name="connsiteY15" fmla="*/ 652176 h 1304555"/>
              <a:gd name="connsiteX16" fmla="*/ 3397663 w 8221959"/>
              <a:gd name="connsiteY16" fmla="*/ 84582 h 1304555"/>
              <a:gd name="connsiteX17" fmla="*/ 3404236 w 8221959"/>
              <a:gd name="connsiteY17" fmla="*/ 77628 h 1304555"/>
              <a:gd name="connsiteX18" fmla="*/ 3761328 w 8221959"/>
              <a:gd name="connsiteY18" fmla="*/ 62103 h 1304555"/>
              <a:gd name="connsiteX19" fmla="*/ 3854768 w 8221959"/>
              <a:gd name="connsiteY19" fmla="*/ 272319 h 1304555"/>
              <a:gd name="connsiteX20" fmla="*/ 3854768 w 8221959"/>
              <a:gd name="connsiteY20" fmla="*/ 899826 h 1304555"/>
              <a:gd name="connsiteX21" fmla="*/ 4073843 w 8221959"/>
              <a:gd name="connsiteY21" fmla="*/ 652176 h 1304555"/>
              <a:gd name="connsiteX22" fmla="*/ 4577049 w 8221959"/>
              <a:gd name="connsiteY22" fmla="*/ 84582 h 1304555"/>
              <a:gd name="connsiteX23" fmla="*/ 4583526 w 8221959"/>
              <a:gd name="connsiteY23" fmla="*/ 77628 h 1304555"/>
              <a:gd name="connsiteX24" fmla="*/ 4940713 w 8221959"/>
              <a:gd name="connsiteY24" fmla="*/ 62103 h 1304555"/>
              <a:gd name="connsiteX25" fmla="*/ 5034249 w 8221959"/>
              <a:gd name="connsiteY25" fmla="*/ 272319 h 1304555"/>
              <a:gd name="connsiteX26" fmla="*/ 5034249 w 8221959"/>
              <a:gd name="connsiteY26" fmla="*/ 652272 h 1304555"/>
              <a:gd name="connsiteX27" fmla="*/ 5031296 w 8221959"/>
              <a:gd name="connsiteY27" fmla="*/ 652272 h 1304555"/>
              <a:gd name="connsiteX28" fmla="*/ 5031296 w 8221959"/>
              <a:gd name="connsiteY28" fmla="*/ 899921 h 1304555"/>
              <a:gd name="connsiteX29" fmla="*/ 5250370 w 8221959"/>
              <a:gd name="connsiteY29" fmla="*/ 652271 h 1304555"/>
              <a:gd name="connsiteX30" fmla="*/ 5753668 w 8221959"/>
              <a:gd name="connsiteY30" fmla="*/ 84581 h 1304555"/>
              <a:gd name="connsiteX31" fmla="*/ 5760145 w 8221959"/>
              <a:gd name="connsiteY31" fmla="*/ 77627 h 1304555"/>
              <a:gd name="connsiteX32" fmla="*/ 6117235 w 8221959"/>
              <a:gd name="connsiteY32" fmla="*/ 62102 h 1304555"/>
              <a:gd name="connsiteX33" fmla="*/ 6210770 w 8221959"/>
              <a:gd name="connsiteY33" fmla="*/ 272318 h 1304555"/>
              <a:gd name="connsiteX34" fmla="*/ 6210770 w 8221959"/>
              <a:gd name="connsiteY34" fmla="*/ 899825 h 1304555"/>
              <a:gd name="connsiteX35" fmla="*/ 6429843 w 8221959"/>
              <a:gd name="connsiteY35" fmla="*/ 652175 h 1304555"/>
              <a:gd name="connsiteX36" fmla="*/ 6933046 w 8221959"/>
              <a:gd name="connsiteY36" fmla="*/ 84581 h 1304555"/>
              <a:gd name="connsiteX37" fmla="*/ 6939237 w 8221959"/>
              <a:gd name="connsiteY37" fmla="*/ 77627 h 1304555"/>
              <a:gd name="connsiteX38" fmla="*/ 7114949 w 8221959"/>
              <a:gd name="connsiteY38" fmla="*/ 250 h 1304555"/>
              <a:gd name="connsiteX39" fmla="*/ 7296708 w 8221959"/>
              <a:gd name="connsiteY39" fmla="*/ 62102 h 1304555"/>
              <a:gd name="connsiteX40" fmla="*/ 7390243 w 8221959"/>
              <a:gd name="connsiteY40" fmla="*/ 272318 h 1304555"/>
              <a:gd name="connsiteX41" fmla="*/ 7390243 w 8221959"/>
              <a:gd name="connsiteY41" fmla="*/ 899825 h 1304555"/>
              <a:gd name="connsiteX42" fmla="*/ 7609317 w 8221959"/>
              <a:gd name="connsiteY42" fmla="*/ 652175 h 1304555"/>
              <a:gd name="connsiteX43" fmla="*/ 8112520 w 8221959"/>
              <a:gd name="connsiteY43" fmla="*/ 84581 h 1304555"/>
              <a:gd name="connsiteX44" fmla="*/ 8119092 w 8221959"/>
              <a:gd name="connsiteY44" fmla="*/ 77627 h 1304555"/>
              <a:gd name="connsiteX45" fmla="*/ 8201036 w 8221959"/>
              <a:gd name="connsiteY45" fmla="*/ 21886 h 1304555"/>
              <a:gd name="connsiteX46" fmla="*/ 8221959 w 8221959"/>
              <a:gd name="connsiteY46" fmla="*/ 15039 h 1304555"/>
              <a:gd name="connsiteX47" fmla="*/ 8221959 w 8221959"/>
              <a:gd name="connsiteY47" fmla="*/ 439700 h 1304555"/>
              <a:gd name="connsiteX48" fmla="*/ 8033748 w 8221959"/>
              <a:gd name="connsiteY48" fmla="*/ 652461 h 1304555"/>
              <a:gd name="connsiteX49" fmla="*/ 7524354 w 8221959"/>
              <a:gd name="connsiteY49" fmla="*/ 1227105 h 1304555"/>
              <a:gd name="connsiteX50" fmla="*/ 7211270 w 8221959"/>
              <a:gd name="connsiteY50" fmla="*/ 1272253 h 1304555"/>
              <a:gd name="connsiteX51" fmla="*/ 7073729 w 8221959"/>
              <a:gd name="connsiteY51" fmla="*/ 1029556 h 1304555"/>
              <a:gd name="connsiteX52" fmla="*/ 7073729 w 8221959"/>
              <a:gd name="connsiteY52" fmla="*/ 404811 h 1304555"/>
              <a:gd name="connsiteX53" fmla="*/ 6854656 w 8221959"/>
              <a:gd name="connsiteY53" fmla="*/ 652461 h 1304555"/>
              <a:gd name="connsiteX54" fmla="*/ 6345167 w 8221959"/>
              <a:gd name="connsiteY54" fmla="*/ 1227105 h 1304555"/>
              <a:gd name="connsiteX55" fmla="*/ 6158192 w 8221959"/>
              <a:gd name="connsiteY55" fmla="*/ 1304352 h 1304555"/>
              <a:gd name="connsiteX56" fmla="*/ 6031511 w 8221959"/>
              <a:gd name="connsiteY56" fmla="*/ 1272063 h 1304555"/>
              <a:gd name="connsiteX57" fmla="*/ 5893970 w 8221959"/>
              <a:gd name="connsiteY57" fmla="*/ 1029366 h 1304555"/>
              <a:gd name="connsiteX58" fmla="*/ 5893970 w 8221959"/>
              <a:gd name="connsiteY58" fmla="*/ 404811 h 1304555"/>
              <a:gd name="connsiteX59" fmla="*/ 5674897 w 8221959"/>
              <a:gd name="connsiteY59" fmla="*/ 652461 h 1304555"/>
              <a:gd name="connsiteX60" fmla="*/ 5165407 w 8221959"/>
              <a:gd name="connsiteY60" fmla="*/ 1227105 h 1304555"/>
              <a:gd name="connsiteX61" fmla="*/ 4979100 w 8221959"/>
              <a:gd name="connsiteY61" fmla="*/ 1304543 h 1304555"/>
              <a:gd name="connsiteX62" fmla="*/ 4852322 w 8221959"/>
              <a:gd name="connsiteY62" fmla="*/ 1272253 h 1304555"/>
              <a:gd name="connsiteX63" fmla="*/ 4714877 w 8221959"/>
              <a:gd name="connsiteY63" fmla="*/ 1029556 h 1304555"/>
              <a:gd name="connsiteX64" fmla="*/ 4714877 w 8221959"/>
              <a:gd name="connsiteY64" fmla="*/ 652271 h 1304555"/>
              <a:gd name="connsiteX65" fmla="*/ 4717066 w 8221959"/>
              <a:gd name="connsiteY65" fmla="*/ 652271 h 1304555"/>
              <a:gd name="connsiteX66" fmla="*/ 4717066 w 8221959"/>
              <a:gd name="connsiteY66" fmla="*/ 404622 h 1304555"/>
              <a:gd name="connsiteX67" fmla="*/ 4497991 w 8221959"/>
              <a:gd name="connsiteY67" fmla="*/ 652272 h 1304555"/>
              <a:gd name="connsiteX68" fmla="*/ 3988499 w 8221959"/>
              <a:gd name="connsiteY68" fmla="*/ 1226915 h 1304555"/>
              <a:gd name="connsiteX69" fmla="*/ 3802190 w 8221959"/>
              <a:gd name="connsiteY69" fmla="*/ 1304353 h 1304555"/>
              <a:gd name="connsiteX70" fmla="*/ 3675508 w 8221959"/>
              <a:gd name="connsiteY70" fmla="*/ 1272064 h 1304555"/>
              <a:gd name="connsiteX71" fmla="*/ 3537967 w 8221959"/>
              <a:gd name="connsiteY71" fmla="*/ 1029367 h 1304555"/>
              <a:gd name="connsiteX72" fmla="*/ 3537967 w 8221959"/>
              <a:gd name="connsiteY72" fmla="*/ 404812 h 1304555"/>
              <a:gd name="connsiteX73" fmla="*/ 3318892 w 8221959"/>
              <a:gd name="connsiteY73" fmla="*/ 652462 h 1304555"/>
              <a:gd name="connsiteX74" fmla="*/ 2809495 w 8221959"/>
              <a:gd name="connsiteY74" fmla="*/ 1227106 h 1304555"/>
              <a:gd name="connsiteX75" fmla="*/ 2496408 w 8221959"/>
              <a:gd name="connsiteY75" fmla="*/ 1272254 h 1304555"/>
              <a:gd name="connsiteX76" fmla="*/ 2358867 w 8221959"/>
              <a:gd name="connsiteY76" fmla="*/ 1029557 h 1304555"/>
              <a:gd name="connsiteX77" fmla="*/ 2358867 w 8221959"/>
              <a:gd name="connsiteY77" fmla="*/ 404812 h 1304555"/>
              <a:gd name="connsiteX78" fmla="*/ 2139792 w 8221959"/>
              <a:gd name="connsiteY78" fmla="*/ 652462 h 1304555"/>
              <a:gd name="connsiteX79" fmla="*/ 1630300 w 8221959"/>
              <a:gd name="connsiteY79" fmla="*/ 1227106 h 1304555"/>
              <a:gd name="connsiteX80" fmla="*/ 1443324 w 8221959"/>
              <a:gd name="connsiteY80" fmla="*/ 1304353 h 1304555"/>
              <a:gd name="connsiteX81" fmla="*/ 1316641 w 8221959"/>
              <a:gd name="connsiteY81" fmla="*/ 1272064 h 1304555"/>
              <a:gd name="connsiteX82" fmla="*/ 1179100 w 8221959"/>
              <a:gd name="connsiteY82" fmla="*/ 1029367 h 1304555"/>
              <a:gd name="connsiteX83" fmla="*/ 1179100 w 8221959"/>
              <a:gd name="connsiteY83" fmla="*/ 404812 h 1304555"/>
              <a:gd name="connsiteX84" fmla="*/ 960025 w 8221959"/>
              <a:gd name="connsiteY84" fmla="*/ 652462 h 1304555"/>
              <a:gd name="connsiteX85" fmla="*/ 450533 w 8221959"/>
              <a:gd name="connsiteY85" fmla="*/ 1227106 h 1304555"/>
              <a:gd name="connsiteX86" fmla="*/ 264224 w 8221959"/>
              <a:gd name="connsiteY86" fmla="*/ 1304544 h 1304555"/>
              <a:gd name="connsiteX87" fmla="*/ 137446 w 8221959"/>
              <a:gd name="connsiteY87" fmla="*/ 1272254 h 1304555"/>
              <a:gd name="connsiteX88" fmla="*/ 9180 w 8221959"/>
              <a:gd name="connsiteY88" fmla="*/ 1102894 h 1304555"/>
              <a:gd name="connsiteX89" fmla="*/ 513 w 8221959"/>
              <a:gd name="connsiteY89" fmla="*/ 1033656 h 1304555"/>
              <a:gd name="connsiteX90" fmla="*/ 1 w 8221959"/>
              <a:gd name="connsiteY90" fmla="*/ 1033656 h 1304555"/>
              <a:gd name="connsiteX91" fmla="*/ 1 w 8221959"/>
              <a:gd name="connsiteY91" fmla="*/ 1029565 h 1304555"/>
              <a:gd name="connsiteX92" fmla="*/ 0 w 8221959"/>
              <a:gd name="connsiteY92" fmla="*/ 1029557 h 1304555"/>
              <a:gd name="connsiteX93" fmla="*/ 0 w 8221959"/>
              <a:gd name="connsiteY93" fmla="*/ 652272 h 1304555"/>
              <a:gd name="connsiteX94" fmla="*/ 1 w 8221959"/>
              <a:gd name="connsiteY94" fmla="*/ 652272 h 1304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8221959" h="1304555">
                <a:moveTo>
                  <a:pt x="1" y="192"/>
                </a:moveTo>
                <a:lnTo>
                  <a:pt x="323852" y="192"/>
                </a:lnTo>
                <a:lnTo>
                  <a:pt x="323852" y="891522"/>
                </a:lnTo>
                <a:lnTo>
                  <a:pt x="535496" y="652272"/>
                </a:lnTo>
                <a:lnTo>
                  <a:pt x="1038797" y="84582"/>
                </a:lnTo>
                <a:lnTo>
                  <a:pt x="1045274" y="77628"/>
                </a:lnTo>
                <a:cubicBezTo>
                  <a:pt x="1142275" y="-19352"/>
                  <a:pt x="1297315" y="-26092"/>
                  <a:pt x="1402366" y="62103"/>
                </a:cubicBezTo>
                <a:cubicBezTo>
                  <a:pt x="1464469" y="112776"/>
                  <a:pt x="1495902" y="192214"/>
                  <a:pt x="1495902" y="272319"/>
                </a:cubicBezTo>
                <a:lnTo>
                  <a:pt x="1495902" y="899826"/>
                </a:lnTo>
                <a:lnTo>
                  <a:pt x="1714977" y="652176"/>
                </a:lnTo>
                <a:lnTo>
                  <a:pt x="2218183" y="84582"/>
                </a:lnTo>
                <a:lnTo>
                  <a:pt x="2224374" y="77628"/>
                </a:lnTo>
                <a:cubicBezTo>
                  <a:pt x="2321424" y="-19582"/>
                  <a:pt x="2476734" y="-26327"/>
                  <a:pt x="2581847" y="62103"/>
                </a:cubicBezTo>
                <a:cubicBezTo>
                  <a:pt x="2643950" y="112776"/>
                  <a:pt x="2675383" y="192119"/>
                  <a:pt x="2675383" y="272319"/>
                </a:cubicBezTo>
                <a:lnTo>
                  <a:pt x="2675383" y="899826"/>
                </a:lnTo>
                <a:lnTo>
                  <a:pt x="2894458" y="652176"/>
                </a:lnTo>
                <a:lnTo>
                  <a:pt x="3397663" y="84582"/>
                </a:lnTo>
                <a:lnTo>
                  <a:pt x="3404236" y="77628"/>
                </a:lnTo>
                <a:cubicBezTo>
                  <a:pt x="3501236" y="-19352"/>
                  <a:pt x="3656276" y="-26092"/>
                  <a:pt x="3761328" y="62103"/>
                </a:cubicBezTo>
                <a:cubicBezTo>
                  <a:pt x="3823336" y="112776"/>
                  <a:pt x="3854768" y="192214"/>
                  <a:pt x="3854768" y="272319"/>
                </a:cubicBezTo>
                <a:lnTo>
                  <a:pt x="3854768" y="899826"/>
                </a:lnTo>
                <a:lnTo>
                  <a:pt x="4073843" y="652176"/>
                </a:lnTo>
                <a:lnTo>
                  <a:pt x="4577049" y="84582"/>
                </a:lnTo>
                <a:lnTo>
                  <a:pt x="4583526" y="77628"/>
                </a:lnTo>
                <a:cubicBezTo>
                  <a:pt x="4680539" y="-19409"/>
                  <a:pt x="4835647" y="-26151"/>
                  <a:pt x="4940713" y="62103"/>
                </a:cubicBezTo>
                <a:cubicBezTo>
                  <a:pt x="5002816" y="112776"/>
                  <a:pt x="5034249" y="192119"/>
                  <a:pt x="5034249" y="272319"/>
                </a:cubicBezTo>
                <a:lnTo>
                  <a:pt x="5034249" y="652272"/>
                </a:lnTo>
                <a:lnTo>
                  <a:pt x="5031296" y="652272"/>
                </a:lnTo>
                <a:lnTo>
                  <a:pt x="5031296" y="899921"/>
                </a:lnTo>
                <a:lnTo>
                  <a:pt x="5250370" y="652271"/>
                </a:lnTo>
                <a:lnTo>
                  <a:pt x="5753668" y="84581"/>
                </a:lnTo>
                <a:lnTo>
                  <a:pt x="5760145" y="77627"/>
                </a:lnTo>
                <a:cubicBezTo>
                  <a:pt x="5857145" y="-19353"/>
                  <a:pt x="6012184" y="-26093"/>
                  <a:pt x="6117235" y="62102"/>
                </a:cubicBezTo>
                <a:cubicBezTo>
                  <a:pt x="6179338" y="112775"/>
                  <a:pt x="6210770" y="192213"/>
                  <a:pt x="6210770" y="272318"/>
                </a:cubicBezTo>
                <a:lnTo>
                  <a:pt x="6210770" y="899825"/>
                </a:lnTo>
                <a:lnTo>
                  <a:pt x="6429843" y="652175"/>
                </a:lnTo>
                <a:lnTo>
                  <a:pt x="6933046" y="84581"/>
                </a:lnTo>
                <a:lnTo>
                  <a:pt x="6939237" y="77627"/>
                </a:lnTo>
                <a:cubicBezTo>
                  <a:pt x="6987762" y="29022"/>
                  <a:pt x="7050852" y="3033"/>
                  <a:pt x="7114949" y="250"/>
                </a:cubicBezTo>
                <a:cubicBezTo>
                  <a:pt x="7179047" y="-2534"/>
                  <a:pt x="7244152" y="17887"/>
                  <a:pt x="7296708" y="62102"/>
                </a:cubicBezTo>
                <a:cubicBezTo>
                  <a:pt x="7358811" y="112775"/>
                  <a:pt x="7390243" y="192118"/>
                  <a:pt x="7390243" y="272318"/>
                </a:cubicBezTo>
                <a:lnTo>
                  <a:pt x="7390243" y="899825"/>
                </a:lnTo>
                <a:lnTo>
                  <a:pt x="7609317" y="652175"/>
                </a:lnTo>
                <a:lnTo>
                  <a:pt x="8112520" y="84581"/>
                </a:lnTo>
                <a:lnTo>
                  <a:pt x="8119092" y="77627"/>
                </a:lnTo>
                <a:cubicBezTo>
                  <a:pt x="8143342" y="53382"/>
                  <a:pt x="8171219" y="34777"/>
                  <a:pt x="8201036" y="21886"/>
                </a:cubicBezTo>
                <a:lnTo>
                  <a:pt x="8221959" y="15039"/>
                </a:lnTo>
                <a:lnTo>
                  <a:pt x="8221959" y="439700"/>
                </a:lnTo>
                <a:lnTo>
                  <a:pt x="8033748" y="652461"/>
                </a:lnTo>
                <a:lnTo>
                  <a:pt x="7524354" y="1227105"/>
                </a:lnTo>
                <a:cubicBezTo>
                  <a:pt x="7441614" y="1310042"/>
                  <a:pt x="7314071" y="1328434"/>
                  <a:pt x="7211270" y="1272253"/>
                </a:cubicBezTo>
                <a:cubicBezTo>
                  <a:pt x="7123831" y="1224628"/>
                  <a:pt x="7073729" y="1129378"/>
                  <a:pt x="7073729" y="1029556"/>
                </a:cubicBezTo>
                <a:lnTo>
                  <a:pt x="7073729" y="404811"/>
                </a:lnTo>
                <a:lnTo>
                  <a:pt x="6854656" y="652461"/>
                </a:lnTo>
                <a:lnTo>
                  <a:pt x="6345167" y="1227105"/>
                </a:lnTo>
                <a:cubicBezTo>
                  <a:pt x="6295611" y="1276719"/>
                  <a:pt x="6228316" y="1304522"/>
                  <a:pt x="6158192" y="1304352"/>
                </a:cubicBezTo>
                <a:cubicBezTo>
                  <a:pt x="6113940" y="1304266"/>
                  <a:pt x="6070405" y="1293169"/>
                  <a:pt x="6031511" y="1272063"/>
                </a:cubicBezTo>
                <a:cubicBezTo>
                  <a:pt x="5944071" y="1224438"/>
                  <a:pt x="5893970" y="1129188"/>
                  <a:pt x="5893970" y="1029366"/>
                </a:cubicBezTo>
                <a:lnTo>
                  <a:pt x="5893970" y="404811"/>
                </a:lnTo>
                <a:lnTo>
                  <a:pt x="5674897" y="652461"/>
                </a:lnTo>
                <a:lnTo>
                  <a:pt x="5165407" y="1227105"/>
                </a:lnTo>
                <a:cubicBezTo>
                  <a:pt x="5116088" y="1276688"/>
                  <a:pt x="5049034" y="1304558"/>
                  <a:pt x="4979100" y="1304543"/>
                </a:cubicBezTo>
                <a:cubicBezTo>
                  <a:pt x="4934810" y="1304512"/>
                  <a:pt x="4891231" y="1293413"/>
                  <a:pt x="4852322" y="1272253"/>
                </a:cubicBezTo>
                <a:cubicBezTo>
                  <a:pt x="4764883" y="1224628"/>
                  <a:pt x="4714877" y="1129378"/>
                  <a:pt x="4714877" y="1029556"/>
                </a:cubicBezTo>
                <a:lnTo>
                  <a:pt x="4714877" y="652271"/>
                </a:lnTo>
                <a:lnTo>
                  <a:pt x="4717066" y="652271"/>
                </a:lnTo>
                <a:lnTo>
                  <a:pt x="4717066" y="404622"/>
                </a:lnTo>
                <a:lnTo>
                  <a:pt x="4497991" y="652272"/>
                </a:lnTo>
                <a:lnTo>
                  <a:pt x="3988499" y="1226915"/>
                </a:lnTo>
                <a:cubicBezTo>
                  <a:pt x="3939156" y="1276462"/>
                  <a:pt x="3872117" y="1304327"/>
                  <a:pt x="3802190" y="1304353"/>
                </a:cubicBezTo>
                <a:cubicBezTo>
                  <a:pt x="3757938" y="1304267"/>
                  <a:pt x="3714402" y="1293170"/>
                  <a:pt x="3675508" y="1272064"/>
                </a:cubicBezTo>
                <a:cubicBezTo>
                  <a:pt x="3588068" y="1224439"/>
                  <a:pt x="3537967" y="1129189"/>
                  <a:pt x="3537967" y="1029367"/>
                </a:cubicBezTo>
                <a:lnTo>
                  <a:pt x="3537967" y="404812"/>
                </a:lnTo>
                <a:lnTo>
                  <a:pt x="3318892" y="652462"/>
                </a:lnTo>
                <a:lnTo>
                  <a:pt x="2809495" y="1227106"/>
                </a:lnTo>
                <a:cubicBezTo>
                  <a:pt x="2726754" y="1310043"/>
                  <a:pt x="2599210" y="1328435"/>
                  <a:pt x="2496408" y="1272254"/>
                </a:cubicBezTo>
                <a:cubicBezTo>
                  <a:pt x="2408968" y="1224629"/>
                  <a:pt x="2358867" y="1129379"/>
                  <a:pt x="2358867" y="1029557"/>
                </a:cubicBezTo>
                <a:lnTo>
                  <a:pt x="2358867" y="404812"/>
                </a:lnTo>
                <a:lnTo>
                  <a:pt x="2139792" y="652462"/>
                </a:lnTo>
                <a:lnTo>
                  <a:pt x="1630300" y="1227106"/>
                </a:lnTo>
                <a:cubicBezTo>
                  <a:pt x="1580744" y="1276720"/>
                  <a:pt x="1513448" y="1304523"/>
                  <a:pt x="1443324" y="1304353"/>
                </a:cubicBezTo>
                <a:cubicBezTo>
                  <a:pt x="1399071" y="1304267"/>
                  <a:pt x="1355536" y="1293170"/>
                  <a:pt x="1316641" y="1272064"/>
                </a:cubicBezTo>
                <a:cubicBezTo>
                  <a:pt x="1229202" y="1224439"/>
                  <a:pt x="1179100" y="1129189"/>
                  <a:pt x="1179100" y="1029367"/>
                </a:cubicBezTo>
                <a:lnTo>
                  <a:pt x="1179100" y="404812"/>
                </a:lnTo>
                <a:lnTo>
                  <a:pt x="960025" y="652462"/>
                </a:lnTo>
                <a:lnTo>
                  <a:pt x="450533" y="1227106"/>
                </a:lnTo>
                <a:cubicBezTo>
                  <a:pt x="401213" y="1276689"/>
                  <a:pt x="334159" y="1304559"/>
                  <a:pt x="264224" y="1304544"/>
                </a:cubicBezTo>
                <a:cubicBezTo>
                  <a:pt x="219934" y="1304513"/>
                  <a:pt x="176355" y="1293414"/>
                  <a:pt x="137446" y="1272254"/>
                </a:cubicBezTo>
                <a:cubicBezTo>
                  <a:pt x="71866" y="1236535"/>
                  <a:pt x="27343" y="1174028"/>
                  <a:pt x="9180" y="1102894"/>
                </a:cubicBezTo>
                <a:lnTo>
                  <a:pt x="513" y="1033656"/>
                </a:lnTo>
                <a:lnTo>
                  <a:pt x="1" y="1033656"/>
                </a:lnTo>
                <a:lnTo>
                  <a:pt x="1" y="1029565"/>
                </a:lnTo>
                <a:lnTo>
                  <a:pt x="0" y="1029557"/>
                </a:lnTo>
                <a:lnTo>
                  <a:pt x="0" y="652272"/>
                </a:lnTo>
                <a:lnTo>
                  <a:pt x="1" y="652272"/>
                </a:lnTo>
                <a:close/>
              </a:path>
            </a:pathLst>
          </a:custGeom>
          <a:gradFill flip="none" rotWithShape="1">
            <a:gsLst>
              <a:gs pos="0">
                <a:schemeClr val="accent1">
                  <a:tint val="66000"/>
                  <a:satMod val="160000"/>
                </a:schemeClr>
              </a:gs>
              <a:gs pos="49000">
                <a:schemeClr val="accent1">
                  <a:tint val="44500"/>
                  <a:satMod val="160000"/>
                </a:schemeClr>
              </a:gs>
              <a:gs pos="100000">
                <a:schemeClr val="tx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8" name="Graphic 17">
            <a:extLst>
              <a:ext uri="{FF2B5EF4-FFF2-40B4-BE49-F238E27FC236}">
                <a16:creationId xmlns:a16="http://schemas.microsoft.com/office/drawing/2014/main" id="{A9BC630F-6602-46CC-94D2-9A72427CD1B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78464" y="2919177"/>
            <a:ext cx="3165955" cy="1245957"/>
          </a:xfrm>
          <a:prstGeom prst="rect">
            <a:avLst/>
          </a:prstGeom>
        </p:spPr>
      </p:pic>
    </p:spTree>
    <p:extLst>
      <p:ext uri="{BB962C8B-B14F-4D97-AF65-F5344CB8AC3E}">
        <p14:creationId xmlns:p14="http://schemas.microsoft.com/office/powerpoint/2010/main" val="1609920526"/>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image" Target="../media/image1.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image" Target="../media/image2.svg"/><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A2CE99E-E714-40B6-AD13-9F92202805BD}"/>
              </a:ext>
            </a:extLst>
          </p:cNvPr>
          <p:cNvSpPr>
            <a:spLocks noGrp="1"/>
          </p:cNvSpPr>
          <p:nvPr>
            <p:ph type="ftr" sz="quarter" idx="3"/>
          </p:nvPr>
        </p:nvSpPr>
        <p:spPr>
          <a:xfrm>
            <a:off x="342900" y="6394105"/>
            <a:ext cx="10259861" cy="365125"/>
          </a:xfrm>
          <a:prstGeom prst="rect">
            <a:avLst/>
          </a:prstGeom>
        </p:spPr>
        <p:txBody>
          <a:bodyPr vert="horz" lIns="0" tIns="45720" rIns="91440" bIns="45720" rtlCol="0" anchor="ctr"/>
          <a:lstStyle>
            <a:lvl1pPr algn="l">
              <a:defRPr sz="800">
                <a:solidFill>
                  <a:schemeClr val="tx1"/>
                </a:solidFill>
              </a:defRPr>
            </a:lvl1pPr>
          </a:lstStyle>
          <a:p>
            <a:endParaRPr lang="en-US"/>
          </a:p>
        </p:txBody>
      </p:sp>
      <p:sp>
        <p:nvSpPr>
          <p:cNvPr id="2" name="Title Placeholder 1">
            <a:extLst>
              <a:ext uri="{FF2B5EF4-FFF2-40B4-BE49-F238E27FC236}">
                <a16:creationId xmlns:a16="http://schemas.microsoft.com/office/drawing/2014/main" id="{6FA46329-3CEB-4871-A9F8-2926A8C0855D}"/>
              </a:ext>
            </a:extLst>
          </p:cNvPr>
          <p:cNvSpPr>
            <a:spLocks noGrp="1"/>
          </p:cNvSpPr>
          <p:nvPr>
            <p:ph type="title"/>
          </p:nvPr>
        </p:nvSpPr>
        <p:spPr>
          <a:xfrm>
            <a:off x="880782" y="545914"/>
            <a:ext cx="10414747" cy="1147152"/>
          </a:xfrm>
          <a:prstGeom prst="rect">
            <a:avLst/>
          </a:prstGeom>
        </p:spPr>
        <p:txBody>
          <a:bodyPr vert="horz" lIns="0" tIns="0" rIns="0" bIns="0" rtlCol="0" anchor="b">
            <a:noAutofit/>
          </a:bodyPr>
          <a:lstStyle/>
          <a:p>
            <a:r>
              <a:rPr lang="en-US"/>
              <a:t>Headline goes here</a:t>
            </a:r>
            <a:br>
              <a:rPr lang="en-US"/>
            </a:br>
            <a:r>
              <a:rPr lang="en-US"/>
              <a:t>two lines long optional</a:t>
            </a:r>
          </a:p>
        </p:txBody>
      </p:sp>
      <p:sp>
        <p:nvSpPr>
          <p:cNvPr id="3" name="Text Placeholder 2">
            <a:extLst>
              <a:ext uri="{FF2B5EF4-FFF2-40B4-BE49-F238E27FC236}">
                <a16:creationId xmlns:a16="http://schemas.microsoft.com/office/drawing/2014/main" id="{213B0E2E-E783-4B3F-B91C-B86959CE7A96}"/>
              </a:ext>
            </a:extLst>
          </p:cNvPr>
          <p:cNvSpPr>
            <a:spLocks noGrp="1"/>
          </p:cNvSpPr>
          <p:nvPr>
            <p:ph type="body" idx="1"/>
          </p:nvPr>
        </p:nvSpPr>
        <p:spPr>
          <a:xfrm>
            <a:off x="880782" y="1980280"/>
            <a:ext cx="10414747" cy="4157383"/>
          </a:xfrm>
          <a:prstGeom prst="rect">
            <a:avLst/>
          </a:prstGeom>
        </p:spPr>
        <p:txBody>
          <a:bodyPr vert="horz" lIns="0" tIns="0" rIns="0" bIns="0" rtlCol="0">
            <a:noAutofit/>
          </a:bodyPr>
          <a:lstStyle/>
          <a:p>
            <a:pPr lvl="0"/>
            <a:r>
              <a:rPr lang="en-US"/>
              <a:t>Default body copy</a:t>
            </a:r>
            <a:br>
              <a:rPr lang="en-US"/>
            </a:br>
            <a:r>
              <a:rPr lang="en-US"/>
              <a:t>second line</a:t>
            </a:r>
          </a:p>
          <a:p>
            <a:pPr lvl="1"/>
            <a:r>
              <a:rPr lang="en-US"/>
              <a:t>Sub-level body copy (tab 2x)</a:t>
            </a:r>
            <a:br>
              <a:rPr lang="en-US"/>
            </a:br>
            <a:r>
              <a:rPr lang="en-US"/>
              <a:t>second line</a:t>
            </a:r>
          </a:p>
          <a:p>
            <a:pPr lvl="2"/>
            <a:r>
              <a:rPr lang="en-US"/>
              <a:t>Sub-level body copy (tab 3x)</a:t>
            </a:r>
            <a:br>
              <a:rPr lang="en-US"/>
            </a:br>
            <a:r>
              <a:rPr lang="en-US"/>
              <a:t>second line</a:t>
            </a:r>
          </a:p>
          <a:p>
            <a:pPr lvl="3"/>
            <a:r>
              <a:rPr lang="en-US"/>
              <a:t>Sub-level (tab 4x)</a:t>
            </a:r>
            <a:br>
              <a:rPr lang="en-US"/>
            </a:br>
            <a:r>
              <a:rPr lang="en-US"/>
              <a:t>second line</a:t>
            </a:r>
          </a:p>
          <a:p>
            <a:pPr lvl="4"/>
            <a:r>
              <a:rPr lang="en-US"/>
              <a:t>Sub-level (tab 5x)</a:t>
            </a:r>
            <a:br>
              <a:rPr lang="en-US"/>
            </a:br>
            <a:r>
              <a:rPr lang="en-US"/>
              <a:t>second line</a:t>
            </a:r>
          </a:p>
        </p:txBody>
      </p:sp>
      <p:sp>
        <p:nvSpPr>
          <p:cNvPr id="4" name="Date Placeholder 3">
            <a:extLst>
              <a:ext uri="{FF2B5EF4-FFF2-40B4-BE49-F238E27FC236}">
                <a16:creationId xmlns:a16="http://schemas.microsoft.com/office/drawing/2014/main" id="{6A1239C0-BD08-4C30-B628-959CD8FA8D83}"/>
              </a:ext>
            </a:extLst>
          </p:cNvPr>
          <p:cNvSpPr>
            <a:spLocks noGrp="1"/>
          </p:cNvSpPr>
          <p:nvPr>
            <p:ph type="dt" sz="half" idx="2"/>
          </p:nvPr>
        </p:nvSpPr>
        <p:spPr>
          <a:xfrm>
            <a:off x="10602762" y="6382494"/>
            <a:ext cx="692767" cy="365125"/>
          </a:xfrm>
          <a:prstGeom prst="rect">
            <a:avLst/>
          </a:prstGeom>
        </p:spPr>
        <p:txBody>
          <a:bodyPr vert="horz" lIns="91440" tIns="45720" rIns="91440" bIns="45720" rtlCol="0" anchor="ctr"/>
          <a:lstStyle>
            <a:lvl1pPr algn="r">
              <a:defRPr sz="700">
                <a:solidFill>
                  <a:schemeClr val="tx1"/>
                </a:solidFill>
              </a:defRPr>
            </a:lvl1pPr>
          </a:lstStyle>
          <a:p>
            <a:fld id="{B7EB65F7-02F7-4C03-9B5E-0F72A9F540CE}" type="datetime1">
              <a:rPr lang="en-US" smtClean="0"/>
              <a:pPr/>
              <a:t>4/17/24</a:t>
            </a:fld>
            <a:endParaRPr lang="en-US"/>
          </a:p>
        </p:txBody>
      </p:sp>
      <p:sp>
        <p:nvSpPr>
          <p:cNvPr id="6" name="Slide Number Placeholder 5">
            <a:extLst>
              <a:ext uri="{FF2B5EF4-FFF2-40B4-BE49-F238E27FC236}">
                <a16:creationId xmlns:a16="http://schemas.microsoft.com/office/drawing/2014/main" id="{AA28DA39-0C23-4056-8B4B-9F8DCBB8EEB9}"/>
              </a:ext>
            </a:extLst>
          </p:cNvPr>
          <p:cNvSpPr>
            <a:spLocks noGrp="1"/>
          </p:cNvSpPr>
          <p:nvPr>
            <p:ph type="sldNum" sz="quarter" idx="4"/>
          </p:nvPr>
        </p:nvSpPr>
        <p:spPr>
          <a:xfrm>
            <a:off x="11674225" y="5477347"/>
            <a:ext cx="305503" cy="306298"/>
          </a:xfrm>
          <a:prstGeom prst="ellipse">
            <a:avLst/>
          </a:prstGeom>
          <a:noFill/>
          <a:ln w="6350">
            <a:solidFill>
              <a:schemeClr val="tx2"/>
            </a:solidFill>
          </a:ln>
        </p:spPr>
        <p:txBody>
          <a:bodyPr vert="horz" lIns="0" tIns="45720" rIns="0" bIns="45720" rtlCol="0" anchor="ctr"/>
          <a:lstStyle>
            <a:lvl1pPr algn="ctr">
              <a:defRPr sz="700" b="1">
                <a:solidFill>
                  <a:schemeClr val="tx2"/>
                </a:solidFill>
              </a:defRPr>
            </a:lvl1pPr>
          </a:lstStyle>
          <a:p>
            <a:fld id="{545951DD-1C6A-495F-8185-4C73F8F8B75A}" type="slidenum">
              <a:rPr lang="en-US" smtClean="0"/>
              <a:pPr/>
              <a:t>‹#›</a:t>
            </a:fld>
            <a:endParaRPr lang="en-US"/>
          </a:p>
        </p:txBody>
      </p:sp>
      <p:pic>
        <p:nvPicPr>
          <p:cNvPr id="9" name="Graphic 8">
            <a:extLst>
              <a:ext uri="{FF2B5EF4-FFF2-40B4-BE49-F238E27FC236}">
                <a16:creationId xmlns:a16="http://schemas.microsoft.com/office/drawing/2014/main" id="{3BB41A6D-43BD-4471-835C-1C49C9CCE2A7}"/>
              </a:ext>
            </a:extLst>
          </p:cNvPr>
          <p:cNvPicPr>
            <a:picLocks noChangeAspect="1"/>
          </p:cNvPicPr>
          <p:nvPr userDrawn="1"/>
        </p:nvPicPr>
        <p:blipFill>
          <a:blip r:embed="rId68">
            <a:extLst>
              <a:ext uri="{28A0092B-C50C-407E-A947-70E740481C1C}">
                <a14:useLocalDpi xmlns:a14="http://schemas.microsoft.com/office/drawing/2010/main" val="0"/>
              </a:ext>
              <a:ext uri="{96DAC541-7B7A-43D3-8B79-37D633B846F1}">
                <asvg:svgBlip xmlns:asvg="http://schemas.microsoft.com/office/drawing/2016/SVG/main" r:embed="rId69"/>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1350346661"/>
      </p:ext>
    </p:extLst>
  </p:cSld>
  <p:clrMap bg1="dk1" tx1="lt1" bg2="dk2" tx2="lt2" accent1="accent1" accent2="accent2" accent3="accent3" accent4="accent4" accent5="accent5" accent6="accent6" hlink="hlink" folHlink="folHlink"/>
  <p:sldLayoutIdLst>
    <p:sldLayoutId id="2147483649" r:id="rId1"/>
    <p:sldLayoutId id="2147483737" r:id="rId2"/>
    <p:sldLayoutId id="2147483719" r:id="rId3"/>
    <p:sldLayoutId id="2147483720" r:id="rId4"/>
    <p:sldLayoutId id="2147483721" r:id="rId5"/>
    <p:sldLayoutId id="2147483666" r:id="rId6"/>
    <p:sldLayoutId id="2147483736" r:id="rId7"/>
    <p:sldLayoutId id="2147483691" r:id="rId8"/>
    <p:sldLayoutId id="2147483729" r:id="rId9"/>
    <p:sldLayoutId id="2147483651" r:id="rId10"/>
    <p:sldLayoutId id="2147483695" r:id="rId11"/>
    <p:sldLayoutId id="2147483734" r:id="rId12"/>
    <p:sldLayoutId id="2147483735" r:id="rId13"/>
    <p:sldLayoutId id="2147483662" r:id="rId14"/>
    <p:sldLayoutId id="2147483661" r:id="rId15"/>
    <p:sldLayoutId id="2147483696" r:id="rId16"/>
    <p:sldLayoutId id="2147483730" r:id="rId17"/>
    <p:sldLayoutId id="2147483650" r:id="rId18"/>
    <p:sldLayoutId id="2147483728" r:id="rId19"/>
    <p:sldLayoutId id="2147483700" r:id="rId20"/>
    <p:sldLayoutId id="2147483652" r:id="rId21"/>
    <p:sldLayoutId id="2147483705" r:id="rId22"/>
    <p:sldLayoutId id="2147483653" r:id="rId23"/>
    <p:sldLayoutId id="2147483718" r:id="rId24"/>
    <p:sldLayoutId id="2147483706" r:id="rId25"/>
    <p:sldLayoutId id="2147483714" r:id="rId26"/>
    <p:sldLayoutId id="2147483703" r:id="rId27"/>
    <p:sldLayoutId id="2147483724" r:id="rId28"/>
    <p:sldLayoutId id="2147483708" r:id="rId29"/>
    <p:sldLayoutId id="2147483715" r:id="rId30"/>
    <p:sldLayoutId id="2147483704" r:id="rId31"/>
    <p:sldLayoutId id="2147483725" r:id="rId32"/>
    <p:sldLayoutId id="2147483716" r:id="rId33"/>
    <p:sldLayoutId id="2147483707" r:id="rId34"/>
    <p:sldLayoutId id="2147483664" r:id="rId35"/>
    <p:sldLayoutId id="2147483665" r:id="rId36"/>
    <p:sldLayoutId id="2147483656" r:id="rId37"/>
    <p:sldLayoutId id="2147483667" r:id="rId38"/>
    <p:sldLayoutId id="2147483722" r:id="rId39"/>
    <p:sldLayoutId id="2147483723" r:id="rId40"/>
    <p:sldLayoutId id="2147483711" r:id="rId41"/>
    <p:sldLayoutId id="2147483712" r:id="rId42"/>
    <p:sldLayoutId id="2147483679" r:id="rId43"/>
    <p:sldLayoutId id="2147483657" r:id="rId44"/>
    <p:sldLayoutId id="2147483670" r:id="rId45"/>
    <p:sldLayoutId id="2147483668" r:id="rId46"/>
    <p:sldLayoutId id="2147483697" r:id="rId47"/>
    <p:sldLayoutId id="2147483709" r:id="rId48"/>
    <p:sldLayoutId id="2147483732" r:id="rId49"/>
    <p:sldLayoutId id="2147483710" r:id="rId50"/>
    <p:sldLayoutId id="2147483731" r:id="rId51"/>
    <p:sldLayoutId id="2147483654" r:id="rId52"/>
    <p:sldLayoutId id="2147483698" r:id="rId53"/>
    <p:sldLayoutId id="2147483655" r:id="rId54"/>
    <p:sldLayoutId id="2147483699" r:id="rId55"/>
    <p:sldLayoutId id="2147483671" r:id="rId56"/>
    <p:sldLayoutId id="2147483672" r:id="rId57"/>
    <p:sldLayoutId id="2147483673" r:id="rId58"/>
    <p:sldLayoutId id="2147483674" r:id="rId59"/>
    <p:sldLayoutId id="2147483675" r:id="rId60"/>
    <p:sldLayoutId id="2147483676" r:id="rId61"/>
    <p:sldLayoutId id="2147483677" r:id="rId62"/>
    <p:sldLayoutId id="2147483678" r:id="rId63"/>
    <p:sldLayoutId id="2147483669" r:id="rId64"/>
    <p:sldLayoutId id="2147483738" r:id="rId65"/>
    <p:sldLayoutId id="2147483733" r:id="rId66"/>
  </p:sldLayoutIdLst>
  <p:hf hdr="0" dt="0"/>
  <p:txStyles>
    <p:titleStyle>
      <a:lvl1pPr algn="l" defTabSz="914400" rtl="0" eaLnBrk="1" latinLnBrk="0" hangingPunct="1">
        <a:lnSpc>
          <a:spcPct val="90000"/>
        </a:lnSpc>
        <a:spcBef>
          <a:spcPct val="0"/>
        </a:spcBef>
        <a:buNone/>
        <a:defRPr sz="4400" b="1" i="0" kern="1200" spc="0">
          <a:solidFill>
            <a:schemeClr val="tx1">
              <a:lumMod val="95000"/>
            </a:schemeClr>
          </a:solidFill>
          <a:latin typeface="+mj-lt"/>
          <a:ea typeface="+mj-ea"/>
          <a:cs typeface="+mj-cs"/>
        </a:defRPr>
      </a:lvl1pPr>
    </p:titleStyle>
    <p:bodyStyle>
      <a:lvl1pPr marL="171450" indent="-171450" algn="l" defTabSz="914400" rtl="0" eaLnBrk="1" latinLnBrk="0" hangingPunct="1">
        <a:lnSpc>
          <a:spcPct val="110000"/>
        </a:lnSpc>
        <a:spcBef>
          <a:spcPts val="1000"/>
        </a:spcBef>
        <a:buClr>
          <a:schemeClr val="accent3"/>
        </a:buClr>
        <a:buFont typeface="Arial" panose="020B0604020202020204" pitchFamily="34" charset="0"/>
        <a:buChar char="•"/>
        <a:defRPr sz="1600" kern="1200">
          <a:solidFill>
            <a:schemeClr val="tx1"/>
          </a:solidFill>
          <a:latin typeface="+mn-lt"/>
          <a:ea typeface="+mn-ea"/>
          <a:cs typeface="+mn-cs"/>
        </a:defRPr>
      </a:lvl1pPr>
      <a:lvl2pPr marL="344488" indent="-117475" algn="l" defTabSz="914400" rtl="0" eaLnBrk="1" latinLnBrk="0" hangingPunct="1">
        <a:lnSpc>
          <a:spcPct val="110000"/>
        </a:lnSpc>
        <a:spcBef>
          <a:spcPts val="500"/>
        </a:spcBef>
        <a:buFont typeface="Arial" panose="020B0604020202020204" pitchFamily="34" charset="0"/>
        <a:buChar char="•"/>
        <a:defRPr sz="1200" b="0" kern="1200" cap="none" baseline="0">
          <a:solidFill>
            <a:schemeClr val="tx1"/>
          </a:solidFill>
          <a:latin typeface="+mn-lt"/>
          <a:ea typeface="+mn-ea"/>
          <a:cs typeface="+mn-cs"/>
        </a:defRPr>
      </a:lvl2pPr>
      <a:lvl3pPr marL="457200" indent="-115888" algn="l" defTabSz="914400" rtl="0" eaLnBrk="1" latinLnBrk="0" hangingPunct="1">
        <a:lnSpc>
          <a:spcPct val="110000"/>
        </a:lnSpc>
        <a:spcBef>
          <a:spcPts val="500"/>
        </a:spcBef>
        <a:buClr>
          <a:schemeClr val="tx1"/>
        </a:buClr>
        <a:buFont typeface="Arial" panose="020B0604020202020204" pitchFamily="34" charset="0"/>
        <a:buChar char="•"/>
        <a:defRPr sz="1100" kern="1200">
          <a:solidFill>
            <a:schemeClr val="tx1"/>
          </a:solidFill>
          <a:latin typeface="+mn-lt"/>
          <a:ea typeface="+mn-ea"/>
          <a:cs typeface="+mn-cs"/>
        </a:defRPr>
      </a:lvl3pPr>
      <a:lvl4pPr marL="573088" indent="-111125" algn="l" defTabSz="914400" rtl="0" eaLnBrk="1" latinLnBrk="0" hangingPunct="1">
        <a:lnSpc>
          <a:spcPct val="110000"/>
        </a:lnSpc>
        <a:spcBef>
          <a:spcPts val="500"/>
        </a:spcBef>
        <a:buClr>
          <a:schemeClr val="tx1"/>
        </a:buClr>
        <a:buSzPct val="70000"/>
        <a:buFont typeface="Arial" panose="020B0604020202020204" pitchFamily="34" charset="0"/>
        <a:buChar char="•"/>
        <a:defRPr sz="1000" kern="1200">
          <a:solidFill>
            <a:schemeClr val="tx1"/>
          </a:solidFill>
          <a:latin typeface="+mn-lt"/>
          <a:ea typeface="+mn-ea"/>
          <a:cs typeface="+mn-cs"/>
        </a:defRPr>
      </a:lvl4pPr>
      <a:lvl5pPr marL="685800" indent="-115888" algn="l" defTabSz="914400" rtl="0" eaLnBrk="1" latinLnBrk="0" hangingPunct="1">
        <a:lnSpc>
          <a:spcPct val="110000"/>
        </a:lnSpc>
        <a:spcBef>
          <a:spcPts val="500"/>
        </a:spcBef>
        <a:buClr>
          <a:schemeClr val="tx1"/>
        </a:buClr>
        <a:buSzPct val="70000"/>
        <a:buFont typeface="Arial" panose="020B0604020202020204" pitchFamily="34" charset="0"/>
        <a:buChar char="•"/>
        <a:defRPr sz="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ctr" defTabSz="914400" rtl="0" eaLnBrk="1" latinLnBrk="0" hangingPunct="1">
        <a:defRPr sz="1200" kern="1200">
          <a:solidFill>
            <a:schemeClr val="tx1"/>
          </a:solidFill>
          <a:latin typeface="+mn-lt"/>
          <a:ea typeface="+mn-ea"/>
          <a:cs typeface="+mn-cs"/>
        </a:defRPr>
      </a:lvl1pPr>
      <a:lvl2pPr marL="0" algn="ctr"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16" userDrawn="1">
          <p15:clr>
            <a:srgbClr val="F26B43"/>
          </p15:clr>
        </p15:guide>
        <p15:guide id="3" pos="7440" userDrawn="1">
          <p15:clr>
            <a:srgbClr val="F26B43"/>
          </p15:clr>
        </p15:guide>
        <p15:guide id="4" pos="3848" userDrawn="1">
          <p15:clr>
            <a:srgbClr val="F26B43"/>
          </p15:clr>
        </p15:guide>
        <p15:guide id="5" orient="horz" pos="216" userDrawn="1">
          <p15:clr>
            <a:srgbClr val="F26B43"/>
          </p15:clr>
        </p15:guide>
        <p15:guide id="6" orient="horz" pos="4008" userDrawn="1">
          <p15:clr>
            <a:srgbClr val="F26B43"/>
          </p15:clr>
        </p15:guide>
        <p15:guide id="7" pos="552" userDrawn="1">
          <p15:clr>
            <a:srgbClr val="F26B43"/>
          </p15:clr>
        </p15:guide>
        <p15:guide id="8" pos="712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https://marketingcenter.sebrands.com/af/sproutloud?destination=%2Fmember%2Fcatalog%2Fcustom_ads%2Fdetail%2FUXdFclR5VWlPcEFzRGZHaEprTHpYY1ZiTm1Rd0VyVHlAsgqvZNhi4LhukLS1a4zU%2FUXdFclR5VWlPcEFzRGZHaEprTHpYY1ZiTm1Rd0VyVHlV1ECgDTEV3MJ7DiJf_FdC%2FUXdFclR5VWlPcEFzRGZHaEprTHpYY1ZiTm1Rd0VyVHlV2LA9uTVrH740o2WmdAfS%3Ffrom%3D7pHm5ftGWpVu3vKOC7HKX6orEJ_pyj2qKDz7PncHl_hHAy-cqnZUGqnr-Hhfo46d3AxiZZv37U0jKZn25QyPwGaIy3hnIv7omdaBsqc6R25wTwUKn3T0v0oSVKVfcZOgrMzWyAYW2HQqzhgqikK5yoQv_4L_REgAUWYQ4C_Xh69CjIvG545Hrw%253D%253D" TargetMode="External"/><Relationship Id="rId2" Type="http://schemas.openxmlformats.org/officeDocument/2006/relationships/hyperlink" Target="https://app.sproutloud.com/member/catalog/custom_ads/detail/UXdFclR5VWlPcEFzRGZHaEprTHpYY1ZiTm1Rd0VyVHlAsgqvZNhi4LhukLS1a4zU/UXdFclR5VWlPcEFzRGZHaEprTHpYY1ZiTm1Rd0VyVHlV1ECh8Ub7yhnm_WFa_g68/UXdFclR5VWlPcEFzRGZHaEprTHpYY1ZiTm1Rd0VyVHlV2LA8pOwTG-ym45DXSJy0?from=iJvZSph6bbbTL5O_1qSNUnsBgw0j1m-IFRKUohFoFHObjRlvOqz3OY3e4P-8ReRCPBaWIDvfJR9BZXzaW3TMe5QBIB6DMbHRng0EoEdpDG9UK_twF7NF_R6O98XTBOpIlB1ST_WoZu-oXNeHCfWcfNYb_snbwpZtNHv7yLJNVcS590wmubpIMA%3D%3D&amp;width=&amp;height=" TargetMode="External"/><Relationship Id="rId1" Type="http://schemas.openxmlformats.org/officeDocument/2006/relationships/slideLayout" Target="../slideLayouts/slideLayout54.xml"/><Relationship Id="rId5" Type="http://schemas.openxmlformats.org/officeDocument/2006/relationships/hyperlink" Target="https://marketingcenter.sebrands.com/af/sproutloud?destination=%2Fmember%2Fcatalog%2Fcustom_ads%2Fdetail%2FUXdFclR5VWlPcEFzRGZHaEprTHpYY1ZiTm1Rd0VyVHlAsgqvZNhi4LhukLS1a4zU%2FUXdFclR5VWlPcEFzRGZHaEprTHpYY1ZiTm1Rd0VyVHlV1ECh8Ub7yhnlmyfqLLJJ%2FUXdFclR5VWlPcEFzRGZHaEprTHpYY1ZiTm1Rd0VyVHlV2LA8pOwTG-ylz3Tm5tG0%3Ffrom%3D_H08XkIsQKjqtXuxeUTSKK96NnGbkm23baeBvrBucW4SrmG4XZYy0GhbhPwFDcEUI05bOukHGyejWAwMLwx9S5XOzADCtUahlv1OdWABrn3S8hBWi98DcWfS0DnF6R8kHvi2JX2e7feGSa0CzTJEfAO3GRHYZNTXpedSzeS20eZO_GqpIo8Z-w%253D%253D" TargetMode="External"/><Relationship Id="rId4" Type="http://schemas.openxmlformats.org/officeDocument/2006/relationships/hyperlink" Target="https://www.meetsoci.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4F7AC15C-8F66-B1FD-9A0C-8C6A6E8DD25D}"/>
              </a:ext>
            </a:extLst>
          </p:cNvPr>
          <p:cNvGraphicFramePr>
            <a:graphicFrameLocks noGrp="1"/>
          </p:cNvGraphicFramePr>
          <p:nvPr>
            <p:extLst>
              <p:ext uri="{D42A27DB-BD31-4B8C-83A1-F6EECF244321}">
                <p14:modId xmlns:p14="http://schemas.microsoft.com/office/powerpoint/2010/main" val="2036539309"/>
              </p:ext>
            </p:extLst>
          </p:nvPr>
        </p:nvGraphicFramePr>
        <p:xfrm>
          <a:off x="0" y="-1"/>
          <a:ext cx="12192001" cy="6687520"/>
        </p:xfrm>
        <a:graphic>
          <a:graphicData uri="http://schemas.openxmlformats.org/drawingml/2006/table">
            <a:tbl>
              <a:tblPr firstRow="1" bandRow="1">
                <a:tableStyleId>{5202B0CA-FC54-4496-8BCA-5EF66A818D29}</a:tableStyleId>
              </a:tblPr>
              <a:tblGrid>
                <a:gridCol w="1767565">
                  <a:extLst>
                    <a:ext uri="{9D8B030D-6E8A-4147-A177-3AD203B41FA5}">
                      <a16:colId xmlns:a16="http://schemas.microsoft.com/office/drawing/2014/main" val="2484229546"/>
                    </a:ext>
                  </a:extLst>
                </a:gridCol>
                <a:gridCol w="1707304">
                  <a:extLst>
                    <a:ext uri="{9D8B030D-6E8A-4147-A177-3AD203B41FA5}">
                      <a16:colId xmlns:a16="http://schemas.microsoft.com/office/drawing/2014/main" val="439348342"/>
                    </a:ext>
                  </a:extLst>
                </a:gridCol>
                <a:gridCol w="1738550">
                  <a:extLst>
                    <a:ext uri="{9D8B030D-6E8A-4147-A177-3AD203B41FA5}">
                      <a16:colId xmlns:a16="http://schemas.microsoft.com/office/drawing/2014/main" val="1072895275"/>
                    </a:ext>
                  </a:extLst>
                </a:gridCol>
                <a:gridCol w="1868443">
                  <a:extLst>
                    <a:ext uri="{9D8B030D-6E8A-4147-A177-3AD203B41FA5}">
                      <a16:colId xmlns:a16="http://schemas.microsoft.com/office/drawing/2014/main" val="2787662688"/>
                    </a:ext>
                  </a:extLst>
                </a:gridCol>
                <a:gridCol w="1634925">
                  <a:extLst>
                    <a:ext uri="{9D8B030D-6E8A-4147-A177-3AD203B41FA5}">
                      <a16:colId xmlns:a16="http://schemas.microsoft.com/office/drawing/2014/main" val="1952576077"/>
                    </a:ext>
                  </a:extLst>
                </a:gridCol>
                <a:gridCol w="1677688">
                  <a:extLst>
                    <a:ext uri="{9D8B030D-6E8A-4147-A177-3AD203B41FA5}">
                      <a16:colId xmlns:a16="http://schemas.microsoft.com/office/drawing/2014/main" val="1911801536"/>
                    </a:ext>
                  </a:extLst>
                </a:gridCol>
                <a:gridCol w="1797526">
                  <a:extLst>
                    <a:ext uri="{9D8B030D-6E8A-4147-A177-3AD203B41FA5}">
                      <a16:colId xmlns:a16="http://schemas.microsoft.com/office/drawing/2014/main" val="1683208684"/>
                    </a:ext>
                  </a:extLst>
                </a:gridCol>
              </a:tblGrid>
              <a:tr h="613679">
                <a:tc gridSpan="7">
                  <a:txBody>
                    <a:bodyPr/>
                    <a:lstStyle/>
                    <a:p>
                      <a:pPr marL="530225" rtl="0" fontAlgn="t" latinLnBrk="0">
                        <a:lnSpc>
                          <a:spcPct val="100000"/>
                        </a:lnSpc>
                        <a:spcBef>
                          <a:spcPts val="2255"/>
                        </a:spcBef>
                        <a:spcAft>
                          <a:spcPts val="0"/>
                        </a:spcAft>
                      </a:pPr>
                      <a:r>
                        <a:rPr lang="en-US" sz="3800" spc="0" dirty="0">
                          <a:effectLst/>
                        </a:rPr>
                        <a:t>May 2024</a:t>
                      </a:r>
                      <a:endParaRPr lang="en-US" dirty="0"/>
                    </a:p>
                  </a:txBody>
                  <a:tcPr marL="9525" marR="9525" marT="9525" marB="0">
                    <a:solidFill>
                      <a:schemeClr val="accent1"/>
                    </a:solidFill>
                  </a:tcPr>
                </a:tc>
                <a:tc hMerge="1">
                  <a:txBody>
                    <a:bodyPr/>
                    <a:lstStyle/>
                    <a:p>
                      <a:endParaRPr lang="en-US"/>
                    </a:p>
                  </a:txBody>
                  <a:tcPr marL="0" marR="0" marT="0" marB="0" horzOverflow="overflow"/>
                </a:tc>
                <a:tc hMerge="1">
                  <a:txBody>
                    <a:bodyPr/>
                    <a:lstStyle/>
                    <a:p>
                      <a:endParaRPr lang="en-US"/>
                    </a:p>
                  </a:txBody>
                  <a:tcPr marL="0" marR="0" marT="0" marB="0" horzOverflow="overflow"/>
                </a:tc>
                <a:tc hMerge="1">
                  <a:txBody>
                    <a:bodyPr/>
                    <a:lstStyle/>
                    <a:p>
                      <a:endParaRPr lang="en-US"/>
                    </a:p>
                  </a:txBody>
                  <a:tcPr marL="0" marR="0" marT="0" marB="0" horzOverflow="overflow"/>
                </a:tc>
                <a:tc hMerge="1">
                  <a:txBody>
                    <a:bodyPr/>
                    <a:lstStyle/>
                    <a:p>
                      <a:endParaRPr lang="en-US"/>
                    </a:p>
                  </a:txBody>
                  <a:tcPr marL="0" marR="0" marT="0" marB="0" horzOverflow="overflow"/>
                </a:tc>
                <a:tc hMerge="1">
                  <a:txBody>
                    <a:bodyPr/>
                    <a:lstStyle/>
                    <a:p>
                      <a:endParaRPr lang="en-US"/>
                    </a:p>
                  </a:txBody>
                  <a:tcPr marL="0" marR="0" marT="0" marB="0" horzOverflow="overflow"/>
                </a:tc>
                <a:tc hMerge="1">
                  <a:txBody>
                    <a:bodyPr/>
                    <a:lstStyle/>
                    <a:p>
                      <a:endParaRPr lang="en-US"/>
                    </a:p>
                  </a:txBody>
                  <a:tcPr marL="0" marR="0" marT="0" marB="0" horzOverflow="overflow"/>
                </a:tc>
                <a:extLst>
                  <a:ext uri="{0D108BD9-81ED-4DB2-BD59-A6C34878D82A}">
                    <a16:rowId xmlns:a16="http://schemas.microsoft.com/office/drawing/2014/main" val="431081062"/>
                  </a:ext>
                </a:extLst>
              </a:tr>
              <a:tr h="176995">
                <a:tc>
                  <a:txBody>
                    <a:bodyPr/>
                    <a:lstStyle/>
                    <a:p>
                      <a:pPr marL="0" marR="8890" algn="ctr" rtl="0" fontAlgn="t" latinLnBrk="0">
                        <a:spcBef>
                          <a:spcPts val="295"/>
                        </a:spcBef>
                        <a:spcAft>
                          <a:spcPts val="0"/>
                        </a:spcAft>
                      </a:pPr>
                      <a:r>
                        <a:rPr lang="en-US" sz="600" spc="0" dirty="0">
                          <a:effectLst/>
                        </a:rPr>
                        <a:t>SUNDAY</a:t>
                      </a:r>
                      <a:endParaRPr lang="en-US" sz="1800" dirty="0">
                        <a:effectLst/>
                      </a:endParaRPr>
                    </a:p>
                  </a:txBody>
                  <a:tcPr marL="9525" marR="9525" marT="33147" marB="0"/>
                </a:tc>
                <a:tc>
                  <a:txBody>
                    <a:bodyPr/>
                    <a:lstStyle/>
                    <a:p>
                      <a:pPr marL="54610" algn="ctr" rtl="0" fontAlgn="t" latinLnBrk="0">
                        <a:spcBef>
                          <a:spcPts val="295"/>
                        </a:spcBef>
                        <a:spcAft>
                          <a:spcPts val="0"/>
                        </a:spcAft>
                      </a:pPr>
                      <a:r>
                        <a:rPr lang="en-US" sz="600" spc="0" dirty="0">
                          <a:effectLst/>
                        </a:rPr>
                        <a:t>MONDAY</a:t>
                      </a:r>
                      <a:endParaRPr lang="en-US" sz="1800" dirty="0">
                        <a:effectLst/>
                      </a:endParaRPr>
                    </a:p>
                  </a:txBody>
                  <a:tcPr marL="9525" marR="9525" marT="33147" marB="0"/>
                </a:tc>
                <a:tc>
                  <a:txBody>
                    <a:bodyPr/>
                    <a:lstStyle/>
                    <a:p>
                      <a:pPr marL="27305" algn="ctr" rtl="0" fontAlgn="t" latinLnBrk="0">
                        <a:spcBef>
                          <a:spcPts val="295"/>
                        </a:spcBef>
                        <a:spcAft>
                          <a:spcPts val="0"/>
                        </a:spcAft>
                      </a:pPr>
                      <a:r>
                        <a:rPr lang="en-US" sz="600" spc="0" dirty="0">
                          <a:effectLst/>
                        </a:rPr>
                        <a:t>TUESDAY</a:t>
                      </a:r>
                      <a:endParaRPr lang="en-US" sz="1800" dirty="0">
                        <a:effectLst/>
                      </a:endParaRPr>
                    </a:p>
                  </a:txBody>
                  <a:tcPr marL="9525" marR="9525" marT="33147" marB="0"/>
                </a:tc>
                <a:tc>
                  <a:txBody>
                    <a:bodyPr/>
                    <a:lstStyle/>
                    <a:p>
                      <a:pPr marL="8890" algn="ctr" rtl="0" fontAlgn="t" latinLnBrk="0">
                        <a:spcBef>
                          <a:spcPts val="295"/>
                        </a:spcBef>
                        <a:spcAft>
                          <a:spcPts val="0"/>
                        </a:spcAft>
                      </a:pPr>
                      <a:r>
                        <a:rPr lang="en-US" sz="600" spc="0" dirty="0">
                          <a:effectLst/>
                        </a:rPr>
                        <a:t>WEDNESDAY</a:t>
                      </a:r>
                      <a:endParaRPr lang="en-US" sz="1800" dirty="0">
                        <a:effectLst/>
                      </a:endParaRPr>
                    </a:p>
                  </a:txBody>
                  <a:tcPr marL="9525" marR="9525" marT="33147" marB="0"/>
                </a:tc>
                <a:tc>
                  <a:txBody>
                    <a:bodyPr/>
                    <a:lstStyle/>
                    <a:p>
                      <a:pPr marL="0" algn="ctr" rtl="0" fontAlgn="t" latinLnBrk="0">
                        <a:spcBef>
                          <a:spcPts val="295"/>
                        </a:spcBef>
                        <a:spcAft>
                          <a:spcPts val="0"/>
                        </a:spcAft>
                      </a:pPr>
                      <a:r>
                        <a:rPr lang="en-US" sz="600" spc="0" dirty="0">
                          <a:effectLst/>
                        </a:rPr>
                        <a:t>THURSDAY</a:t>
                      </a:r>
                      <a:endParaRPr lang="en-US" sz="1800" dirty="0">
                        <a:effectLst/>
                      </a:endParaRPr>
                    </a:p>
                  </a:txBody>
                  <a:tcPr marL="9525" marR="9525" marT="33147" marB="0"/>
                </a:tc>
                <a:tc>
                  <a:txBody>
                    <a:bodyPr/>
                    <a:lstStyle/>
                    <a:p>
                      <a:pPr marL="17780" algn="ctr" rtl="0" fontAlgn="t" latinLnBrk="0">
                        <a:spcBef>
                          <a:spcPts val="295"/>
                        </a:spcBef>
                        <a:spcAft>
                          <a:spcPts val="0"/>
                        </a:spcAft>
                      </a:pPr>
                      <a:r>
                        <a:rPr lang="en-US" sz="600" spc="0" dirty="0">
                          <a:effectLst/>
                        </a:rPr>
                        <a:t>FRIDAY</a:t>
                      </a:r>
                      <a:endParaRPr lang="en-US" sz="1800" dirty="0">
                        <a:effectLst/>
                      </a:endParaRPr>
                    </a:p>
                  </a:txBody>
                  <a:tcPr marL="9525" marR="9525" marT="33147" marB="0"/>
                </a:tc>
                <a:tc>
                  <a:txBody>
                    <a:bodyPr/>
                    <a:lstStyle/>
                    <a:p>
                      <a:pPr marL="36195" algn="ctr" rtl="0" fontAlgn="t" latinLnBrk="0">
                        <a:spcBef>
                          <a:spcPts val="295"/>
                        </a:spcBef>
                        <a:spcAft>
                          <a:spcPts val="0"/>
                        </a:spcAft>
                      </a:pPr>
                      <a:r>
                        <a:rPr lang="en-US" sz="600" spc="0" dirty="0">
                          <a:effectLst/>
                        </a:rPr>
                        <a:t>SATURDAY</a:t>
                      </a:r>
                      <a:endParaRPr lang="en-US" sz="1800" dirty="0">
                        <a:effectLst/>
                      </a:endParaRPr>
                    </a:p>
                  </a:txBody>
                  <a:tcPr marL="9525" marR="9525" marT="33147" marB="0"/>
                </a:tc>
                <a:extLst>
                  <a:ext uri="{0D108BD9-81ED-4DB2-BD59-A6C34878D82A}">
                    <a16:rowId xmlns:a16="http://schemas.microsoft.com/office/drawing/2014/main" val="3509082617"/>
                  </a:ext>
                </a:extLst>
              </a:tr>
              <a:tr h="952960">
                <a:tc>
                  <a:txBody>
                    <a:bodyPr/>
                    <a:lstStyle/>
                    <a:p>
                      <a:pPr marL="63500" lvl="0" algn="ctr">
                        <a:spcBef>
                          <a:spcPts val="310"/>
                        </a:spcBef>
                        <a:spcAft>
                          <a:spcPts val="0"/>
                        </a:spcAft>
                        <a:buNone/>
                      </a:pPr>
                      <a:endParaRPr lang="en-US" sz="600" b="0" i="0" u="none" strike="noStrike" spc="0" noProof="0">
                        <a:solidFill>
                          <a:schemeClr val="bg1"/>
                        </a:solidFill>
                        <a:effectLst/>
                        <a:latin typeface="Century Gothic"/>
                      </a:endParaRPr>
                    </a:p>
                  </a:txBody>
                  <a:tcPr marL="9525" marR="9525" marT="80772" marB="0"/>
                </a:tc>
                <a:tc>
                  <a:txBody>
                    <a:bodyPr/>
                    <a:lstStyle/>
                    <a:p>
                      <a:pPr marL="63500" lvl="0" algn="ctr">
                        <a:spcBef>
                          <a:spcPts val="310"/>
                        </a:spcBef>
                        <a:spcAft>
                          <a:spcPts val="0"/>
                        </a:spcAft>
                        <a:buNone/>
                      </a:pPr>
                      <a:endParaRPr lang="en-US" sz="600" b="0" i="0" u="none" strike="noStrike" spc="0" noProof="0" dirty="0">
                        <a:solidFill>
                          <a:schemeClr val="bg1"/>
                        </a:solidFill>
                        <a:effectLst/>
                        <a:latin typeface="Century Gothic"/>
                      </a:endParaRPr>
                    </a:p>
                  </a:txBody>
                  <a:tcPr marL="9525" marR="9525" marT="80772" marB="0"/>
                </a:tc>
                <a:tc>
                  <a:txBody>
                    <a:bodyPr/>
                    <a:lstStyle/>
                    <a:p>
                      <a:pPr marL="63500" lvl="0" algn="ctr">
                        <a:spcBef>
                          <a:spcPts val="310"/>
                        </a:spcBef>
                        <a:spcAft>
                          <a:spcPts val="0"/>
                        </a:spcAft>
                        <a:buNone/>
                      </a:pPr>
                      <a:endParaRPr lang="en-US" sz="600" b="0" i="0" u="none" strike="noStrike" spc="0" noProof="0" dirty="0">
                        <a:solidFill>
                          <a:schemeClr val="bg1"/>
                        </a:solidFill>
                        <a:effectLst/>
                      </a:endParaRPr>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latin typeface="Century Gothic"/>
                        </a:rPr>
                        <a:t>1</a:t>
                      </a:r>
                      <a:endParaRPr lang="en-US" sz="600" dirty="0"/>
                    </a:p>
                    <a:p>
                      <a:pPr marL="63500" lvl="0" algn="ctr">
                        <a:spcBef>
                          <a:spcPts val="310"/>
                        </a:spcBef>
                        <a:spcAft>
                          <a:spcPts val="0"/>
                        </a:spcAft>
                        <a:buNone/>
                      </a:pPr>
                      <a:r>
                        <a:rPr lang="en-US" sz="600" b="0" i="0" u="none" strike="noStrike" spc="0" noProof="0" dirty="0">
                          <a:solidFill>
                            <a:schemeClr val="bg1"/>
                          </a:solidFill>
                          <a:effectLst/>
                        </a:rPr>
                        <a:t>MENTAL HEALTH MONTH</a:t>
                      </a:r>
                    </a:p>
                    <a:p>
                      <a:pPr marL="63500" lvl="0" algn="ctr">
                        <a:spcBef>
                          <a:spcPts val="310"/>
                        </a:spcBef>
                        <a:spcAft>
                          <a:spcPts val="0"/>
                        </a:spcAft>
                        <a:buNone/>
                      </a:pPr>
                      <a:r>
                        <a:rPr lang="en-US" sz="650" b="0" i="0" u="none" strike="noStrike" spc="0" noProof="0" dirty="0">
                          <a:solidFill>
                            <a:schemeClr val="bg1"/>
                          </a:solidFill>
                          <a:effectLst/>
                        </a:rPr>
                        <a:t>Mental and physical health are connected, and it's National Mental Health Month and National Fitness Month! Share a fact on how Mental Health is supported by fitness.</a:t>
                      </a:r>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rPr>
                        <a:t>2</a:t>
                      </a:r>
                    </a:p>
                    <a:p>
                      <a:pPr marL="63500" lvl="0" algn="ctr">
                        <a:spcBef>
                          <a:spcPts val="310"/>
                        </a:spcBef>
                        <a:spcAft>
                          <a:spcPts val="0"/>
                        </a:spcAft>
                        <a:buNone/>
                      </a:pPr>
                      <a:r>
                        <a:rPr lang="en-US" sz="600" b="0" i="0" u="none" strike="noStrike" noProof="0" dirty="0">
                          <a:solidFill>
                            <a:schemeClr val="bg1"/>
                          </a:solidFill>
                        </a:rPr>
                        <a:t>HABIT STACKING</a:t>
                      </a:r>
                      <a:endParaRPr lang="en-US" sz="600" b="0" i="0" u="none" strike="noStrike" noProof="0" dirty="0">
                        <a:solidFill>
                          <a:srgbClr val="2D2926"/>
                        </a:solidFill>
                      </a:endParaRPr>
                    </a:p>
                    <a:p>
                      <a:pPr marL="63500" lvl="0" algn="ctr">
                        <a:spcBef>
                          <a:spcPts val="310"/>
                        </a:spcBef>
                        <a:spcAft>
                          <a:spcPts val="0"/>
                        </a:spcAft>
                        <a:buNone/>
                      </a:pPr>
                      <a:r>
                        <a:rPr lang="en-US" sz="650" b="0" i="0" u="none" strike="noStrike" noProof="0" dirty="0">
                          <a:solidFill>
                            <a:schemeClr val="bg1"/>
                          </a:solidFill>
                        </a:rPr>
                        <a:t>Habit stacking is a great way to help integrate new habits into your existing schedule. Share a habit hack you use in your daily life to help inspire others. </a:t>
                      </a:r>
                      <a:endParaRPr lang="en-US" sz="650" dirty="0"/>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rPr>
                        <a:t>3</a:t>
                      </a:r>
                      <a:endParaRPr lang="en-US" sz="600" b="0" i="0" u="none" strike="noStrike" spc="0" noProof="0" dirty="0">
                        <a:solidFill>
                          <a:srgbClr val="000000"/>
                        </a:solidFill>
                        <a:effectLst/>
                      </a:endParaRPr>
                    </a:p>
                    <a:p>
                      <a:pPr marL="63500" lvl="0" algn="ctr">
                        <a:spcBef>
                          <a:spcPts val="310"/>
                        </a:spcBef>
                        <a:spcAft>
                          <a:spcPts val="0"/>
                        </a:spcAft>
                        <a:buNone/>
                      </a:pPr>
                      <a:r>
                        <a:rPr lang="en-US" sz="600" b="0" i="0" u="none" strike="noStrike" spc="0" noProof="0" dirty="0">
                          <a:solidFill>
                            <a:schemeClr val="bg1"/>
                          </a:solidFill>
                          <a:effectLst/>
                        </a:rPr>
                        <a:t>FLASHBACK FRIDAY</a:t>
                      </a:r>
                    </a:p>
                    <a:p>
                      <a:pPr marL="63500" lvl="0" algn="ctr">
                        <a:spcBef>
                          <a:spcPts val="310"/>
                        </a:spcBef>
                        <a:spcAft>
                          <a:spcPts val="0"/>
                        </a:spcAft>
                        <a:buNone/>
                      </a:pPr>
                      <a:r>
                        <a:rPr lang="en-US" sz="650" b="0" i="0" u="none" strike="noStrike" spc="0" noProof="0" dirty="0">
                          <a:solidFill>
                            <a:schemeClr val="bg1"/>
                          </a:solidFill>
                          <a:effectLst/>
                        </a:rPr>
                        <a:t>This one's for the OGs! Share photos from your club opening, whether that was 2 months ago or 10 years ago!</a:t>
                      </a:r>
                    </a:p>
                  </a:txBody>
                  <a:tcPr marL="9525" marR="9525" marT="80772" marB="0"/>
                </a:tc>
                <a:tc>
                  <a:txBody>
                    <a:bodyPr/>
                    <a:lstStyle/>
                    <a:p>
                      <a:pPr lvl="0" algn="ctr">
                        <a:lnSpc>
                          <a:spcPct val="100000"/>
                        </a:lnSpc>
                        <a:spcBef>
                          <a:spcPts val="0"/>
                        </a:spcBef>
                        <a:spcAft>
                          <a:spcPts val="0"/>
                        </a:spcAft>
                        <a:buNone/>
                      </a:pPr>
                      <a:r>
                        <a:rPr lang="en-US" sz="600" b="0" i="0" u="none" strike="noStrike" spc="0" noProof="0" dirty="0">
                          <a:solidFill>
                            <a:schemeClr val="bg1"/>
                          </a:solidFill>
                          <a:effectLst/>
                          <a:latin typeface="Century Gothic"/>
                        </a:rPr>
                        <a:t>4</a:t>
                      </a:r>
                      <a:endParaRPr lang="en-US" sz="600" dirty="0"/>
                    </a:p>
                    <a:p>
                      <a:pPr marL="63500" lvl="0" algn="ctr">
                        <a:spcBef>
                          <a:spcPts val="310"/>
                        </a:spcBef>
                        <a:spcAft>
                          <a:spcPts val="0"/>
                        </a:spcAft>
                        <a:buNone/>
                      </a:pPr>
                      <a:r>
                        <a:rPr lang="en-US" sz="600" b="0" i="0" u="none" strike="noStrike" spc="0" noProof="0" dirty="0">
                          <a:solidFill>
                            <a:schemeClr val="bg1"/>
                          </a:solidFill>
                          <a:effectLst/>
                        </a:rPr>
                        <a:t>NATIONAL FITNESS DAY</a:t>
                      </a:r>
                    </a:p>
                    <a:p>
                      <a:pPr marL="63500" lvl="0" algn="ctr">
                        <a:spcBef>
                          <a:spcPts val="310"/>
                        </a:spcBef>
                        <a:spcAft>
                          <a:spcPts val="0"/>
                        </a:spcAft>
                        <a:buNone/>
                      </a:pPr>
                      <a:r>
                        <a:rPr lang="en-US" sz="650" b="0" i="0" u="none" strike="noStrike" spc="0" noProof="0" dirty="0">
                          <a:solidFill>
                            <a:schemeClr val="bg1"/>
                          </a:solidFill>
                          <a:effectLst/>
                        </a:rPr>
                        <a:t>Celebrate #</a:t>
                      </a:r>
                      <a:r>
                        <a:rPr lang="en-US" sz="650" b="0" i="0" u="none" strike="noStrike" spc="0" noProof="0" dirty="0" err="1">
                          <a:solidFill>
                            <a:schemeClr val="bg1"/>
                          </a:solidFill>
                          <a:effectLst/>
                        </a:rPr>
                        <a:t>NationalFitnessDay</a:t>
                      </a:r>
                      <a:r>
                        <a:rPr lang="en-US" sz="650" b="0" i="0" u="none" strike="noStrike" spc="0" noProof="0" dirty="0">
                          <a:solidFill>
                            <a:schemeClr val="bg1"/>
                          </a:solidFill>
                          <a:effectLst/>
                        </a:rPr>
                        <a:t>! Snap some pics of an in-club workout or create a HIIT circuit the whole fam can do!</a:t>
                      </a:r>
                    </a:p>
                  </a:txBody>
                  <a:tcPr marL="9525" marR="9525" marT="80772" marB="0"/>
                </a:tc>
                <a:extLst>
                  <a:ext uri="{0D108BD9-81ED-4DB2-BD59-A6C34878D82A}">
                    <a16:rowId xmlns:a16="http://schemas.microsoft.com/office/drawing/2014/main" val="4289451183"/>
                  </a:ext>
                </a:extLst>
              </a:tr>
              <a:tr h="1298757">
                <a:tc>
                  <a:txBody>
                    <a:bodyPr/>
                    <a:lstStyle/>
                    <a:p>
                      <a:pPr marL="63500" lvl="0" algn="ctr" rtl="0">
                        <a:spcBef>
                          <a:spcPts val="310"/>
                        </a:spcBef>
                        <a:spcAft>
                          <a:spcPts val="0"/>
                        </a:spcAft>
                        <a:buNone/>
                      </a:pPr>
                      <a:r>
                        <a:rPr lang="en-US" sz="600" b="0" spc="0" dirty="0">
                          <a:solidFill>
                            <a:schemeClr val="bg1"/>
                          </a:solidFill>
                          <a:effectLst/>
                        </a:rPr>
                        <a:t>5</a:t>
                      </a:r>
                      <a:endParaRPr lang="en-US" sz="600" dirty="0"/>
                    </a:p>
                    <a:p>
                      <a:pPr marL="63500" lvl="0" algn="ctr">
                        <a:spcBef>
                          <a:spcPts val="310"/>
                        </a:spcBef>
                        <a:spcAft>
                          <a:spcPts val="0"/>
                        </a:spcAft>
                        <a:buNone/>
                      </a:pPr>
                      <a:r>
                        <a:rPr lang="en-US" sz="600" b="0" spc="0" dirty="0">
                          <a:solidFill>
                            <a:schemeClr val="bg1"/>
                          </a:solidFill>
                          <a:effectLst/>
                        </a:rPr>
                        <a:t>#TRENDING</a:t>
                      </a:r>
                      <a:endParaRPr lang="en-US" sz="600" dirty="0"/>
                    </a:p>
                    <a:p>
                      <a:pPr marL="63500" lvl="0" algn="ctr">
                        <a:spcBef>
                          <a:spcPts val="310"/>
                        </a:spcBef>
                        <a:spcAft>
                          <a:spcPts val="0"/>
                        </a:spcAft>
                        <a:buNone/>
                      </a:pPr>
                      <a:r>
                        <a:rPr lang="en-US" sz="650" b="0" spc="0" dirty="0">
                          <a:solidFill>
                            <a:schemeClr val="bg1"/>
                          </a:solidFill>
                          <a:effectLst/>
                        </a:rPr>
                        <a:t>Use a trending sound to give your algorithm a boost. Interacting and creating content using Instagram's Reels shows the algorithm you like to participate in what's popular on the app.</a:t>
                      </a:r>
                      <a:endParaRPr lang="en-US" sz="650" dirty="0"/>
                    </a:p>
                  </a:txBody>
                  <a:tcPr marL="9525" marR="9525" marT="80772" marB="0"/>
                </a:tc>
                <a:tc>
                  <a:txBody>
                    <a:bodyPr/>
                    <a:lstStyle/>
                    <a:p>
                      <a:pPr marL="63500" lvl="0" algn="ctr" rtl="0">
                        <a:spcBef>
                          <a:spcPts val="310"/>
                        </a:spcBef>
                        <a:spcAft>
                          <a:spcPts val="0"/>
                        </a:spcAft>
                        <a:buNone/>
                      </a:pPr>
                      <a:r>
                        <a:rPr lang="en-US" sz="600" spc="0" dirty="0">
                          <a:solidFill>
                            <a:schemeClr val="bg1"/>
                          </a:solidFill>
                          <a:effectLst/>
                        </a:rPr>
                        <a:t>6</a:t>
                      </a:r>
                      <a:endParaRPr lang="en-US" sz="600" b="0" i="0" u="none" strike="noStrike" spc="0" dirty="0">
                        <a:solidFill>
                          <a:schemeClr val="dk1"/>
                        </a:solidFill>
                        <a:effectLst/>
                        <a:latin typeface="+mn-lt"/>
                      </a:endParaRPr>
                    </a:p>
                    <a:p>
                      <a:pPr marL="63500" lvl="0" algn="ctr" rtl="0">
                        <a:spcBef>
                          <a:spcPts val="310"/>
                        </a:spcBef>
                        <a:spcAft>
                          <a:spcPts val="0"/>
                        </a:spcAft>
                        <a:buNone/>
                      </a:pPr>
                      <a:r>
                        <a:rPr lang="en-US" sz="600" b="0" i="0" u="none" strike="noStrike" spc="0" noProof="0" dirty="0">
                          <a:solidFill>
                            <a:schemeClr val="bg1"/>
                          </a:solidFill>
                          <a:effectLst/>
                          <a:latin typeface="Century Gothic"/>
                        </a:rPr>
                        <a:t>MEMBER SPOTLIGHT </a:t>
                      </a:r>
                      <a:endParaRPr lang="en-US" sz="600" b="0" i="0" u="none" strike="noStrike" spc="0" noProof="0" dirty="0">
                        <a:solidFill>
                          <a:srgbClr val="2D2926"/>
                        </a:solidFill>
                        <a:effectLst/>
                        <a:latin typeface="Century Gothic"/>
                      </a:endParaRPr>
                    </a:p>
                    <a:p>
                      <a:pPr marL="63500" lvl="0" algn="ctr" rtl="0">
                        <a:spcBef>
                          <a:spcPts val="310"/>
                        </a:spcBef>
                        <a:spcAft>
                          <a:spcPts val="0"/>
                        </a:spcAft>
                        <a:buNone/>
                      </a:pPr>
                      <a:r>
                        <a:rPr lang="en-US" sz="650" b="0" i="0" u="none" strike="noStrike" spc="0" noProof="0" dirty="0">
                          <a:solidFill>
                            <a:schemeClr val="bg1"/>
                          </a:solidFill>
                          <a:effectLst/>
                          <a:latin typeface="Century Gothic"/>
                        </a:rPr>
                        <a:t>Use this </a:t>
                      </a:r>
                      <a:r>
                        <a:rPr lang="en-US" sz="650" b="0" i="0" u="none" strike="noStrike" spc="0" noProof="0" dirty="0">
                          <a:solidFill>
                            <a:srgbClr val="2D2926"/>
                          </a:solidFill>
                          <a:effectLst/>
                          <a:latin typeface="Century Gothic"/>
                          <a:hlinkClick r:id="rId2"/>
                        </a:rPr>
                        <a:t>template</a:t>
                      </a:r>
                      <a:r>
                        <a:rPr lang="en-US" sz="650" b="0" i="0" u="none" strike="noStrike" spc="0" noProof="0" dirty="0">
                          <a:solidFill>
                            <a:schemeClr val="bg1"/>
                          </a:solidFill>
                          <a:effectLst/>
                          <a:latin typeface="Century Gothic"/>
                        </a:rPr>
                        <a:t> from the Brand Marketing Center to create a brand-aligned Member Spotlight for your Instagram! Use the pin feature to pin this post for the month/week while the member is being celebrated!</a:t>
                      </a:r>
                      <a:endParaRPr lang="en-US" sz="650" b="0" i="0" u="none" strike="noStrike" spc="0" noProof="0" dirty="0">
                        <a:solidFill>
                          <a:schemeClr val="bg1"/>
                        </a:solidFill>
                        <a:effectLst/>
                      </a:endParaRPr>
                    </a:p>
                  </a:txBody>
                  <a:tcPr marL="9525" marR="9525" marT="80772" marB="0"/>
                </a:tc>
                <a:tc>
                  <a:txBody>
                    <a:bodyPr/>
                    <a:lstStyle/>
                    <a:p>
                      <a:pPr marL="0" lvl="0" algn="ctr" rtl="0">
                        <a:lnSpc>
                          <a:spcPct val="100000"/>
                        </a:lnSpc>
                        <a:spcBef>
                          <a:spcPts val="0"/>
                        </a:spcBef>
                        <a:spcAft>
                          <a:spcPts val="0"/>
                        </a:spcAft>
                        <a:buNone/>
                      </a:pPr>
                      <a:r>
                        <a:rPr lang="en-US" sz="600" spc="0" dirty="0">
                          <a:solidFill>
                            <a:schemeClr val="bg1"/>
                          </a:solidFill>
                          <a:effectLst/>
                        </a:rPr>
                        <a:t>7</a:t>
                      </a:r>
                    </a:p>
                    <a:p>
                      <a:pPr marL="63500" lvl="0" algn="ctr">
                        <a:spcBef>
                          <a:spcPts val="310"/>
                        </a:spcBef>
                        <a:spcAft>
                          <a:spcPts val="0"/>
                        </a:spcAft>
                        <a:buNone/>
                      </a:pPr>
                      <a:r>
                        <a:rPr lang="en-US" sz="600" b="0" i="0" u="none" strike="noStrike" spc="0" noProof="0" dirty="0">
                          <a:solidFill>
                            <a:srgbClr val="2D2926"/>
                          </a:solidFill>
                          <a:effectLst/>
                          <a:latin typeface="Century Gothic"/>
                        </a:rPr>
                        <a:t>MACHINE MOVEMENT</a:t>
                      </a:r>
                    </a:p>
                    <a:p>
                      <a:pPr marL="63500" lvl="0" algn="ctr">
                        <a:spcBef>
                          <a:spcPts val="310"/>
                        </a:spcBef>
                        <a:spcAft>
                          <a:spcPts val="0"/>
                        </a:spcAft>
                        <a:buNone/>
                      </a:pPr>
                      <a:r>
                        <a:rPr lang="en-US" sz="650" b="0" i="0" u="none" strike="noStrike" spc="0" noProof="0" dirty="0">
                          <a:solidFill>
                            <a:srgbClr val="2D2926"/>
                          </a:solidFill>
                          <a:effectLst/>
                          <a:latin typeface="Century Gothic"/>
                        </a:rPr>
                        <a:t>Demo a machine in your gym and film a Reel to post. Share reasons to use the machine vs free weights or other alternatives.</a:t>
                      </a:r>
                    </a:p>
                  </a:txBody>
                  <a:tcPr marL="9525" marR="9525" marT="80772" marB="0"/>
                </a:tc>
                <a:tc>
                  <a:txBody>
                    <a:bodyPr/>
                    <a:lstStyle/>
                    <a:p>
                      <a:pPr marL="63500" lvl="0" algn="ctr" rtl="0">
                        <a:spcBef>
                          <a:spcPts val="310"/>
                        </a:spcBef>
                        <a:spcAft>
                          <a:spcPts val="0"/>
                        </a:spcAft>
                        <a:buNone/>
                      </a:pPr>
                      <a:r>
                        <a:rPr lang="en-US" sz="600" spc="0" dirty="0">
                          <a:solidFill>
                            <a:schemeClr val="bg1"/>
                          </a:solidFill>
                          <a:effectLst/>
                        </a:rPr>
                        <a:t>8</a:t>
                      </a:r>
                    </a:p>
                    <a:p>
                      <a:pPr marL="63500" lvl="0" algn="ctr">
                        <a:spcBef>
                          <a:spcPts val="310"/>
                        </a:spcBef>
                        <a:spcAft>
                          <a:spcPts val="0"/>
                        </a:spcAft>
                        <a:buNone/>
                      </a:pPr>
                      <a:r>
                        <a:rPr lang="en-US" sz="600" spc="0" dirty="0">
                          <a:solidFill>
                            <a:schemeClr val="bg1"/>
                          </a:solidFill>
                          <a:effectLst/>
                        </a:rPr>
                        <a:t>AMENITIES</a:t>
                      </a:r>
                    </a:p>
                    <a:p>
                      <a:pPr marL="63500" lvl="0" algn="ctr">
                        <a:spcBef>
                          <a:spcPts val="310"/>
                        </a:spcBef>
                        <a:spcAft>
                          <a:spcPts val="0"/>
                        </a:spcAft>
                        <a:buNone/>
                      </a:pPr>
                      <a:r>
                        <a:rPr lang="en-US" sz="650" spc="0" dirty="0">
                          <a:solidFill>
                            <a:schemeClr val="bg1"/>
                          </a:solidFill>
                          <a:effectLst/>
                        </a:rPr>
                        <a:t>Share amenities that are around the gym, how to use / access them, and what benefits they provide. This could be a great post to pin on your profile for prospects during the spring campaign!</a:t>
                      </a:r>
                    </a:p>
                  </a:txBody>
                  <a:tcPr marL="9525" marR="9525" marT="80772" marB="0"/>
                </a:tc>
                <a:tc>
                  <a:txBody>
                    <a:bodyPr/>
                    <a:lstStyle/>
                    <a:p>
                      <a:pPr marL="63500" lvl="0" algn="ctr" rtl="0">
                        <a:spcBef>
                          <a:spcPts val="310"/>
                        </a:spcBef>
                        <a:spcAft>
                          <a:spcPts val="0"/>
                        </a:spcAft>
                        <a:buNone/>
                      </a:pPr>
                      <a:r>
                        <a:rPr lang="en-US" sz="600" spc="0" dirty="0">
                          <a:solidFill>
                            <a:schemeClr val="bg1"/>
                          </a:solidFill>
                          <a:effectLst/>
                        </a:rPr>
                        <a:t>9</a:t>
                      </a:r>
                      <a:endParaRPr lang="en-US" sz="600" dirty="0"/>
                    </a:p>
                    <a:p>
                      <a:pPr marL="63500" lvl="0" algn="ctr">
                        <a:spcBef>
                          <a:spcPts val="310"/>
                        </a:spcBef>
                        <a:spcAft>
                          <a:spcPts val="0"/>
                        </a:spcAft>
                        <a:buNone/>
                      </a:pPr>
                      <a:r>
                        <a:rPr lang="en-US" sz="600" b="0" i="0" u="none" strike="noStrike" spc="0" noProof="0" dirty="0">
                          <a:solidFill>
                            <a:schemeClr val="bg1"/>
                          </a:solidFill>
                          <a:effectLst/>
                        </a:rPr>
                        <a:t>MYTH BUSTERS</a:t>
                      </a:r>
                      <a:endParaRPr lang="en-US" sz="600" b="0" i="0" u="none" strike="noStrike" spc="0" noProof="0" dirty="0">
                        <a:solidFill>
                          <a:srgbClr val="2D2926"/>
                        </a:solidFill>
                        <a:effectLst/>
                      </a:endParaRPr>
                    </a:p>
                    <a:p>
                      <a:pPr marL="63500" lvl="0" algn="ctr">
                        <a:spcBef>
                          <a:spcPts val="310"/>
                        </a:spcBef>
                        <a:spcAft>
                          <a:spcPts val="0"/>
                        </a:spcAft>
                        <a:buNone/>
                      </a:pPr>
                      <a:r>
                        <a:rPr lang="en-US" sz="650" b="0" i="0" u="none" strike="noStrike" spc="0" noProof="0" dirty="0">
                          <a:solidFill>
                            <a:schemeClr val="bg1"/>
                          </a:solidFill>
                          <a:effectLst/>
                        </a:rPr>
                        <a:t>The internet helps us get info, but people may search for answers in the wrong places. Help dispel a popular fitness-industry myth. Need ideas? Check out the Community tab in the AF App to see what questions are being asked.</a:t>
                      </a:r>
                      <a:endParaRPr lang="en-US" sz="650" b="0" i="0" u="none" strike="noStrike" spc="0" noProof="0" dirty="0">
                        <a:solidFill>
                          <a:srgbClr val="2D2926"/>
                        </a:solidFill>
                        <a:effectLst/>
                      </a:endParaRPr>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latin typeface="Century Gothic"/>
                        </a:rPr>
                        <a:t>10</a:t>
                      </a:r>
                      <a:endParaRPr lang="en-US" sz="600" b="0" i="0" u="none" strike="noStrike" spc="0" noProof="0" dirty="0">
                        <a:solidFill>
                          <a:srgbClr val="000000"/>
                        </a:solidFill>
                        <a:effectLst/>
                        <a:latin typeface="Century Gothic"/>
                      </a:endParaRPr>
                    </a:p>
                    <a:p>
                      <a:pPr marL="63500" lvl="0" algn="ctr">
                        <a:spcBef>
                          <a:spcPts val="310"/>
                        </a:spcBef>
                        <a:spcAft>
                          <a:spcPts val="0"/>
                        </a:spcAft>
                        <a:buNone/>
                      </a:pPr>
                      <a:r>
                        <a:rPr lang="en-US" sz="600" b="0" i="0" u="none" strike="noStrike" spc="0" noProof="0" dirty="0">
                          <a:solidFill>
                            <a:schemeClr val="bg1"/>
                          </a:solidFill>
                          <a:effectLst/>
                        </a:rPr>
                        <a:t>STRENGTH MOVEMENT</a:t>
                      </a:r>
                      <a:endParaRPr lang="en-US" sz="600" b="0" i="0" u="none" strike="noStrike" spc="0" noProof="0" dirty="0">
                        <a:solidFill>
                          <a:srgbClr val="2D2926"/>
                        </a:solidFill>
                        <a:effectLst/>
                      </a:endParaRPr>
                    </a:p>
                    <a:p>
                      <a:pPr marL="63500" lvl="0" algn="ctr">
                        <a:spcBef>
                          <a:spcPts val="310"/>
                        </a:spcBef>
                        <a:spcAft>
                          <a:spcPts val="0"/>
                        </a:spcAft>
                        <a:buNone/>
                      </a:pPr>
                      <a:r>
                        <a:rPr lang="en-US" sz="650" b="0" i="0" u="none" strike="noStrike" spc="0" noProof="0" dirty="0">
                          <a:solidFill>
                            <a:schemeClr val="bg1"/>
                          </a:solidFill>
                          <a:effectLst/>
                        </a:rPr>
                        <a:t>Show a strength movement and how to advance the movement for those who are looking to up a certain aspect of their workout regimen. Tip: poll followers on Instagram Stories to find out what they want to know.</a:t>
                      </a:r>
                      <a:endParaRPr lang="en-US" sz="650" dirty="0"/>
                    </a:p>
                  </a:txBody>
                  <a:tcPr marL="9525" marR="9525" marT="80772" marB="0"/>
                </a:tc>
                <a:tc>
                  <a:txBody>
                    <a:bodyPr/>
                    <a:lstStyle/>
                    <a:p>
                      <a:pPr marL="63500" lvl="0" algn="ctr" rtl="0">
                        <a:spcBef>
                          <a:spcPts val="310"/>
                        </a:spcBef>
                        <a:spcAft>
                          <a:spcPts val="0"/>
                        </a:spcAft>
                        <a:buNone/>
                      </a:pPr>
                      <a:r>
                        <a:rPr lang="en-US" sz="600" u="none" spc="0" dirty="0">
                          <a:solidFill>
                            <a:schemeClr val="bg1"/>
                          </a:solidFill>
                          <a:effectLst/>
                        </a:rPr>
                        <a:t>11</a:t>
                      </a:r>
                      <a:endParaRPr lang="en-US" sz="600" u="none" dirty="0"/>
                    </a:p>
                    <a:p>
                      <a:pPr marL="63500" lvl="0" algn="ctr">
                        <a:spcBef>
                          <a:spcPts val="310"/>
                        </a:spcBef>
                        <a:spcAft>
                          <a:spcPts val="0"/>
                        </a:spcAft>
                        <a:buNone/>
                      </a:pPr>
                      <a:r>
                        <a:rPr lang="en-US" sz="600" b="0" i="0" u="none" strike="noStrike" spc="0" noProof="0" dirty="0">
                          <a:solidFill>
                            <a:schemeClr val="bg1"/>
                          </a:solidFill>
                          <a:effectLst/>
                        </a:rPr>
                        <a:t>NATIONAL FOAM ROLLING DAY</a:t>
                      </a:r>
                    </a:p>
                    <a:p>
                      <a:pPr marL="63500" lvl="0" algn="ctr">
                        <a:spcBef>
                          <a:spcPts val="310"/>
                        </a:spcBef>
                        <a:spcAft>
                          <a:spcPts val="0"/>
                        </a:spcAft>
                        <a:buNone/>
                      </a:pPr>
                      <a:r>
                        <a:rPr lang="en-US" sz="650" b="0" i="0" u="none" strike="noStrike" spc="0" noProof="0" dirty="0">
                          <a:solidFill>
                            <a:schemeClr val="bg1"/>
                          </a:solidFill>
                          <a:effectLst/>
                        </a:rPr>
                        <a:t>National Foam Rolling Day! Create a Reel of some common foam rolling movements members can use for recovery! And don't forget to use #</a:t>
                      </a:r>
                      <a:r>
                        <a:rPr lang="en-US" sz="650" b="0" i="0" u="none" strike="noStrike" spc="0" noProof="0" dirty="0" err="1">
                          <a:solidFill>
                            <a:schemeClr val="bg1"/>
                          </a:solidFill>
                          <a:effectLst/>
                        </a:rPr>
                        <a:t>NationalFoamRollingDay</a:t>
                      </a:r>
                      <a:r>
                        <a:rPr lang="en-US" sz="650" b="0" i="0" u="none" strike="noStrike" spc="0" noProof="0" dirty="0">
                          <a:solidFill>
                            <a:schemeClr val="bg1"/>
                          </a:solidFill>
                          <a:effectLst/>
                        </a:rPr>
                        <a:t>.</a:t>
                      </a:r>
                    </a:p>
                  </a:txBody>
                  <a:tcPr marL="9525" marR="9525" marT="80772" marB="0"/>
                </a:tc>
                <a:extLst>
                  <a:ext uri="{0D108BD9-81ED-4DB2-BD59-A6C34878D82A}">
                    <a16:rowId xmlns:a16="http://schemas.microsoft.com/office/drawing/2014/main" val="3005291295"/>
                  </a:ext>
                </a:extLst>
              </a:tr>
              <a:tr h="1054791">
                <a:tc>
                  <a:txBody>
                    <a:bodyPr/>
                    <a:lstStyle/>
                    <a:p>
                      <a:pPr marL="63500" marR="0" lvl="0" indent="0" algn="ctr" rtl="0">
                        <a:spcBef>
                          <a:spcPts val="310"/>
                        </a:spcBef>
                        <a:spcAft>
                          <a:spcPts val="0"/>
                        </a:spcAft>
                        <a:buNone/>
                      </a:pPr>
                      <a:r>
                        <a:rPr lang="en-US" sz="600" spc="0" dirty="0">
                          <a:solidFill>
                            <a:schemeClr val="bg1"/>
                          </a:solidFill>
                          <a:effectLst/>
                        </a:rPr>
                        <a:t>12</a:t>
                      </a:r>
                      <a:br>
                        <a:rPr lang="en-US" sz="600" spc="0" dirty="0">
                          <a:solidFill>
                            <a:srgbClr val="2D2926"/>
                          </a:solidFill>
                          <a:effectLst/>
                        </a:rPr>
                      </a:br>
                      <a:r>
                        <a:rPr lang="en-US" sz="600" b="0" i="0" u="none" strike="noStrike" spc="0" noProof="0" dirty="0">
                          <a:solidFill>
                            <a:srgbClr val="2D2926"/>
                          </a:solidFill>
                          <a:effectLst/>
                        </a:rPr>
                        <a:t>MOTHER'S DAY</a:t>
                      </a:r>
                    </a:p>
                    <a:p>
                      <a:pPr marL="63500" marR="0" lvl="0" indent="0" algn="ctr">
                        <a:spcBef>
                          <a:spcPts val="310"/>
                        </a:spcBef>
                        <a:spcAft>
                          <a:spcPts val="0"/>
                        </a:spcAft>
                        <a:buNone/>
                      </a:pPr>
                      <a:r>
                        <a:rPr lang="en-US" sz="650" b="0" i="0" u="none" strike="noStrike" spc="0" noProof="0" dirty="0">
                          <a:solidFill>
                            <a:srgbClr val="2D2926"/>
                          </a:solidFill>
                          <a:effectLst/>
                        </a:rPr>
                        <a:t>Celebrate the kick-a** mamas in your #AFfam! Snap some pics of moms (bonus points for moms with their kiddos of any age!) and post in celebration of all their dedication to their families and the gym!</a:t>
                      </a:r>
                    </a:p>
                  </a:txBody>
                  <a:tcPr marL="9525" marR="9525" marT="80772" marB="0"/>
                </a:tc>
                <a:tc>
                  <a:txBody>
                    <a:bodyPr/>
                    <a:lstStyle/>
                    <a:p>
                      <a:pPr marL="63500" lvl="0" algn="ctr" rtl="0">
                        <a:spcBef>
                          <a:spcPts val="310"/>
                        </a:spcBef>
                        <a:spcAft>
                          <a:spcPts val="0"/>
                        </a:spcAft>
                        <a:buNone/>
                      </a:pPr>
                      <a:r>
                        <a:rPr lang="en-US" sz="600" spc="0" dirty="0">
                          <a:solidFill>
                            <a:schemeClr val="bg1"/>
                          </a:solidFill>
                          <a:effectLst/>
                        </a:rPr>
                        <a:t>13</a:t>
                      </a:r>
                      <a:endParaRPr lang="en-US" sz="600" dirty="0"/>
                    </a:p>
                    <a:p>
                      <a:pPr marL="63500" lvl="0" algn="ctr">
                        <a:spcBef>
                          <a:spcPts val="310"/>
                        </a:spcBef>
                        <a:spcAft>
                          <a:spcPts val="0"/>
                        </a:spcAft>
                        <a:buNone/>
                      </a:pPr>
                      <a:r>
                        <a:rPr lang="en-US" sz="600" spc="0" dirty="0">
                          <a:solidFill>
                            <a:schemeClr val="bg1"/>
                          </a:solidFill>
                          <a:effectLst/>
                        </a:rPr>
                        <a:t>LEVEL UP!</a:t>
                      </a:r>
                      <a:endParaRPr lang="en-US" sz="600" dirty="0"/>
                    </a:p>
                    <a:p>
                      <a:pPr marL="63500" lvl="0" algn="ctr">
                        <a:spcBef>
                          <a:spcPts val="310"/>
                        </a:spcBef>
                        <a:spcAft>
                          <a:spcPts val="0"/>
                        </a:spcAft>
                        <a:buNone/>
                      </a:pPr>
                      <a:r>
                        <a:rPr lang="en-US" sz="650" spc="0" dirty="0">
                          <a:solidFill>
                            <a:schemeClr val="bg1"/>
                          </a:solidFill>
                          <a:effectLst/>
                        </a:rPr>
                        <a:t>Share a progression of movements</a:t>
                      </a:r>
                      <a:br>
                        <a:rPr lang="en-US" sz="650" spc="0" dirty="0">
                          <a:solidFill>
                            <a:schemeClr val="bg1"/>
                          </a:solidFill>
                          <a:effectLst/>
                        </a:rPr>
                      </a:br>
                      <a:r>
                        <a:rPr lang="en-US" sz="650" spc="0" dirty="0">
                          <a:solidFill>
                            <a:schemeClr val="bg1"/>
                          </a:solidFill>
                          <a:effectLst/>
                        </a:rPr>
                        <a:t>to help members level up their</a:t>
                      </a:r>
                      <a:br>
                        <a:rPr lang="en-US" sz="650" spc="0" dirty="0">
                          <a:solidFill>
                            <a:schemeClr val="bg1"/>
                          </a:solidFill>
                          <a:effectLst/>
                        </a:rPr>
                      </a:br>
                      <a:r>
                        <a:rPr lang="en-US" sz="650" spc="0" dirty="0">
                          <a:solidFill>
                            <a:schemeClr val="bg1"/>
                          </a:solidFill>
                          <a:effectLst/>
                        </a:rPr>
                        <a:t>fitness routine.</a:t>
                      </a:r>
                    </a:p>
                  </a:txBody>
                  <a:tcPr marL="9525" marR="9525" marT="80772" marB="0"/>
                </a:tc>
                <a:tc>
                  <a:txBody>
                    <a:bodyPr/>
                    <a:lstStyle/>
                    <a:p>
                      <a:pPr marL="63500" lvl="0" algn="ctr" rtl="0">
                        <a:spcBef>
                          <a:spcPts val="310"/>
                        </a:spcBef>
                        <a:spcAft>
                          <a:spcPts val="0"/>
                        </a:spcAft>
                        <a:buNone/>
                      </a:pPr>
                      <a:r>
                        <a:rPr lang="en-US" sz="600" spc="0" dirty="0">
                          <a:solidFill>
                            <a:schemeClr val="bg1"/>
                          </a:solidFill>
                          <a:effectLst/>
                        </a:rPr>
                        <a:t>14</a:t>
                      </a:r>
                      <a:endParaRPr lang="en-US" sz="600" b="0" i="0" u="none" strike="noStrike" spc="0" dirty="0">
                        <a:solidFill>
                          <a:schemeClr val="bg1"/>
                        </a:solidFill>
                        <a:effectLst/>
                        <a:latin typeface="+mn-lt"/>
                      </a:endParaRPr>
                    </a:p>
                    <a:p>
                      <a:pPr marL="63500" lvl="0" algn="ctr" rtl="0">
                        <a:spcBef>
                          <a:spcPts val="310"/>
                        </a:spcBef>
                        <a:spcAft>
                          <a:spcPts val="0"/>
                        </a:spcAft>
                        <a:buNone/>
                      </a:pPr>
                      <a:r>
                        <a:rPr lang="en-US" sz="600" b="0" i="0" u="none" strike="noStrike" spc="0" noProof="0" dirty="0">
                          <a:solidFill>
                            <a:schemeClr val="bg1"/>
                          </a:solidFill>
                          <a:effectLst/>
                          <a:latin typeface="Century Gothic"/>
                        </a:rPr>
                        <a:t>SEASONAL MEALS</a:t>
                      </a:r>
                      <a:endParaRPr lang="en-US" sz="1200" b="0" i="0" u="none" strike="noStrike" spc="0" noProof="0" dirty="0">
                        <a:solidFill>
                          <a:schemeClr val="dk1"/>
                        </a:solidFill>
                        <a:effectLst/>
                        <a:latin typeface="+mn-lt"/>
                      </a:endParaRPr>
                    </a:p>
                    <a:p>
                      <a:pPr marL="63500" lvl="0" algn="ctr" rtl="0">
                        <a:spcBef>
                          <a:spcPts val="310"/>
                        </a:spcBef>
                        <a:spcAft>
                          <a:spcPts val="0"/>
                        </a:spcAft>
                        <a:buNone/>
                      </a:pPr>
                      <a:r>
                        <a:rPr lang="en-US" sz="650" b="0" i="0" u="none" strike="noStrike" spc="0" noProof="0" dirty="0">
                          <a:solidFill>
                            <a:schemeClr val="bg1"/>
                          </a:solidFill>
                          <a:effectLst/>
                          <a:latin typeface="Century Gothic"/>
                        </a:rPr>
                        <a:t>As spring turns to summer, fresh produce becomes more available. Share a fun campfire-friendly recipe or info on how to incorporate local produce into a crowd-pleasing recipe!</a:t>
                      </a:r>
                    </a:p>
                  </a:txBody>
                  <a:tcPr marL="9525" marR="9525" marT="80772" marB="0"/>
                </a:tc>
                <a:tc>
                  <a:txBody>
                    <a:bodyPr/>
                    <a:lstStyle/>
                    <a:p>
                      <a:pPr marL="63500" lvl="0" algn="ctr" rtl="0">
                        <a:spcBef>
                          <a:spcPts val="310"/>
                        </a:spcBef>
                        <a:spcAft>
                          <a:spcPts val="0"/>
                        </a:spcAft>
                        <a:buNone/>
                      </a:pPr>
                      <a:r>
                        <a:rPr lang="en-US" sz="600" spc="0" dirty="0">
                          <a:solidFill>
                            <a:schemeClr val="bg1"/>
                          </a:solidFill>
                          <a:effectLst/>
                        </a:rPr>
                        <a:t>15</a:t>
                      </a:r>
                      <a:endParaRPr lang="en-US" sz="600" dirty="0"/>
                    </a:p>
                    <a:p>
                      <a:pPr marL="63500" lvl="0" algn="ctr">
                        <a:spcBef>
                          <a:spcPts val="310"/>
                        </a:spcBef>
                        <a:spcAft>
                          <a:spcPts val="0"/>
                        </a:spcAft>
                        <a:buNone/>
                      </a:pPr>
                      <a:r>
                        <a:rPr lang="en-US" sz="600" spc="0" dirty="0">
                          <a:solidFill>
                            <a:schemeClr val="bg1"/>
                          </a:solidFill>
                          <a:effectLst/>
                        </a:rPr>
                        <a:t>BETTER SLEEP MONTH</a:t>
                      </a:r>
                      <a:endParaRPr lang="en-US" sz="600" dirty="0"/>
                    </a:p>
                    <a:p>
                      <a:pPr marL="63500" lvl="0" algn="ctr">
                        <a:spcBef>
                          <a:spcPts val="310"/>
                        </a:spcBef>
                        <a:spcAft>
                          <a:spcPts val="0"/>
                        </a:spcAft>
                        <a:buNone/>
                      </a:pPr>
                      <a:r>
                        <a:rPr lang="en-US" sz="650" spc="0" dirty="0">
                          <a:solidFill>
                            <a:schemeClr val="bg1"/>
                          </a:solidFill>
                          <a:effectLst/>
                        </a:rPr>
                        <a:t>Sleep and fitness go hand in hand.</a:t>
                      </a:r>
                      <a:br>
                        <a:rPr lang="en-US" sz="650" spc="0" dirty="0">
                          <a:solidFill>
                            <a:schemeClr val="bg1"/>
                          </a:solidFill>
                          <a:effectLst/>
                        </a:rPr>
                      </a:br>
                      <a:r>
                        <a:rPr lang="en-US" sz="650" spc="0" dirty="0">
                          <a:solidFill>
                            <a:schemeClr val="bg1"/>
                          </a:solidFill>
                          <a:effectLst/>
                        </a:rPr>
                        <a:t>Many people are not aware of the ways exercise can improve their sleep quality! Share some tips for those who struggle</a:t>
                      </a:r>
                      <a:br>
                        <a:rPr lang="en-US" sz="650" spc="0" dirty="0">
                          <a:solidFill>
                            <a:schemeClr val="bg1"/>
                          </a:solidFill>
                          <a:effectLst/>
                        </a:rPr>
                      </a:br>
                      <a:r>
                        <a:rPr lang="en-US" sz="650" spc="0" dirty="0">
                          <a:solidFill>
                            <a:schemeClr val="bg1"/>
                          </a:solidFill>
                          <a:effectLst/>
                        </a:rPr>
                        <a:t>with getting a good night of rest.</a:t>
                      </a:r>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rPr>
                        <a:t>16</a:t>
                      </a:r>
                      <a:endParaRPr lang="en-US" sz="600" dirty="0">
                        <a:solidFill>
                          <a:schemeClr val="bg1"/>
                        </a:solidFill>
                      </a:endParaRPr>
                    </a:p>
                    <a:p>
                      <a:pPr marL="63500" lvl="0" algn="ctr">
                        <a:spcBef>
                          <a:spcPts val="310"/>
                        </a:spcBef>
                        <a:spcAft>
                          <a:spcPts val="0"/>
                        </a:spcAft>
                        <a:buNone/>
                      </a:pPr>
                      <a:r>
                        <a:rPr lang="en-US" sz="600" b="0" i="0" u="none" strike="noStrike" spc="0" noProof="0" dirty="0">
                          <a:solidFill>
                            <a:schemeClr val="bg1"/>
                          </a:solidFill>
                          <a:effectLst/>
                        </a:rPr>
                        <a:t>WORKOUT SPLIT</a:t>
                      </a:r>
                      <a:endParaRPr lang="en-US" sz="600" dirty="0"/>
                    </a:p>
                    <a:p>
                      <a:pPr marL="63500" lvl="0" algn="ctr">
                        <a:spcBef>
                          <a:spcPts val="310"/>
                        </a:spcBef>
                        <a:spcAft>
                          <a:spcPts val="0"/>
                        </a:spcAft>
                        <a:buNone/>
                      </a:pPr>
                      <a:r>
                        <a:rPr lang="en-US" sz="650" b="0" i="0" u="none" strike="noStrike" spc="0" noProof="0" dirty="0">
                          <a:solidFill>
                            <a:schemeClr val="bg1"/>
                          </a:solidFill>
                          <a:effectLst/>
                        </a:rPr>
                        <a:t>How many times a week should I work out? Is it okay to only do lower body? Share some common workout splits and how members can incorporate this setup into their routine!</a:t>
                      </a:r>
                      <a:endParaRPr lang="en-US" sz="650" dirty="0"/>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latin typeface="Century Gothic"/>
                        </a:rPr>
                        <a:t>17</a:t>
                      </a:r>
                      <a:endParaRPr lang="en-US" sz="600" b="0" i="0" u="none" strike="noStrike" spc="0" noProof="0" dirty="0">
                        <a:solidFill>
                          <a:srgbClr val="000000"/>
                        </a:solidFill>
                        <a:effectLst/>
                        <a:latin typeface="Century Gothic"/>
                      </a:endParaRPr>
                    </a:p>
                    <a:p>
                      <a:pPr marL="63500" lvl="0" algn="ctr">
                        <a:spcBef>
                          <a:spcPts val="310"/>
                        </a:spcBef>
                        <a:spcAft>
                          <a:spcPts val="0"/>
                        </a:spcAft>
                        <a:buNone/>
                      </a:pPr>
                      <a:r>
                        <a:rPr lang="en-US" sz="600" b="0" i="0" u="none" strike="noStrike" spc="0" noProof="0" dirty="0">
                          <a:solidFill>
                            <a:schemeClr val="bg1"/>
                          </a:solidFill>
                          <a:effectLst/>
                          <a:latin typeface="Century Gothic"/>
                        </a:rPr>
                        <a:t>APP POWER</a:t>
                      </a:r>
                      <a:endParaRPr lang="en-US" sz="600" dirty="0"/>
                    </a:p>
                    <a:p>
                      <a:pPr marL="63500" lvl="0" algn="ctr">
                        <a:spcBef>
                          <a:spcPts val="310"/>
                        </a:spcBef>
                        <a:spcAft>
                          <a:spcPts val="0"/>
                        </a:spcAft>
                        <a:buNone/>
                      </a:pPr>
                      <a:r>
                        <a:rPr lang="en-US" sz="650" b="0" i="0" u="none" strike="noStrike" spc="0" noProof="0" dirty="0">
                          <a:solidFill>
                            <a:schemeClr val="bg1"/>
                          </a:solidFill>
                          <a:effectLst/>
                          <a:latin typeface="Century Gothic"/>
                        </a:rPr>
                        <a:t>Pairing the AF App with the in-club experience helps unlock an advantage many members may not be aware of! Share ways members can use the app to level up their fitness journeys.</a:t>
                      </a:r>
                      <a:endParaRPr lang="en-US" sz="650" dirty="0"/>
                    </a:p>
                  </a:txBody>
                  <a:tcPr marL="9525" marR="9525" marT="80772" marB="0"/>
                </a:tc>
                <a:tc>
                  <a:txBody>
                    <a:bodyPr/>
                    <a:lstStyle/>
                    <a:p>
                      <a:pPr marL="63500" lvl="0" algn="ctr" rtl="0">
                        <a:spcBef>
                          <a:spcPts val="310"/>
                        </a:spcBef>
                        <a:spcAft>
                          <a:spcPts val="0"/>
                        </a:spcAft>
                        <a:buNone/>
                      </a:pPr>
                      <a:r>
                        <a:rPr lang="en-US" sz="600" spc="0" dirty="0">
                          <a:solidFill>
                            <a:schemeClr val="bg1"/>
                          </a:solidFill>
                          <a:effectLst/>
                        </a:rPr>
                        <a:t>18</a:t>
                      </a:r>
                      <a:endParaRPr lang="en-US" sz="600" b="0" i="0" u="none" strike="noStrike" spc="0" dirty="0">
                        <a:solidFill>
                          <a:schemeClr val="dk1"/>
                        </a:solidFill>
                        <a:effectLst/>
                      </a:endParaRPr>
                    </a:p>
                    <a:p>
                      <a:pPr marL="63500" lvl="0" algn="ctr" rtl="0">
                        <a:spcBef>
                          <a:spcPts val="310"/>
                        </a:spcBef>
                        <a:spcAft>
                          <a:spcPts val="0"/>
                        </a:spcAft>
                        <a:buNone/>
                      </a:pPr>
                      <a:r>
                        <a:rPr lang="en-US" sz="600" b="0" i="0" u="none" strike="noStrike" spc="0" noProof="0" dirty="0">
                          <a:solidFill>
                            <a:schemeClr val="bg1"/>
                          </a:solidFill>
                          <a:effectLst/>
                        </a:rPr>
                        <a:t>COMMUNITY HAPPENINGS</a:t>
                      </a:r>
                      <a:endParaRPr lang="en-US" sz="600" b="0" i="0" u="none" strike="noStrike" spc="0" noProof="0" dirty="0">
                        <a:solidFill>
                          <a:srgbClr val="2D2926"/>
                        </a:solidFill>
                        <a:effectLst/>
                      </a:endParaRPr>
                    </a:p>
                    <a:p>
                      <a:pPr marL="63500" lvl="0" algn="ctr" rtl="0">
                        <a:spcBef>
                          <a:spcPts val="310"/>
                        </a:spcBef>
                        <a:spcAft>
                          <a:spcPts val="0"/>
                        </a:spcAft>
                        <a:buNone/>
                      </a:pPr>
                      <a:r>
                        <a:rPr lang="en-US" sz="650" b="0" i="0" u="none" strike="noStrike" spc="0" noProof="0" dirty="0">
                          <a:solidFill>
                            <a:schemeClr val="bg1"/>
                          </a:solidFill>
                          <a:effectLst/>
                        </a:rPr>
                        <a:t>Are you having any events at the club? Are there any festivals or big events happening in your town or city? Share out things about the community for your followers to interact with!</a:t>
                      </a:r>
                    </a:p>
                    <a:p>
                      <a:pPr marL="63500" lvl="0" algn="ctr">
                        <a:spcBef>
                          <a:spcPts val="310"/>
                        </a:spcBef>
                        <a:spcAft>
                          <a:spcPts val="0"/>
                        </a:spcAft>
                        <a:buNone/>
                      </a:pPr>
                      <a:endParaRPr lang="en-US" sz="600" spc="0" dirty="0">
                        <a:solidFill>
                          <a:schemeClr val="bg1"/>
                        </a:solidFill>
                        <a:effectLst/>
                      </a:endParaRPr>
                    </a:p>
                  </a:txBody>
                  <a:tcPr marL="9525" marR="9525" marT="80772" marB="0"/>
                </a:tc>
                <a:extLst>
                  <a:ext uri="{0D108BD9-81ED-4DB2-BD59-A6C34878D82A}">
                    <a16:rowId xmlns:a16="http://schemas.microsoft.com/office/drawing/2014/main" val="2870796117"/>
                  </a:ext>
                </a:extLst>
              </a:tr>
              <a:tr h="1238969">
                <a:tc>
                  <a:txBody>
                    <a:bodyPr/>
                    <a:lstStyle/>
                    <a:p>
                      <a:pPr marL="63500" lvl="0" algn="ctr" rtl="0">
                        <a:spcBef>
                          <a:spcPts val="310"/>
                        </a:spcBef>
                        <a:spcAft>
                          <a:spcPts val="0"/>
                        </a:spcAft>
                        <a:buNone/>
                      </a:pPr>
                      <a:r>
                        <a:rPr lang="en-US" sz="600" spc="0" dirty="0">
                          <a:solidFill>
                            <a:schemeClr val="bg1"/>
                          </a:solidFill>
                          <a:effectLst/>
                        </a:rPr>
                        <a:t>19</a:t>
                      </a:r>
                      <a:endParaRPr lang="en-US" sz="600" dirty="0"/>
                    </a:p>
                    <a:p>
                      <a:pPr marL="63500" lvl="0" algn="ctr">
                        <a:spcBef>
                          <a:spcPts val="310"/>
                        </a:spcBef>
                        <a:spcAft>
                          <a:spcPts val="0"/>
                        </a:spcAft>
                        <a:buNone/>
                      </a:pPr>
                      <a:r>
                        <a:rPr lang="en-US" sz="600" spc="0" dirty="0">
                          <a:solidFill>
                            <a:schemeClr val="bg1"/>
                          </a:solidFill>
                          <a:effectLst/>
                        </a:rPr>
                        <a:t>GROUP TRAINING</a:t>
                      </a:r>
                      <a:endParaRPr lang="en-US" sz="600" dirty="0"/>
                    </a:p>
                    <a:p>
                      <a:pPr marL="63500" lvl="0" algn="ctr">
                        <a:spcBef>
                          <a:spcPts val="310"/>
                        </a:spcBef>
                        <a:spcAft>
                          <a:spcPts val="0"/>
                        </a:spcAft>
                        <a:buNone/>
                      </a:pPr>
                      <a:r>
                        <a:rPr lang="en-US" sz="650" spc="0" dirty="0">
                          <a:solidFill>
                            <a:schemeClr val="bg1"/>
                          </a:solidFill>
                          <a:effectLst/>
                        </a:rPr>
                        <a:t>Give members a peek into a group training session! Interview your SGT regulars and create a Reel with their answers for why they keep coming back!</a:t>
                      </a:r>
                      <a:endParaRPr lang="en-US" sz="650" dirty="0"/>
                    </a:p>
                  </a:txBody>
                  <a:tcPr marL="9525" marR="9525" marT="80772" marB="0"/>
                </a:tc>
                <a:tc>
                  <a:txBody>
                    <a:bodyPr/>
                    <a:lstStyle/>
                    <a:p>
                      <a:pPr marL="63500" lvl="0" algn="ctr" rtl="0">
                        <a:spcBef>
                          <a:spcPts val="310"/>
                        </a:spcBef>
                        <a:spcAft>
                          <a:spcPts val="0"/>
                        </a:spcAft>
                        <a:buNone/>
                      </a:pPr>
                      <a:r>
                        <a:rPr lang="en-US" sz="600" spc="0" dirty="0">
                          <a:solidFill>
                            <a:schemeClr val="bg1"/>
                          </a:solidFill>
                          <a:effectLst/>
                        </a:rPr>
                        <a:t>20</a:t>
                      </a:r>
                      <a:endParaRPr lang="en-US" sz="600" dirty="0"/>
                    </a:p>
                    <a:p>
                      <a:pPr marL="63500" lvl="0" algn="ctr">
                        <a:spcBef>
                          <a:spcPts val="310"/>
                        </a:spcBef>
                        <a:spcAft>
                          <a:spcPts val="0"/>
                        </a:spcAft>
                        <a:buNone/>
                      </a:pPr>
                      <a:r>
                        <a:rPr lang="en-US" sz="600" b="0" i="0" u="none" strike="noStrike" spc="0" noProof="0" dirty="0">
                          <a:solidFill>
                            <a:schemeClr val="bg1"/>
                          </a:solidFill>
                          <a:effectLst/>
                          <a:latin typeface="Century Gothic"/>
                        </a:rPr>
                        <a:t>ACTIVE RECOVERY</a:t>
                      </a:r>
                      <a:endParaRPr lang="en-US" sz="600" dirty="0"/>
                    </a:p>
                    <a:p>
                      <a:pPr marL="63500" lvl="0" algn="ctr">
                        <a:spcBef>
                          <a:spcPts val="310"/>
                        </a:spcBef>
                        <a:spcAft>
                          <a:spcPts val="0"/>
                        </a:spcAft>
                        <a:buNone/>
                      </a:pPr>
                      <a:r>
                        <a:rPr lang="en-US" sz="650" b="0" i="0" u="none" strike="noStrike" spc="0" noProof="0" dirty="0">
                          <a:solidFill>
                            <a:schemeClr val="bg1"/>
                          </a:solidFill>
                          <a:effectLst/>
                          <a:latin typeface="Century Gothic"/>
                        </a:rPr>
                        <a:t>How can I stay on track without feeling like I'm doing nothing? Many people feel that if they skip a day they'll fall off the wagon completely. Share some</a:t>
                      </a:r>
                      <a:br>
                        <a:rPr lang="en-US" sz="650" b="0" i="0" u="none" strike="noStrike" spc="0" noProof="0" dirty="0">
                          <a:solidFill>
                            <a:schemeClr val="bg1"/>
                          </a:solidFill>
                          <a:effectLst/>
                          <a:latin typeface="Century Gothic"/>
                        </a:rPr>
                      </a:br>
                      <a:r>
                        <a:rPr lang="en-US" sz="650" b="0" i="0" u="none" strike="noStrike" spc="0" noProof="0" dirty="0">
                          <a:solidFill>
                            <a:schemeClr val="bg1"/>
                          </a:solidFill>
                          <a:effectLst/>
                          <a:latin typeface="Century Gothic"/>
                        </a:rPr>
                        <a:t>low-impact active recovery ideas! </a:t>
                      </a:r>
                      <a:endParaRPr lang="en-US" sz="650" dirty="0"/>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latin typeface="Century Gothic"/>
                        </a:rPr>
                        <a:t>21</a:t>
                      </a:r>
                      <a:endParaRPr lang="en-US" sz="600" b="0" i="0" u="none" strike="noStrike" spc="0" noProof="0" dirty="0">
                        <a:solidFill>
                          <a:schemeClr val="dk1"/>
                        </a:solidFill>
                        <a:effectLst/>
                        <a:latin typeface="+mn-lt"/>
                      </a:endParaRPr>
                    </a:p>
                    <a:p>
                      <a:pPr marL="63500" lvl="0" algn="ctr">
                        <a:spcBef>
                          <a:spcPts val="310"/>
                        </a:spcBef>
                        <a:spcAft>
                          <a:spcPts val="0"/>
                        </a:spcAft>
                        <a:buNone/>
                      </a:pPr>
                      <a:r>
                        <a:rPr lang="en-US" sz="600" b="0" i="0" u="none" strike="noStrike" spc="0" noProof="0" dirty="0">
                          <a:solidFill>
                            <a:schemeClr val="bg1"/>
                          </a:solidFill>
                          <a:effectLst/>
                          <a:latin typeface="Century Gothic"/>
                        </a:rPr>
                        <a:t>WORLD MEDITATION DAY</a:t>
                      </a:r>
                    </a:p>
                    <a:p>
                      <a:pPr marL="63500" lvl="0" algn="ctr">
                        <a:spcBef>
                          <a:spcPts val="310"/>
                        </a:spcBef>
                        <a:spcAft>
                          <a:spcPts val="0"/>
                        </a:spcAft>
                        <a:buNone/>
                      </a:pPr>
                      <a:r>
                        <a:rPr lang="en-US" sz="650" b="0" i="0" u="none" strike="noStrike" spc="0" noProof="0" dirty="0">
                          <a:solidFill>
                            <a:schemeClr val="bg1"/>
                          </a:solidFill>
                          <a:effectLst/>
                          <a:latin typeface="Century Gothic"/>
                        </a:rPr>
                        <a:t>Channel your inner Zen and share</a:t>
                      </a:r>
                      <a:br>
                        <a:rPr lang="en-US" sz="650" b="0" i="0" u="none" strike="noStrike" spc="0" noProof="0" dirty="0">
                          <a:solidFill>
                            <a:schemeClr val="bg1"/>
                          </a:solidFill>
                          <a:effectLst/>
                          <a:latin typeface="Century Gothic"/>
                        </a:rPr>
                      </a:br>
                      <a:r>
                        <a:rPr lang="en-US" sz="650" b="0" i="0" u="none" strike="noStrike" spc="0" noProof="0" dirty="0">
                          <a:solidFill>
                            <a:schemeClr val="bg1"/>
                          </a:solidFill>
                          <a:effectLst/>
                          <a:latin typeface="Century Gothic"/>
                        </a:rPr>
                        <a:t>out a post on World Meditation Day! Share out a statistic on how meditation can benefit a person or share.</a:t>
                      </a:r>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latin typeface="Century Gothic"/>
                        </a:rPr>
                        <a:t>22</a:t>
                      </a:r>
                      <a:endParaRPr lang="en-US" sz="600" dirty="0">
                        <a:solidFill>
                          <a:schemeClr val="bg1"/>
                        </a:solidFill>
                      </a:endParaRPr>
                    </a:p>
                    <a:p>
                      <a:pPr marL="63500" lvl="0" algn="ctr">
                        <a:spcBef>
                          <a:spcPts val="310"/>
                        </a:spcBef>
                        <a:spcAft>
                          <a:spcPts val="0"/>
                        </a:spcAft>
                        <a:buNone/>
                      </a:pPr>
                      <a:r>
                        <a:rPr lang="en-US" sz="600" b="0" i="0" u="none" strike="noStrike" spc="0" noProof="0" dirty="0">
                          <a:solidFill>
                            <a:schemeClr val="bg1"/>
                          </a:solidFill>
                          <a:effectLst/>
                          <a:latin typeface="Century Gothic"/>
                        </a:rPr>
                        <a:t>POP CULTURE MOMENT</a:t>
                      </a:r>
                    </a:p>
                    <a:p>
                      <a:pPr marL="63500" lvl="0" algn="ctr">
                        <a:spcBef>
                          <a:spcPts val="310"/>
                        </a:spcBef>
                        <a:spcAft>
                          <a:spcPts val="0"/>
                        </a:spcAft>
                        <a:buNone/>
                      </a:pPr>
                      <a:r>
                        <a:rPr lang="en-US" sz="650" b="0" i="0" u="none" strike="noStrike" spc="0" noProof="0" dirty="0">
                          <a:solidFill>
                            <a:schemeClr val="bg1"/>
                          </a:solidFill>
                          <a:effectLst/>
                          <a:latin typeface="Century Gothic"/>
                        </a:rPr>
                        <a:t>Share a meme or create a Reel using</a:t>
                      </a:r>
                      <a:br>
                        <a:rPr lang="en-US" sz="650" b="0" i="0" u="none" strike="noStrike" spc="0" noProof="0" dirty="0">
                          <a:solidFill>
                            <a:schemeClr val="bg1"/>
                          </a:solidFill>
                          <a:effectLst/>
                          <a:latin typeface="Century Gothic"/>
                        </a:rPr>
                      </a:br>
                      <a:r>
                        <a:rPr lang="en-US" sz="650" b="0" i="0" u="none" strike="noStrike" spc="0" noProof="0" dirty="0">
                          <a:solidFill>
                            <a:schemeClr val="bg1"/>
                          </a:solidFill>
                          <a:effectLst/>
                          <a:latin typeface="Century Gothic"/>
                        </a:rPr>
                        <a:t>one of the recommended trending sounds to post. Tip: don't schedule this one more than a few days ahead.</a:t>
                      </a:r>
                    </a:p>
                    <a:p>
                      <a:pPr marL="63500" lvl="0" algn="ctr">
                        <a:spcBef>
                          <a:spcPts val="310"/>
                        </a:spcBef>
                        <a:spcAft>
                          <a:spcPts val="0"/>
                        </a:spcAft>
                        <a:buNone/>
                      </a:pPr>
                      <a:endParaRPr lang="en-US" sz="600" b="0" i="0" u="none" strike="noStrike" spc="0" noProof="0" dirty="0">
                        <a:solidFill>
                          <a:schemeClr val="bg1"/>
                        </a:solidFill>
                        <a:effectLst/>
                      </a:endParaRPr>
                    </a:p>
                    <a:p>
                      <a:pPr marL="63500" lvl="0" algn="ctr">
                        <a:spcBef>
                          <a:spcPts val="310"/>
                        </a:spcBef>
                        <a:spcAft>
                          <a:spcPts val="0"/>
                        </a:spcAft>
                        <a:buNone/>
                      </a:pPr>
                      <a:endParaRPr lang="en-US" sz="600" b="0" i="0" u="none" strike="noStrike" spc="0" noProof="0" dirty="0">
                        <a:solidFill>
                          <a:schemeClr val="bg1"/>
                        </a:solidFill>
                        <a:effectLst/>
                        <a:latin typeface="Century Gothic"/>
                      </a:endParaRPr>
                    </a:p>
                    <a:p>
                      <a:pPr marL="63500" lvl="0" algn="ctr">
                        <a:spcBef>
                          <a:spcPts val="310"/>
                        </a:spcBef>
                        <a:spcAft>
                          <a:spcPts val="0"/>
                        </a:spcAft>
                        <a:buNone/>
                      </a:pPr>
                      <a:endParaRPr lang="en-US" sz="600" dirty="0"/>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rPr>
                        <a:t>23</a:t>
                      </a:r>
                      <a:endParaRPr lang="en-US" sz="600" dirty="0">
                        <a:solidFill>
                          <a:schemeClr val="bg1"/>
                        </a:solidFill>
                      </a:endParaRPr>
                    </a:p>
                    <a:p>
                      <a:pPr marL="63500" lvl="0" algn="ctr">
                        <a:spcBef>
                          <a:spcPts val="310"/>
                        </a:spcBef>
                        <a:spcAft>
                          <a:spcPts val="0"/>
                        </a:spcAft>
                        <a:buNone/>
                      </a:pPr>
                      <a:r>
                        <a:rPr lang="en-US" sz="600" b="0" i="0" u="none" strike="noStrike" spc="0" noProof="0" dirty="0">
                          <a:solidFill>
                            <a:srgbClr val="2D2926"/>
                          </a:solidFill>
                          <a:effectLst/>
                        </a:rPr>
                        <a:t>IS IT SUMMER YET?</a:t>
                      </a:r>
                    </a:p>
                    <a:p>
                      <a:pPr marL="63500" lvl="0" algn="ctr">
                        <a:spcBef>
                          <a:spcPts val="310"/>
                        </a:spcBef>
                        <a:spcAft>
                          <a:spcPts val="0"/>
                        </a:spcAft>
                        <a:buNone/>
                      </a:pPr>
                      <a:r>
                        <a:rPr lang="en-US" sz="650" b="0" i="0" u="none" strike="noStrike" spc="0" noProof="0" dirty="0">
                          <a:solidFill>
                            <a:srgbClr val="2D2926"/>
                          </a:solidFill>
                          <a:effectLst/>
                        </a:rPr>
                        <a:t>Your audience has questions and ideas for what they want to see.</a:t>
                      </a:r>
                      <a:br>
                        <a:rPr lang="en-US" sz="650" b="0" i="0" u="none" strike="noStrike" spc="0" noProof="0" dirty="0">
                          <a:solidFill>
                            <a:srgbClr val="2D2926"/>
                          </a:solidFill>
                          <a:effectLst/>
                        </a:rPr>
                      </a:br>
                      <a:r>
                        <a:rPr lang="en-US" sz="650" b="0" i="0" u="none" strike="noStrike" spc="0" noProof="0" dirty="0">
                          <a:solidFill>
                            <a:srgbClr val="2D2926"/>
                          </a:solidFill>
                          <a:effectLst/>
                        </a:rPr>
                        <a:t>Use the Story stickers or post to your feed asking what members want to accomplish this summer. Use the ideas to enhance your content creation</a:t>
                      </a:r>
                      <a:br>
                        <a:rPr lang="en-US" sz="650" b="0" i="0" u="none" strike="noStrike" spc="0" noProof="0" dirty="0">
                          <a:solidFill>
                            <a:srgbClr val="2D2926"/>
                          </a:solidFill>
                          <a:effectLst/>
                        </a:rPr>
                      </a:br>
                      <a:r>
                        <a:rPr lang="en-US" sz="650" b="0" i="0" u="none" strike="noStrike" spc="0" noProof="0" dirty="0">
                          <a:solidFill>
                            <a:srgbClr val="2D2926"/>
                          </a:solidFill>
                          <a:effectLst/>
                        </a:rPr>
                        <a:t>for the month of June!</a:t>
                      </a:r>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latin typeface="Century Gothic"/>
                        </a:rPr>
                        <a:t>24</a:t>
                      </a:r>
                      <a:endParaRPr lang="en-US" sz="600" b="0" i="0" u="none" strike="noStrike" spc="0" noProof="0" dirty="0">
                        <a:solidFill>
                          <a:srgbClr val="2D2926"/>
                        </a:solidFill>
                        <a:effectLst/>
                        <a:latin typeface="Century Gothic"/>
                      </a:endParaRPr>
                    </a:p>
                    <a:p>
                      <a:pPr marL="63500" lvl="0" algn="ctr">
                        <a:spcBef>
                          <a:spcPts val="310"/>
                        </a:spcBef>
                        <a:spcAft>
                          <a:spcPts val="0"/>
                        </a:spcAft>
                        <a:buNone/>
                      </a:pPr>
                      <a:r>
                        <a:rPr lang="en-US" sz="600" b="0" i="0" u="none" strike="noStrike" spc="0" noProof="0" dirty="0">
                          <a:solidFill>
                            <a:srgbClr val="2D2926"/>
                          </a:solidFill>
                          <a:effectLst/>
                        </a:rPr>
                        <a:t>#RealAF TOUR</a:t>
                      </a:r>
                    </a:p>
                    <a:p>
                      <a:pPr marL="63500" lvl="0" algn="ctr">
                        <a:spcBef>
                          <a:spcPts val="310"/>
                        </a:spcBef>
                        <a:spcAft>
                          <a:spcPts val="0"/>
                        </a:spcAft>
                        <a:buNone/>
                      </a:pPr>
                      <a:r>
                        <a:rPr lang="en-US" sz="650" b="0" i="0" u="none" strike="noStrike" spc="0" noProof="0" dirty="0">
                          <a:solidFill>
                            <a:srgbClr val="2D2926"/>
                          </a:solidFill>
                          <a:effectLst/>
                        </a:rPr>
                        <a:t>Take a Reel of a quick tour of the gym. Showcase what makes your gym the place to be!</a:t>
                      </a:r>
                    </a:p>
                  </a:txBody>
                  <a:tcPr marL="9525" marR="9525" marT="80772" marB="0"/>
                </a:tc>
                <a:tc>
                  <a:txBody>
                    <a:bodyPr/>
                    <a:lstStyle/>
                    <a:p>
                      <a:pPr marL="63500" lvl="0" algn="ctr">
                        <a:spcBef>
                          <a:spcPts val="310"/>
                        </a:spcBef>
                        <a:spcAft>
                          <a:spcPts val="0"/>
                        </a:spcAft>
                        <a:buNone/>
                      </a:pPr>
                      <a:r>
                        <a:rPr lang="en-US" sz="600" b="0" i="0" u="none" strike="noStrike" noProof="0" dirty="0">
                          <a:solidFill>
                            <a:schemeClr val="bg1"/>
                          </a:solidFill>
                          <a:effectLst/>
                        </a:rPr>
                        <a:t>25</a:t>
                      </a:r>
                      <a:endParaRPr lang="en-US" sz="600" b="0" i="0" u="none" strike="noStrike" noProof="0" dirty="0">
                        <a:solidFill>
                          <a:srgbClr val="000000"/>
                        </a:solidFill>
                        <a:effectLst/>
                        <a:latin typeface="Century Gothic"/>
                      </a:endParaRPr>
                    </a:p>
                    <a:p>
                      <a:pPr marL="63500" lvl="0" algn="ctr">
                        <a:spcBef>
                          <a:spcPts val="310"/>
                        </a:spcBef>
                        <a:spcAft>
                          <a:spcPts val="0"/>
                        </a:spcAft>
                        <a:buNone/>
                      </a:pPr>
                      <a:r>
                        <a:rPr lang="en-US" sz="600" b="0" i="0" u="none" strike="noStrike" noProof="0" dirty="0">
                          <a:solidFill>
                            <a:srgbClr val="2D2926"/>
                          </a:solidFill>
                          <a:latin typeface="Century Gothic"/>
                        </a:rPr>
                        <a:t>REVIEWS</a:t>
                      </a:r>
                    </a:p>
                    <a:p>
                      <a:pPr marL="63500" lvl="0" algn="ctr">
                        <a:spcBef>
                          <a:spcPts val="310"/>
                        </a:spcBef>
                        <a:spcAft>
                          <a:spcPts val="0"/>
                        </a:spcAft>
                        <a:buNone/>
                      </a:pPr>
                      <a:r>
                        <a:rPr lang="en-US" sz="650" b="0" i="0" u="none" strike="noStrike" noProof="0" dirty="0">
                          <a:solidFill>
                            <a:srgbClr val="2D2926"/>
                          </a:solidFill>
                          <a:latin typeface="Century Gothic"/>
                        </a:rPr>
                        <a:t>Share a review someone has left on your Google profile, Facebook page or Yelp profile! This can help new prospects when gauging their options.</a:t>
                      </a:r>
                      <a:endParaRPr lang="en-US" sz="650" dirty="0"/>
                    </a:p>
                  </a:txBody>
                  <a:tcPr marL="9524" marR="9524" marT="80772" marB="0"/>
                </a:tc>
                <a:extLst>
                  <a:ext uri="{0D108BD9-81ED-4DB2-BD59-A6C34878D82A}">
                    <a16:rowId xmlns:a16="http://schemas.microsoft.com/office/drawing/2014/main" val="3697406555"/>
                  </a:ext>
                </a:extLst>
              </a:tr>
              <a:tr h="1351369">
                <a:tc>
                  <a:txBody>
                    <a:bodyPr/>
                    <a:lstStyle/>
                    <a:p>
                      <a:pPr marL="63500" lvl="0" algn="ctr">
                        <a:spcBef>
                          <a:spcPts val="310"/>
                        </a:spcBef>
                        <a:spcAft>
                          <a:spcPts val="0"/>
                        </a:spcAft>
                        <a:buNone/>
                      </a:pPr>
                      <a:r>
                        <a:rPr lang="en-US" sz="600" b="0" i="0" u="none" strike="noStrike" spc="0" noProof="0" dirty="0">
                          <a:solidFill>
                            <a:schemeClr val="bg1"/>
                          </a:solidFill>
                          <a:effectLst/>
                          <a:latin typeface="Century Gothic"/>
                        </a:rPr>
                        <a:t>26</a:t>
                      </a:r>
                      <a:endParaRPr lang="en-US" sz="600" dirty="0"/>
                    </a:p>
                    <a:p>
                      <a:pPr marL="63500" lvl="0" algn="ctr">
                        <a:spcBef>
                          <a:spcPts val="310"/>
                        </a:spcBef>
                        <a:spcAft>
                          <a:spcPts val="0"/>
                        </a:spcAft>
                        <a:buNone/>
                      </a:pPr>
                      <a:r>
                        <a:rPr lang="en-US" sz="600" b="0" i="0" u="none" strike="noStrike" spc="0" noProof="0" dirty="0">
                          <a:solidFill>
                            <a:schemeClr val="bg1"/>
                          </a:solidFill>
                          <a:effectLst/>
                          <a:latin typeface="Century Gothic"/>
                        </a:rPr>
                        <a:t>SUNDAY RESET</a:t>
                      </a:r>
                    </a:p>
                    <a:p>
                      <a:pPr marL="63500" lvl="0" algn="ctr">
                        <a:spcBef>
                          <a:spcPts val="310"/>
                        </a:spcBef>
                        <a:spcAft>
                          <a:spcPts val="0"/>
                        </a:spcAft>
                        <a:buNone/>
                      </a:pPr>
                      <a:r>
                        <a:rPr lang="en-US" sz="650" b="0" i="0" u="none" strike="noStrike" spc="0" noProof="0" dirty="0">
                          <a:solidFill>
                            <a:schemeClr val="bg1"/>
                          </a:solidFill>
                          <a:effectLst/>
                          <a:latin typeface="Century Gothic"/>
                        </a:rPr>
                        <a:t>Share a habit or tip that helps members with their Sunday reset and ward off those #SundayScaries! This doesn't have to be a life changing tip, even the smallest tip can elevate the experience.</a:t>
                      </a:r>
                    </a:p>
                  </a:txBody>
                  <a:tcPr marL="9524" marR="9524" marT="80772" marB="0"/>
                </a:tc>
                <a:tc>
                  <a:txBody>
                    <a:bodyPr/>
                    <a:lstStyle/>
                    <a:p>
                      <a:pPr marL="63500" lvl="0" algn="ctr">
                        <a:spcBef>
                          <a:spcPts val="310"/>
                        </a:spcBef>
                        <a:spcAft>
                          <a:spcPts val="0"/>
                        </a:spcAft>
                        <a:buNone/>
                      </a:pPr>
                      <a:r>
                        <a:rPr lang="en-US" sz="600" b="0" i="0" u="none" strike="noStrike" spc="0" noProof="0" dirty="0">
                          <a:solidFill>
                            <a:schemeClr val="bg1"/>
                          </a:solidFill>
                          <a:effectLst/>
                        </a:rPr>
                        <a:t>27</a:t>
                      </a:r>
                      <a:endParaRPr lang="en-US" sz="600" b="0" i="0" u="none" strike="noStrike" spc="0" noProof="0" dirty="0">
                        <a:solidFill>
                          <a:schemeClr val="bg1"/>
                        </a:solidFill>
                        <a:effectLst/>
                        <a:latin typeface="+mn-lt"/>
                      </a:endParaRPr>
                    </a:p>
                    <a:p>
                      <a:pPr marL="63500" lvl="0" algn="ctr">
                        <a:spcBef>
                          <a:spcPts val="310"/>
                        </a:spcBef>
                        <a:spcAft>
                          <a:spcPts val="0"/>
                        </a:spcAft>
                        <a:buNone/>
                      </a:pPr>
                      <a:r>
                        <a:rPr lang="en-US" sz="600" b="0" i="0" u="none" strike="noStrike" spc="0" noProof="0" dirty="0">
                          <a:solidFill>
                            <a:schemeClr val="bg1"/>
                          </a:solidFill>
                          <a:effectLst/>
                          <a:latin typeface="Century Gothic"/>
                        </a:rPr>
                        <a:t>AF App-</a:t>
                      </a:r>
                      <a:r>
                        <a:rPr lang="en-US" sz="600" b="0" i="0" u="none" strike="noStrike" spc="0" noProof="0" dirty="0" err="1">
                          <a:solidFill>
                            <a:schemeClr val="bg1"/>
                          </a:solidFill>
                          <a:effectLst/>
                          <a:latin typeface="Century Gothic"/>
                        </a:rPr>
                        <a:t>titude</a:t>
                      </a:r>
                      <a:endParaRPr lang="en-US" sz="600" b="0" i="0" u="none" strike="noStrike" spc="0" noProof="0" dirty="0">
                        <a:solidFill>
                          <a:srgbClr val="2D2926"/>
                        </a:solidFill>
                        <a:effectLst/>
                        <a:latin typeface="Century Gothic"/>
                      </a:endParaRPr>
                    </a:p>
                    <a:p>
                      <a:pPr marL="63500" lvl="0" algn="ctr">
                        <a:spcBef>
                          <a:spcPts val="310"/>
                        </a:spcBef>
                        <a:spcAft>
                          <a:spcPts val="0"/>
                        </a:spcAft>
                        <a:buNone/>
                      </a:pPr>
                      <a:r>
                        <a:rPr lang="en-US" sz="650" b="0" i="0" u="none" strike="noStrike" spc="0" noProof="0" dirty="0">
                          <a:solidFill>
                            <a:schemeClr val="bg1"/>
                          </a:solidFill>
                          <a:effectLst/>
                          <a:latin typeface="Century Gothic"/>
                        </a:rPr>
                        <a:t>AF Access Pass is a great accessory to help make healthy happen anywhere, any TIME! Share a post educating followers on Access Pass and how it can help make getting to the gym even easier. Reminder:</a:t>
                      </a:r>
                      <a:br>
                        <a:rPr lang="en-US" sz="650" b="0" i="0" u="none" strike="noStrike" spc="0" noProof="0" dirty="0">
                          <a:solidFill>
                            <a:schemeClr val="bg1"/>
                          </a:solidFill>
                          <a:effectLst/>
                          <a:latin typeface="Century Gothic"/>
                        </a:rPr>
                      </a:br>
                      <a:r>
                        <a:rPr lang="en-US" sz="650" b="0" i="0" u="none" strike="noStrike" spc="0" noProof="0" dirty="0">
                          <a:solidFill>
                            <a:schemeClr val="bg1"/>
                          </a:solidFill>
                          <a:effectLst/>
                          <a:latin typeface="Century Gothic"/>
                        </a:rPr>
                        <a:t>Access Pass is only available in</a:t>
                      </a:r>
                      <a:br>
                        <a:rPr lang="en-US" sz="650" b="0" i="0" u="none" strike="noStrike" spc="0" noProof="0" dirty="0">
                          <a:solidFill>
                            <a:schemeClr val="bg1"/>
                          </a:solidFill>
                          <a:effectLst/>
                          <a:latin typeface="Century Gothic"/>
                        </a:rPr>
                      </a:br>
                      <a:r>
                        <a:rPr lang="en-US" sz="650" b="0" i="0" u="none" strike="noStrike" spc="0" noProof="0" dirty="0">
                          <a:solidFill>
                            <a:schemeClr val="bg1"/>
                          </a:solidFill>
                          <a:effectLst/>
                          <a:latin typeface="Century Gothic"/>
                        </a:rPr>
                        <a:t>the USA and Australia at this time. </a:t>
                      </a:r>
                      <a:endParaRPr lang="en-US" sz="650" dirty="0"/>
                    </a:p>
                  </a:txBody>
                  <a:tcPr marL="9524" marR="9524" marT="80772" marB="0"/>
                </a:tc>
                <a:tc>
                  <a:txBody>
                    <a:bodyPr/>
                    <a:lstStyle/>
                    <a:p>
                      <a:pPr marL="63500" lvl="0" algn="ctr">
                        <a:spcBef>
                          <a:spcPts val="310"/>
                        </a:spcBef>
                        <a:spcAft>
                          <a:spcPts val="0"/>
                        </a:spcAft>
                        <a:buNone/>
                      </a:pPr>
                      <a:r>
                        <a:rPr lang="en-US" sz="600" b="0" i="0" u="none" strike="noStrike" spc="0" noProof="0" dirty="0">
                          <a:solidFill>
                            <a:schemeClr val="bg1"/>
                          </a:solidFill>
                          <a:effectLst/>
                          <a:latin typeface="Century Gothic"/>
                        </a:rPr>
                        <a:t>28</a:t>
                      </a:r>
                      <a:endParaRPr lang="en-US" sz="600" dirty="0">
                        <a:solidFill>
                          <a:schemeClr val="bg1"/>
                        </a:solidFill>
                      </a:endParaRPr>
                    </a:p>
                    <a:p>
                      <a:pPr marL="63500" lvl="0" algn="ctr">
                        <a:spcBef>
                          <a:spcPts val="310"/>
                        </a:spcBef>
                        <a:spcAft>
                          <a:spcPts val="0"/>
                        </a:spcAft>
                        <a:buNone/>
                      </a:pPr>
                      <a:r>
                        <a:rPr lang="en-US" sz="600" b="0" i="0" u="none" strike="noStrike" spc="0" noProof="0" dirty="0">
                          <a:solidFill>
                            <a:srgbClr val="2D2926"/>
                          </a:solidFill>
                          <a:effectLst/>
                          <a:latin typeface="Century Gothic"/>
                        </a:rPr>
                        <a:t>WEEKLY RESET</a:t>
                      </a:r>
                      <a:endParaRPr lang="en-US" sz="600" dirty="0"/>
                    </a:p>
                    <a:p>
                      <a:pPr marL="63500" lvl="0" algn="ctr">
                        <a:spcBef>
                          <a:spcPts val="310"/>
                        </a:spcBef>
                        <a:spcAft>
                          <a:spcPts val="0"/>
                        </a:spcAft>
                        <a:buNone/>
                      </a:pPr>
                      <a:r>
                        <a:rPr lang="en-US" sz="650" b="0" i="0" u="none" strike="noStrike" spc="0" noProof="0" dirty="0">
                          <a:solidFill>
                            <a:srgbClr val="2D2926"/>
                          </a:solidFill>
                          <a:effectLst/>
                          <a:latin typeface="Century Gothic"/>
                        </a:rPr>
                        <a:t>Encourage followers to share how they</a:t>
                      </a:r>
                      <a:br>
                        <a:rPr lang="en-US" sz="650" b="0" i="0" u="none" strike="noStrike" spc="0" noProof="0" dirty="0">
                          <a:solidFill>
                            <a:srgbClr val="2D2926"/>
                          </a:solidFill>
                          <a:effectLst/>
                          <a:latin typeface="Century Gothic"/>
                        </a:rPr>
                      </a:br>
                      <a:r>
                        <a:rPr lang="en-US" sz="650" b="0" i="0" u="none" strike="noStrike" spc="0" noProof="0" dirty="0">
                          <a:solidFill>
                            <a:srgbClr val="2D2926"/>
                          </a:solidFill>
                          <a:effectLst/>
                          <a:latin typeface="Century Gothic"/>
                        </a:rPr>
                        <a:t>prepare for the week</a:t>
                      </a:r>
                      <a:r>
                        <a:rPr lang="en-US" sz="650" b="0" i="0" u="none" strike="noStrike" spc="0" noProof="0" dirty="0">
                          <a:solidFill>
                            <a:srgbClr val="2D2926"/>
                          </a:solidFill>
                          <a:effectLst/>
                          <a:latin typeface="+mn-lt"/>
                        </a:rPr>
                        <a:t>. Tip: create a </a:t>
                      </a:r>
                      <a:r>
                        <a:rPr lang="en-US" sz="650" b="0" i="0" u="none" strike="noStrike" spc="0" noProof="0" dirty="0">
                          <a:solidFill>
                            <a:srgbClr val="2D2926"/>
                          </a:solidFill>
                          <a:effectLst/>
                          <a:latin typeface="Century Gothic"/>
                        </a:rPr>
                        <a:t>story to collect followers' responses and</a:t>
                      </a:r>
                      <a:br>
                        <a:rPr lang="en-US" sz="650" b="0" i="0" u="none" strike="noStrike" spc="0" noProof="0" dirty="0">
                          <a:solidFill>
                            <a:srgbClr val="2D2926"/>
                          </a:solidFill>
                          <a:effectLst/>
                          <a:latin typeface="Century Gothic"/>
                        </a:rPr>
                      </a:br>
                      <a:r>
                        <a:rPr lang="en-US" sz="650" b="0" i="0" u="none" strike="noStrike" spc="0" noProof="0" dirty="0">
                          <a:solidFill>
                            <a:srgbClr val="2D2926"/>
                          </a:solidFill>
                          <a:effectLst/>
                          <a:latin typeface="Century Gothic"/>
                        </a:rPr>
                        <a:t>use the </a:t>
                      </a:r>
                      <a:r>
                        <a:rPr lang="en-US" sz="650" b="0" i="0" u="none" strike="noStrike" spc="0" noProof="0" dirty="0">
                          <a:solidFill>
                            <a:srgbClr val="2D2926"/>
                          </a:solidFill>
                          <a:effectLst/>
                          <a:latin typeface="Century Gothic"/>
                          <a:hlinkClick r:id="rId3"/>
                        </a:rPr>
                        <a:t>customizable templates in the Brand Marketing Center</a:t>
                      </a:r>
                      <a:br>
                        <a:rPr lang="en-US" sz="650" b="0" i="0" u="none" strike="noStrike" spc="0" noProof="0" dirty="0">
                          <a:solidFill>
                            <a:srgbClr val="2D2926"/>
                          </a:solidFill>
                          <a:effectLst/>
                          <a:latin typeface="Century Gothic"/>
                        </a:rPr>
                      </a:br>
                      <a:r>
                        <a:rPr lang="en-US" sz="650" b="0" i="0" u="none" strike="noStrike" spc="0" noProof="0" dirty="0">
                          <a:solidFill>
                            <a:srgbClr val="2D2926"/>
                          </a:solidFill>
                          <a:effectLst/>
                          <a:latin typeface="Century Gothic"/>
                        </a:rPr>
                        <a:t>to showcase these tips.</a:t>
                      </a:r>
                      <a:endParaRPr lang="en-US" sz="650" dirty="0"/>
                    </a:p>
                  </a:txBody>
                  <a:tcPr marL="9524" marR="9524" marT="80772" marB="0"/>
                </a:tc>
                <a:tc>
                  <a:txBody>
                    <a:bodyPr/>
                    <a:lstStyle/>
                    <a:p>
                      <a:pPr marL="63500" lvl="0" algn="ctr">
                        <a:spcBef>
                          <a:spcPts val="310"/>
                        </a:spcBef>
                        <a:spcAft>
                          <a:spcPts val="0"/>
                        </a:spcAft>
                        <a:buNone/>
                      </a:pPr>
                      <a:r>
                        <a:rPr lang="en-US" sz="600" b="0" i="0" u="none" strike="noStrike" noProof="0" dirty="0">
                          <a:solidFill>
                            <a:schemeClr val="bg1"/>
                          </a:solidFill>
                          <a:effectLst/>
                          <a:latin typeface="Century Gothic"/>
                        </a:rPr>
                        <a:t>29</a:t>
                      </a:r>
                    </a:p>
                    <a:p>
                      <a:pPr marL="63500" lvl="0" algn="ctr">
                        <a:spcBef>
                          <a:spcPts val="310"/>
                        </a:spcBef>
                        <a:spcAft>
                          <a:spcPts val="0"/>
                        </a:spcAft>
                        <a:buNone/>
                      </a:pPr>
                      <a:r>
                        <a:rPr lang="en-US" sz="600" b="0" i="0" u="none" strike="noStrike" noProof="0" dirty="0">
                          <a:solidFill>
                            <a:schemeClr val="bg1"/>
                          </a:solidFill>
                          <a:effectLst/>
                        </a:rPr>
                        <a:t>INVITE A FRIEND</a:t>
                      </a:r>
                      <a:endParaRPr lang="en-US" sz="600" b="0" i="0" u="none" strike="noStrike" noProof="0" dirty="0">
                        <a:solidFill>
                          <a:srgbClr val="2D2926"/>
                        </a:solidFill>
                        <a:effectLst/>
                      </a:endParaRPr>
                    </a:p>
                    <a:p>
                      <a:pPr marL="63500" lvl="0" algn="ctr">
                        <a:spcBef>
                          <a:spcPts val="310"/>
                        </a:spcBef>
                        <a:spcAft>
                          <a:spcPts val="0"/>
                        </a:spcAft>
                        <a:buNone/>
                      </a:pPr>
                      <a:r>
                        <a:rPr lang="en-US" sz="650" b="0" i="0" u="none" strike="noStrike" noProof="0" dirty="0">
                          <a:solidFill>
                            <a:schemeClr val="bg1"/>
                          </a:solidFill>
                          <a:effectLst/>
                        </a:rPr>
                        <a:t>Looking for free leads? Your members got you! Who doesn't love a workout buddy? Head to </a:t>
                      </a:r>
                      <a:r>
                        <a:rPr lang="en-US" sz="650" b="0" i="0" u="none" strike="noStrike" noProof="0" dirty="0">
                          <a:solidFill>
                            <a:srgbClr val="2D2926"/>
                          </a:solidFill>
                          <a:effectLst/>
                          <a:hlinkClick r:id="rId4"/>
                        </a:rPr>
                        <a:t>SOCi</a:t>
                      </a:r>
                      <a:r>
                        <a:rPr lang="en-US" sz="650" b="0" i="0" u="none" strike="noStrike" noProof="0" dirty="0">
                          <a:solidFill>
                            <a:schemeClr val="bg1"/>
                          </a:solidFill>
                          <a:effectLst/>
                        </a:rPr>
                        <a:t> and schedule a post using</a:t>
                      </a:r>
                      <a:br>
                        <a:rPr lang="en-US" sz="650" b="0" i="0" u="none" strike="noStrike" noProof="0" dirty="0">
                          <a:solidFill>
                            <a:schemeClr val="bg1"/>
                          </a:solidFill>
                          <a:effectLst/>
                        </a:rPr>
                      </a:br>
                      <a:r>
                        <a:rPr lang="en-US" sz="650" b="0" i="0" u="none" strike="noStrike" noProof="0" dirty="0">
                          <a:solidFill>
                            <a:schemeClr val="bg1"/>
                          </a:solidFill>
                          <a:effectLst/>
                        </a:rPr>
                        <a:t>the Invite A Friend posts in the Library! </a:t>
                      </a:r>
                      <a:endParaRPr lang="en-US" sz="650" dirty="0"/>
                    </a:p>
                  </a:txBody>
                  <a:tcPr marL="9524" marR="9524" marT="80772" marB="0"/>
                </a:tc>
                <a:tc>
                  <a:txBody>
                    <a:bodyPr/>
                    <a:lstStyle/>
                    <a:p>
                      <a:pPr marL="63500" lvl="0" algn="ctr">
                        <a:spcBef>
                          <a:spcPts val="310"/>
                        </a:spcBef>
                        <a:spcAft>
                          <a:spcPts val="0"/>
                        </a:spcAft>
                        <a:buNone/>
                      </a:pPr>
                      <a:r>
                        <a:rPr lang="en-US" sz="600" b="0" i="0" u="none" strike="noStrike" spc="0" noProof="0" dirty="0">
                          <a:solidFill>
                            <a:schemeClr val="bg1"/>
                          </a:solidFill>
                          <a:effectLst/>
                          <a:latin typeface="Century Gothic"/>
                        </a:rPr>
                        <a:t>30</a:t>
                      </a:r>
                      <a:endParaRPr lang="en-US" sz="600" b="0" i="0" u="none" strike="noStrike" spc="0" noProof="0" dirty="0">
                        <a:solidFill>
                          <a:srgbClr val="2D2926"/>
                        </a:solidFill>
                        <a:effectLst/>
                        <a:latin typeface="Century Gothic"/>
                      </a:endParaRPr>
                    </a:p>
                    <a:p>
                      <a:pPr marL="63500" lvl="0" algn="ctr">
                        <a:spcBef>
                          <a:spcPts val="310"/>
                        </a:spcBef>
                        <a:spcAft>
                          <a:spcPts val="0"/>
                        </a:spcAft>
                        <a:buNone/>
                      </a:pPr>
                      <a:r>
                        <a:rPr lang="en-US" sz="600" b="0" i="0" u="none" strike="noStrike" spc="0" noProof="0" dirty="0">
                          <a:solidFill>
                            <a:schemeClr val="bg1"/>
                          </a:solidFill>
                          <a:effectLst/>
                          <a:latin typeface="Century Gothic"/>
                        </a:rPr>
                        <a:t>MEET THE COACH</a:t>
                      </a:r>
                      <a:endParaRPr lang="en-US" sz="600" b="0" i="0" u="none" strike="noStrike" spc="0" noProof="0" dirty="0">
                        <a:solidFill>
                          <a:srgbClr val="2D2926"/>
                        </a:solidFill>
                        <a:effectLst/>
                        <a:latin typeface="Century Gothic"/>
                      </a:endParaRPr>
                    </a:p>
                    <a:p>
                      <a:pPr marL="63500" lvl="0" algn="ctr">
                        <a:spcBef>
                          <a:spcPts val="310"/>
                        </a:spcBef>
                        <a:spcAft>
                          <a:spcPts val="0"/>
                        </a:spcAft>
                        <a:buNone/>
                      </a:pPr>
                      <a:r>
                        <a:rPr lang="en-US" sz="650" b="0" i="0" u="none" strike="noStrike" spc="0" noProof="0" dirty="0">
                          <a:solidFill>
                            <a:schemeClr val="bg1"/>
                          </a:solidFill>
                          <a:effectLst/>
                          <a:latin typeface="Century Gothic"/>
                        </a:rPr>
                        <a:t>Highlight a coach using </a:t>
                      </a:r>
                      <a:r>
                        <a:rPr lang="en-US" sz="650" b="0" i="0" u="none" strike="noStrike" spc="0" noProof="0" dirty="0">
                          <a:solidFill>
                            <a:srgbClr val="2D2926"/>
                          </a:solidFill>
                          <a:effectLst/>
                          <a:latin typeface="Century Gothic"/>
                          <a:hlinkClick r:id="rId5"/>
                        </a:rPr>
                        <a:t>this template</a:t>
                      </a:r>
                      <a:r>
                        <a:rPr lang="en-US" sz="650" b="0" i="0" u="none" strike="noStrike" spc="0" noProof="0" dirty="0">
                          <a:solidFill>
                            <a:schemeClr val="bg1"/>
                          </a:solidFill>
                          <a:effectLst/>
                          <a:latin typeface="Century Gothic"/>
                        </a:rPr>
                        <a:t> from the Brand Marketing Center! Have them share some fun facts about themselves to connect with your audience. Bonus: Have</a:t>
                      </a:r>
                      <a:br>
                        <a:rPr lang="en-US" sz="650" b="0" i="0" u="none" strike="noStrike" spc="0" noProof="0" dirty="0">
                          <a:solidFill>
                            <a:schemeClr val="bg1"/>
                          </a:solidFill>
                          <a:effectLst/>
                          <a:latin typeface="Century Gothic"/>
                        </a:rPr>
                      </a:br>
                      <a:r>
                        <a:rPr lang="en-US" sz="650" b="0" i="0" u="none" strike="noStrike" spc="0" noProof="0" dirty="0">
                          <a:solidFill>
                            <a:schemeClr val="bg1"/>
                          </a:solidFill>
                          <a:effectLst/>
                          <a:latin typeface="Century Gothic"/>
                        </a:rPr>
                        <a:t>them do an IG Story takeover</a:t>
                      </a:r>
                      <a:br>
                        <a:rPr lang="en-US" sz="650" b="0" i="0" u="none" strike="noStrike" spc="0" noProof="0" dirty="0">
                          <a:solidFill>
                            <a:schemeClr val="bg1"/>
                          </a:solidFill>
                          <a:effectLst/>
                          <a:latin typeface="Century Gothic"/>
                        </a:rPr>
                      </a:br>
                      <a:r>
                        <a:rPr lang="en-US" sz="650" b="0" i="0" u="none" strike="noStrike" spc="0" noProof="0" dirty="0">
                          <a:solidFill>
                            <a:schemeClr val="bg1"/>
                          </a:solidFill>
                          <a:effectLst/>
                          <a:latin typeface="Century Gothic"/>
                        </a:rPr>
                        <a:t>for a "Day In the Life" preview!</a:t>
                      </a:r>
                      <a:endParaRPr lang="en-US" sz="650" b="0" i="0" u="none" strike="noStrike" spc="0" noProof="0" dirty="0">
                        <a:solidFill>
                          <a:srgbClr val="2D2926"/>
                        </a:solidFill>
                        <a:effectLst/>
                        <a:latin typeface="Century Gothic"/>
                      </a:endParaRPr>
                    </a:p>
                    <a:p>
                      <a:pPr marL="63500" lvl="0" algn="ctr">
                        <a:spcBef>
                          <a:spcPts val="310"/>
                        </a:spcBef>
                        <a:spcAft>
                          <a:spcPts val="0"/>
                        </a:spcAft>
                        <a:buNone/>
                      </a:pPr>
                      <a:endParaRPr lang="en-US" sz="600" b="0" i="0" u="none" strike="noStrike" spc="0" noProof="0" dirty="0">
                        <a:solidFill>
                          <a:schemeClr val="bg1"/>
                        </a:solidFill>
                        <a:effectLst/>
                      </a:endParaRPr>
                    </a:p>
                  </a:txBody>
                  <a:tcPr marL="9524" marR="9524" marT="80772" marB="0"/>
                </a:tc>
                <a:tc>
                  <a:txBody>
                    <a:bodyPr/>
                    <a:lstStyle/>
                    <a:p>
                      <a:pPr marL="63500" lvl="0" algn="ctr">
                        <a:spcBef>
                          <a:spcPts val="310"/>
                        </a:spcBef>
                        <a:spcAft>
                          <a:spcPts val="0"/>
                        </a:spcAft>
                        <a:buNone/>
                      </a:pPr>
                      <a:r>
                        <a:rPr lang="en-US" sz="600" b="0" i="0" u="none" strike="noStrike" noProof="0" dirty="0">
                          <a:solidFill>
                            <a:schemeClr val="bg1"/>
                          </a:solidFill>
                          <a:effectLst/>
                          <a:latin typeface="Century Gothic"/>
                        </a:rPr>
                        <a:t>31</a:t>
                      </a:r>
                    </a:p>
                    <a:p>
                      <a:pPr marL="63500" lvl="0" algn="ctr">
                        <a:spcBef>
                          <a:spcPts val="310"/>
                        </a:spcBef>
                        <a:spcAft>
                          <a:spcPts val="0"/>
                        </a:spcAft>
                        <a:buNone/>
                      </a:pPr>
                      <a:r>
                        <a:rPr lang="en-US" sz="600" b="0" i="0" u="none" strike="noStrike" noProof="0" dirty="0">
                          <a:solidFill>
                            <a:schemeClr val="bg1"/>
                          </a:solidFill>
                          <a:effectLst/>
                          <a:latin typeface="Century Gothic"/>
                        </a:rPr>
                        <a:t>CORE</a:t>
                      </a:r>
                    </a:p>
                    <a:p>
                      <a:pPr marL="63500" lvl="0" algn="ctr">
                        <a:spcBef>
                          <a:spcPts val="310"/>
                        </a:spcBef>
                        <a:spcAft>
                          <a:spcPts val="0"/>
                        </a:spcAft>
                        <a:buNone/>
                      </a:pPr>
                      <a:r>
                        <a:rPr lang="en-US" sz="650" b="0" i="0" u="none" strike="noStrike" noProof="0" dirty="0">
                          <a:solidFill>
                            <a:schemeClr val="bg1"/>
                          </a:solidFill>
                          <a:effectLst/>
                          <a:latin typeface="Century Gothic"/>
                        </a:rPr>
                        <a:t>Let's work those abs! Share a functional core workout – think outside the box. Share out movements that aren't your normal crunches and can challenge those looking to turn it up a notch.</a:t>
                      </a:r>
                    </a:p>
                  </a:txBody>
                  <a:tcPr marL="9524" marR="9524" marT="80772" marB="0"/>
                </a:tc>
                <a:tc>
                  <a:txBody>
                    <a:bodyPr/>
                    <a:lstStyle/>
                    <a:p>
                      <a:pPr marL="63500" lvl="0" algn="ctr">
                        <a:spcBef>
                          <a:spcPts val="310"/>
                        </a:spcBef>
                        <a:spcAft>
                          <a:spcPts val="0"/>
                        </a:spcAft>
                        <a:buNone/>
                      </a:pPr>
                      <a:endParaRPr lang="en-US" sz="600" b="0" i="0" u="none" strike="noStrike" noProof="0" dirty="0">
                        <a:solidFill>
                          <a:schemeClr val="bg1"/>
                        </a:solidFill>
                        <a:effectLst/>
                        <a:latin typeface="Century Gothic"/>
                      </a:endParaRPr>
                    </a:p>
                  </a:txBody>
                  <a:tcPr marL="9524" marR="9524" marT="80772" marB="0"/>
                </a:tc>
                <a:extLst>
                  <a:ext uri="{0D108BD9-81ED-4DB2-BD59-A6C34878D82A}">
                    <a16:rowId xmlns:a16="http://schemas.microsoft.com/office/drawing/2014/main" val="4071831031"/>
                  </a:ext>
                </a:extLst>
              </a:tr>
            </a:tbl>
          </a:graphicData>
        </a:graphic>
      </p:graphicFrame>
    </p:spTree>
    <p:extLst>
      <p:ext uri="{BB962C8B-B14F-4D97-AF65-F5344CB8AC3E}">
        <p14:creationId xmlns:p14="http://schemas.microsoft.com/office/powerpoint/2010/main" val="252309666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BS_SHAPE_LOCK" val="TRUE"/>
</p:tagLst>
</file>

<file path=ppt/theme/theme1.xml><?xml version="1.0" encoding="utf-8"?>
<a:theme xmlns:a="http://schemas.openxmlformats.org/drawingml/2006/main" name="Anytime Fitness Template">
  <a:themeElements>
    <a:clrScheme name="AF July 22 ">
      <a:dk1>
        <a:srgbClr val="2D2926"/>
      </a:dk1>
      <a:lt1>
        <a:srgbClr val="FFFFFF"/>
      </a:lt1>
      <a:dk2>
        <a:srgbClr val="221551"/>
      </a:dk2>
      <a:lt2>
        <a:srgbClr val="DACAED"/>
      </a:lt2>
      <a:accent1>
        <a:srgbClr val="440099"/>
      </a:accent1>
      <a:accent2>
        <a:srgbClr val="6E38D5"/>
      </a:accent2>
      <a:accent3>
        <a:srgbClr val="A32AF9"/>
      </a:accent3>
      <a:accent4>
        <a:srgbClr val="2ED7DE"/>
      </a:accent4>
      <a:accent5>
        <a:srgbClr val="EF3340"/>
      </a:accent5>
      <a:accent6>
        <a:srgbClr val="FF7500"/>
      </a:accent6>
      <a:hlink>
        <a:srgbClr val="FF7500"/>
      </a:hlink>
      <a:folHlink>
        <a:srgbClr val="EF3340"/>
      </a:folHlink>
    </a:clrScheme>
    <a:fontScheme name="Anytime Fitness">
      <a:majorFont>
        <a:latin typeface="Century Gothic"/>
        <a:ea typeface=""/>
        <a:cs typeface=""/>
      </a:majorFont>
      <a:minorFont>
        <a:latin typeface="Century Gothic"/>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1400" dirty="0" err="1" smtClean="0">
            <a:solidFill>
              <a:schemeClr val="bg1"/>
            </a:solidFill>
          </a:defRPr>
        </a:defPPr>
      </a:lstStyle>
    </a:txDef>
  </a:objectDefaults>
  <a:extraClrSchemeLst/>
  <a:extLst>
    <a:ext uri="{05A4C25C-085E-4340-85A3-A5531E510DB2}">
      <thm15:themeFamily xmlns:thm15="http://schemas.microsoft.com/office/thememl/2012/main" name="Bar-Method_PPT-Template_V2 edit code final.potx" id="{EF5957C3-A1C1-4345-85B9-8F272847F476}" vid="{D92DD28F-51C3-4CBB-8DEE-BB33764BC1D9}"/>
    </a:ext>
  </a:extLst>
</a:theme>
</file>

<file path=ppt/theme/theme2.xml><?xml version="1.0" encoding="utf-8"?>
<a:theme xmlns:a="http://schemas.openxmlformats.org/drawingml/2006/main" name="Office Theme">
  <a:themeElements>
    <a:clrScheme name="Bar Method">
      <a:dk1>
        <a:srgbClr val="161614"/>
      </a:dk1>
      <a:lt1>
        <a:sysClr val="window" lastClr="FFFFFF"/>
      </a:lt1>
      <a:dk2>
        <a:srgbClr val="373733"/>
      </a:dk2>
      <a:lt2>
        <a:srgbClr val="D9D9D6"/>
      </a:lt2>
      <a:accent1>
        <a:srgbClr val="EACBBB"/>
      </a:accent1>
      <a:accent2>
        <a:srgbClr val="F18079"/>
      </a:accent2>
      <a:accent3>
        <a:srgbClr val="EE635C"/>
      </a:accent3>
      <a:accent4>
        <a:srgbClr val="DFDFE0"/>
      </a:accent4>
      <a:accent5>
        <a:srgbClr val="C0C0C2"/>
      </a:accent5>
      <a:accent6>
        <a:srgbClr val="A0A1A3"/>
      </a:accent6>
      <a:hlink>
        <a:srgbClr val="F18079"/>
      </a:hlink>
      <a:folHlink>
        <a:srgbClr val="EACBBB"/>
      </a:folHlink>
    </a:clrScheme>
    <a:fontScheme name="Bar Method">
      <a:majorFont>
        <a:latin typeface="Constantia"/>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Bar Method">
      <a:dk1>
        <a:srgbClr val="161614"/>
      </a:dk1>
      <a:lt1>
        <a:sysClr val="window" lastClr="FFFFFF"/>
      </a:lt1>
      <a:dk2>
        <a:srgbClr val="373733"/>
      </a:dk2>
      <a:lt2>
        <a:srgbClr val="D9D9D6"/>
      </a:lt2>
      <a:accent1>
        <a:srgbClr val="EACBBB"/>
      </a:accent1>
      <a:accent2>
        <a:srgbClr val="F18079"/>
      </a:accent2>
      <a:accent3>
        <a:srgbClr val="EE635C"/>
      </a:accent3>
      <a:accent4>
        <a:srgbClr val="DFDFE0"/>
      </a:accent4>
      <a:accent5>
        <a:srgbClr val="C0C0C2"/>
      </a:accent5>
      <a:accent6>
        <a:srgbClr val="A0A1A3"/>
      </a:accent6>
      <a:hlink>
        <a:srgbClr val="F18079"/>
      </a:hlink>
      <a:folHlink>
        <a:srgbClr val="EACBBB"/>
      </a:folHlink>
    </a:clrScheme>
    <a:fontScheme name="Bar Method">
      <a:majorFont>
        <a:latin typeface="Constantia"/>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C9F4D4AED8BDC44AAAD872D46454869" ma:contentTypeVersion="25" ma:contentTypeDescription="Create a new document." ma:contentTypeScope="" ma:versionID="9590af35345759196e931e991b350f44">
  <xsd:schema xmlns:xsd="http://www.w3.org/2001/XMLSchema" xmlns:xs="http://www.w3.org/2001/XMLSchema" xmlns:p="http://schemas.microsoft.com/office/2006/metadata/properties" xmlns:ns2="47019a7e-a60c-4a1f-b4fd-44452cf97621" xmlns:ns3="9464be75-fc0f-4c74-b7a9-67e6b6b30f78" targetNamespace="http://schemas.microsoft.com/office/2006/metadata/properties" ma:root="true" ma:fieldsID="f3aa4232e046b6ee01c1c8fc4359fad7" ns2:_="" ns3:_="">
    <xsd:import namespace="47019a7e-a60c-4a1f-b4fd-44452cf97621"/>
    <xsd:import namespace="9464be75-fc0f-4c74-b7a9-67e6b6b30f78"/>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ServiceAutoTags" minOccurs="0"/>
                <xsd:element ref="ns3:MediaServiceOCR" minOccurs="0"/>
                <xsd:element ref="ns3:MediaServiceAutoKeyPoints" minOccurs="0"/>
                <xsd:element ref="ns3:MediaServiceKeyPoints" minOccurs="0"/>
                <xsd:element ref="ns3:MediaServiceLocation" minOccurs="0"/>
                <xsd:element ref="ns3:MediaServiceGenerationTime" minOccurs="0"/>
                <xsd:element ref="ns3:MediaServiceEventHashCode" minOccurs="0"/>
                <xsd:element ref="ns3:_Flow_SignoffStatus" minOccurs="0"/>
                <xsd:element ref="ns3:Dateandtime" minOccurs="0"/>
                <xsd:element ref="ns3:MediaLengthInSeconds" minOccurs="0"/>
                <xsd:element ref="ns3:Person" minOccurs="0"/>
                <xsd:element ref="ns3:Date_x0020__x0026__x0020_Time" minOccurs="0"/>
                <xsd:element ref="ns2:TaxCatchAll" minOccurs="0"/>
                <xsd:element ref="ns3:lcf76f155ced4ddcb4097134ff3c332f"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7019a7e-a60c-4a1f-b4fd-44452cf97621"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5" nillable="true" ma:displayName="Taxonomy Catch All Column" ma:hidden="true" ma:list="{0c40076c-e6fb-4d57-baf1-f991dbe98c27}" ma:internalName="TaxCatchAll" ma:showField="CatchAllData" ma:web="47019a7e-a60c-4a1f-b4fd-44452cf97621">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9464be75-fc0f-4c74-b7a9-67e6b6b30f78"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_Flow_SignoffStatus" ma:index="20" nillable="true" ma:displayName="Sign-off status" ma:internalName="Sign_x002d_off_x0020_status">
      <xsd:simpleType>
        <xsd:restriction base="dms:Text"/>
      </xsd:simpleType>
    </xsd:element>
    <xsd:element name="Dateandtime" ma:index="21" nillable="true" ma:displayName="Date and time" ma:format="DateTime" ma:internalName="Dateandtime">
      <xsd:simpleType>
        <xsd:restriction base="dms:DateTime"/>
      </xsd:simpleType>
    </xsd:element>
    <xsd:element name="MediaLengthInSeconds" ma:index="22" nillable="true" ma:displayName="Length (seconds)" ma:internalName="MediaLengthInSeconds" ma:readOnly="true">
      <xsd:simpleType>
        <xsd:restriction base="dms:Unknown"/>
      </xsd:simpleType>
    </xsd:element>
    <xsd:element name="Person" ma:index="23" nillable="true" ma:displayName="Person" ma:format="Dropdown" ma:list="UserInfo" ma:SharePointGroup="0" ma:internalName="Person">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ate_x0020__x0026__x0020_Time" ma:index="24" nillable="true" ma:displayName="Date &amp; Time" ma:format="DateTime" ma:internalName="Date_x0020__x0026__x0020_Time">
      <xsd:simpleType>
        <xsd:restriction base="dms:DateTime"/>
      </xsd:simpleType>
    </xsd:element>
    <xsd:element name="lcf76f155ced4ddcb4097134ff3c332f" ma:index="27" nillable="true" ma:taxonomy="true" ma:internalName="lcf76f155ced4ddcb4097134ff3c332f" ma:taxonomyFieldName="MediaServiceImageTags" ma:displayName="Image Tags" ma:readOnly="false" ma:fieldId="{5cf76f15-5ced-4ddc-b409-7134ff3c332f}" ma:taxonomyMulti="true" ma:sspId="8a19ee54-46e1-4f28-9254-181b3d6e1476"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8"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9"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Date_x0020__x0026__x0020_Time xmlns="9464be75-fc0f-4c74-b7a9-67e6b6b30f78">2023-02-02T21:00:00+00:00</Date_x0020__x0026__x0020_Time>
    <_Flow_SignoffStatus xmlns="9464be75-fc0f-4c74-b7a9-67e6b6b30f78" xsi:nil="true"/>
    <TaxCatchAll xmlns="47019a7e-a60c-4a1f-b4fd-44452cf97621" xsi:nil="true"/>
    <lcf76f155ced4ddcb4097134ff3c332f xmlns="9464be75-fc0f-4c74-b7a9-67e6b6b30f78">
      <Terms xmlns="http://schemas.microsoft.com/office/infopath/2007/PartnerControls"/>
    </lcf76f155ced4ddcb4097134ff3c332f>
    <Dateandtime xmlns="9464be75-fc0f-4c74-b7a9-67e6b6b30f78">2023-02-02T21:00:00+00:00</Dateandtime>
    <Person xmlns="9464be75-fc0f-4c74-b7a9-67e6b6b30f78">
      <UserInfo>
        <DisplayName/>
        <AccountId xsi:nil="true"/>
        <AccountType/>
      </UserInfo>
    </Person>
    <SharedWithUsers xmlns="47019a7e-a60c-4a1f-b4fd-44452cf97621">
      <UserInfo>
        <DisplayName>Marcie DeLuca</DisplayName>
        <AccountId>9585</AccountId>
        <AccountType/>
      </UserInfo>
      <UserInfo>
        <DisplayName>Garrett Ebling</DisplayName>
        <AccountId>1938</AccountId>
        <AccountType/>
      </UserInfo>
      <UserInfo>
        <DisplayName>Deb Pias</DisplayName>
        <AccountId>51</AccountId>
        <AccountType/>
      </UserInfo>
      <UserInfo>
        <DisplayName>Morgan Edwards</DisplayName>
        <AccountId>25969</AccountId>
        <AccountType/>
      </UserInfo>
      <UserInfo>
        <DisplayName>Kenzi Boivin</DisplayName>
        <AccountId>10537</AccountId>
        <AccountType/>
      </UserInfo>
    </SharedWithUsers>
  </documentManagement>
</p:properties>
</file>

<file path=customXml/itemProps1.xml><?xml version="1.0" encoding="utf-8"?>
<ds:datastoreItem xmlns:ds="http://schemas.openxmlformats.org/officeDocument/2006/customXml" ds:itemID="{1F90C4E6-4A59-487E-81FF-2AAB65958319}">
  <ds:schemaRefs>
    <ds:schemaRef ds:uri="http://schemas.microsoft.com/sharepoint/v3/contenttype/forms"/>
  </ds:schemaRefs>
</ds:datastoreItem>
</file>

<file path=customXml/itemProps2.xml><?xml version="1.0" encoding="utf-8"?>
<ds:datastoreItem xmlns:ds="http://schemas.openxmlformats.org/officeDocument/2006/customXml" ds:itemID="{528711C7-1C08-4355-9495-3EF5D8F085CE}">
  <ds:schemaRefs>
    <ds:schemaRef ds:uri="47019a7e-a60c-4a1f-b4fd-44452cf97621"/>
    <ds:schemaRef ds:uri="9464be75-fc0f-4c74-b7a9-67e6b6b30f7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9AA2B1DA-A2C5-489C-A46E-FC3EAF2F3ADB}">
  <ds:schemaRefs>
    <ds:schemaRef ds:uri="47019a7e-a60c-4a1f-b4fd-44452cf97621"/>
    <ds:schemaRef ds:uri="9464be75-fc0f-4c74-b7a9-67e6b6b30f78"/>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Bar Method Template</Template>
  <TotalTime>0</TotalTime>
  <Words>1174</Words>
  <Application>Microsoft Macintosh PowerPoint</Application>
  <PresentationFormat>Widescreen</PresentationFormat>
  <Paragraphs>101</Paragraphs>
  <Slides>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Century Gothic</vt:lpstr>
      <vt:lpstr>Anytime Fitness Template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BAR METHOD PRESENTATION TEMPLATE</dc:title>
  <dc:creator>Meredith Berg</dc:creator>
  <cp:lastModifiedBy>Deb Pias</cp:lastModifiedBy>
  <cp:revision>485</cp:revision>
  <dcterms:created xsi:type="dcterms:W3CDTF">2021-11-18T14:52:15Z</dcterms:created>
  <dcterms:modified xsi:type="dcterms:W3CDTF">2024-04-17T18:22:22Z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0x010100BC9F4D4AED8BDC44AAAD872D46454869</vt:lpwstr>
  </property>
  <property fmtid="{D5CDD505-2E9C-101B-9397-08002B2CF9AE}" pid="3" name="MediaServiceImageTags">
    <vt:lpwstr/>
  </property>
</Properties>
</file>