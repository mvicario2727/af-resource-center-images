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6"/>
  </p:notesMasterIdLst>
  <p:handoutMasterIdLst>
    <p:handoutMasterId r:id="rId7"/>
  </p:handoutMasterIdLst>
  <p:sldIdLst>
    <p:sldId id="339"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4EC97052-CCA6-49B0-AA09-A65277281CBA}">
          <p14:sldIdLst/>
        </p14:section>
        <p14:section name="Content" id="{10C81FA4-AB20-4F8C-AA98-C00990760090}">
          <p14:sldIdLst>
            <p14:sldId id="339"/>
          </p14:sldIdLst>
        </p14:section>
        <p14:section name="Closing" id="{B254CC29-6644-48FB-B435-9D56547BC196}">
          <p14:sldIdLst/>
        </p14:section>
      </p14:sectionLst>
    </p:ext>
    <p:ext uri="{EFAFB233-063F-42B5-8137-9DF3F51BA10A}">
      <p15:sldGuideLst xmlns:p15="http://schemas.microsoft.com/office/powerpoint/2012/main">
        <p15:guide id="1" pos="3816" userDrawn="1">
          <p15:clr>
            <a:srgbClr val="A4A3A4"/>
          </p15:clr>
        </p15:guide>
        <p15:guide id="2" orient="horz" pos="216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B288086-3F0E-FF1D-E9D1-078C4F90C6D8}" name="Kenzi Boivin" initials="KB" userId="S::mackenzie.boivin@sebrands.com::8534dba6-d4b5-4e68-ba01-c4976388d999"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90DED1"/>
    <a:srgbClr val="6E38D5"/>
    <a:srgbClr val="440099"/>
    <a:srgbClr val="FF7500"/>
    <a:srgbClr val="DAF4F0"/>
    <a:srgbClr val="B5E9E1"/>
    <a:srgbClr val="46C8B3"/>
    <a:srgbClr val="00C7B1"/>
    <a:srgbClr val="EFF0F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0633FDE-CF8A-CCF8-C106-CF1988093615}" v="49" dt="2024-08-14T15:05:08.006"/>
  </p1510:revLst>
</p1510:revInfo>
</file>

<file path=ppt/tableStyles.xml><?xml version="1.0" encoding="utf-8"?>
<a:tblStyleLst xmlns:a="http://schemas.openxmlformats.org/drawingml/2006/main" def="{9D7B26C5-4107-4FEC-AEDC-1716B250A1EF}">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5266"/>
    <p:restoredTop sz="94658"/>
  </p:normalViewPr>
  <p:slideViewPr>
    <p:cSldViewPr snapToGrid="0">
      <p:cViewPr varScale="1">
        <p:scale>
          <a:sx n="120" d="100"/>
          <a:sy n="120" d="100"/>
        </p:scale>
        <p:origin x="1792" y="184"/>
      </p:cViewPr>
      <p:guideLst>
        <p:guide pos="3816"/>
        <p:guide orient="horz" pos="216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8/10/relationships/authors" Target="authors.xml"/><Relationship Id="rId3" Type="http://schemas.openxmlformats.org/officeDocument/2006/relationships/customXml" Target="../customXml/item3.xml"/><Relationship Id="rId7" Type="http://schemas.openxmlformats.org/officeDocument/2006/relationships/handoutMaster" Target="handoutMasters/handoutMaster1.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47A8E49-8B1D-4DF8-A071-B5FA5531447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sz="900"/>
          </a:p>
        </p:txBody>
      </p:sp>
      <p:sp>
        <p:nvSpPr>
          <p:cNvPr id="3" name="Date Placeholder 2">
            <a:extLst>
              <a:ext uri="{FF2B5EF4-FFF2-40B4-BE49-F238E27FC236}">
                <a16:creationId xmlns:a16="http://schemas.microsoft.com/office/drawing/2014/main" id="{34CC8329-2CA0-4127-8422-E0F8FDBB5A6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ADFCA5B-16E1-4D70-8291-219716099B83}" type="datetimeFigureOut">
              <a:rPr lang="en-US" sz="900" smtClean="0"/>
              <a:t>8/14/24</a:t>
            </a:fld>
            <a:endParaRPr lang="en-US" sz="900"/>
          </a:p>
        </p:txBody>
      </p:sp>
      <p:sp>
        <p:nvSpPr>
          <p:cNvPr id="4" name="Footer Placeholder 3">
            <a:extLst>
              <a:ext uri="{FF2B5EF4-FFF2-40B4-BE49-F238E27FC236}">
                <a16:creationId xmlns:a16="http://schemas.microsoft.com/office/drawing/2014/main" id="{7E69A4AF-E0C8-4B4B-8EEC-9B18D20AABA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sz="900"/>
          </a:p>
        </p:txBody>
      </p:sp>
      <p:sp>
        <p:nvSpPr>
          <p:cNvPr id="5" name="Slide Number Placeholder 4">
            <a:extLst>
              <a:ext uri="{FF2B5EF4-FFF2-40B4-BE49-F238E27FC236}">
                <a16:creationId xmlns:a16="http://schemas.microsoft.com/office/drawing/2014/main" id="{A225F37B-567F-4B68-9E7A-44718C7C276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93FDF21-CECB-4149-9559-85C1CAE991E1}" type="slidenum">
              <a:rPr lang="en-US" sz="900" smtClean="0"/>
              <a:t>‹#›</a:t>
            </a:fld>
            <a:endParaRPr lang="en-US" sz="900"/>
          </a:p>
        </p:txBody>
      </p:sp>
    </p:spTree>
    <p:extLst>
      <p:ext uri="{BB962C8B-B14F-4D97-AF65-F5344CB8AC3E}">
        <p14:creationId xmlns:p14="http://schemas.microsoft.com/office/powerpoint/2010/main" val="25023809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900">
                <a:latin typeface="Century Gothic" panose="020B0502020202020204" pitchFamily="34" charset="0"/>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900">
                <a:latin typeface="Century Gothic" panose="020B0502020202020204" pitchFamily="34" charset="0"/>
              </a:defRPr>
            </a:lvl1pPr>
          </a:lstStyle>
          <a:p>
            <a:fld id="{AAF6F7E2-0BCC-415C-898E-B17019296F88}" type="datetimeFigureOut">
              <a:rPr lang="en-US" smtClean="0"/>
              <a:pPr/>
              <a:t>8/14/24</a:t>
            </a:fld>
            <a:endParaRPr lang="en-US"/>
          </a:p>
        </p:txBody>
      </p:sp>
      <p:sp>
        <p:nvSpPr>
          <p:cNvPr id="4" name="Slide Image Placeholder 3"/>
          <p:cNvSpPr>
            <a:spLocks noGrp="1" noRot="1" noChangeAspect="1"/>
          </p:cNvSpPr>
          <p:nvPr>
            <p:ph type="sldImg" idx="2"/>
          </p:nvPr>
        </p:nvSpPr>
        <p:spPr>
          <a:xfrm>
            <a:off x="685800" y="725905"/>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3983455"/>
            <a:ext cx="5486400" cy="443464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900">
                <a:latin typeface="Century Gothic" panose="020B0502020202020204" pitchFamily="34" charset="0"/>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900">
                <a:latin typeface="Century Gothic" panose="020B0502020202020204" pitchFamily="34" charset="0"/>
              </a:defRPr>
            </a:lvl1pPr>
          </a:lstStyle>
          <a:p>
            <a:fld id="{5470BA31-47BF-48E8-B9A3-29FECAA7F110}" type="slidenum">
              <a:rPr lang="en-US" smtClean="0"/>
              <a:pPr/>
              <a:t>‹#›</a:t>
            </a:fld>
            <a:endParaRPr lang="en-US"/>
          </a:p>
        </p:txBody>
      </p:sp>
    </p:spTree>
    <p:extLst>
      <p:ext uri="{BB962C8B-B14F-4D97-AF65-F5344CB8AC3E}">
        <p14:creationId xmlns:p14="http://schemas.microsoft.com/office/powerpoint/2010/main" val="3225591997"/>
      </p:ext>
    </p:extLst>
  </p:cSld>
  <p:clrMap bg1="lt1" tx1="dk1" bg2="lt2" tx2="dk2" accent1="accent1" accent2="accent2" accent3="accent3" accent4="accent4" accent5="accent5" accent6="accent6" hlink="hlink" folHlink="folHlink"/>
  <p:notesStyle>
    <a:lvl1pPr marL="115888" indent="-115888" algn="l" defTabSz="914400" rtl="0" eaLnBrk="1" latinLnBrk="0" hangingPunct="1">
      <a:spcAft>
        <a:spcPts val="300"/>
      </a:spcAft>
      <a:buFont typeface="Arial" panose="020B0604020202020204" pitchFamily="34" charset="0"/>
      <a:buChar char="•"/>
      <a:defRPr sz="1100" kern="1200">
        <a:solidFill>
          <a:schemeClr val="tx1"/>
        </a:solidFill>
        <a:latin typeface="Century Gothic" panose="020B0502020202020204" pitchFamily="34" charset="0"/>
        <a:ea typeface="+mn-ea"/>
        <a:cs typeface="+mn-cs"/>
      </a:defRPr>
    </a:lvl1pPr>
    <a:lvl2pPr marL="284163" indent="-114300" algn="l" defTabSz="914400" rtl="0" eaLnBrk="1" latinLnBrk="0" hangingPunct="1">
      <a:spcAft>
        <a:spcPts val="300"/>
      </a:spcAft>
      <a:buFont typeface="Arial" panose="020B0604020202020204" pitchFamily="34" charset="0"/>
      <a:buChar char="•"/>
      <a:defRPr sz="900" kern="1200">
        <a:solidFill>
          <a:schemeClr val="tx1"/>
        </a:solidFill>
        <a:latin typeface="+mn-lt"/>
        <a:ea typeface="+mn-ea"/>
        <a:cs typeface="+mn-cs"/>
      </a:defRPr>
    </a:lvl2pPr>
    <a:lvl3pPr marL="401638" indent="-57150" algn="l" defTabSz="914400" rtl="0" eaLnBrk="1" latinLnBrk="0" hangingPunct="1">
      <a:spcAft>
        <a:spcPts val="300"/>
      </a:spcAft>
      <a:buFont typeface="Arial" panose="020B0604020202020204" pitchFamily="34" charset="0"/>
      <a:buChar char="•"/>
      <a:defRPr sz="800" kern="1200">
        <a:solidFill>
          <a:schemeClr val="tx1"/>
        </a:solidFill>
        <a:latin typeface="+mn-lt"/>
        <a:ea typeface="+mn-ea"/>
        <a:cs typeface="+mn-cs"/>
      </a:defRPr>
    </a:lvl3pPr>
    <a:lvl4pPr marL="512763" indent="-60325" algn="l" defTabSz="914400" rtl="0" eaLnBrk="1" latinLnBrk="0" hangingPunct="1">
      <a:spcAft>
        <a:spcPts val="300"/>
      </a:spcAft>
      <a:buFont typeface="Arial" panose="020B0604020202020204" pitchFamily="34" charset="0"/>
      <a:buChar char="•"/>
      <a:defRPr sz="700" kern="1200">
        <a:solidFill>
          <a:schemeClr val="tx1"/>
        </a:solidFill>
        <a:latin typeface="+mn-lt"/>
        <a:ea typeface="+mn-ea"/>
        <a:cs typeface="+mn-cs"/>
      </a:defRPr>
    </a:lvl4pPr>
    <a:lvl5pPr marL="630238" indent="-55563" algn="l" defTabSz="914400" rtl="0" eaLnBrk="1" latinLnBrk="0" hangingPunct="1">
      <a:spcAft>
        <a:spcPts val="300"/>
      </a:spcAft>
      <a:buFont typeface="Arial" panose="020B0604020202020204" pitchFamily="34" charset="0"/>
      <a:buChar char="•"/>
      <a:defRPr sz="7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jpe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jpeg"/><Relationship Id="rId1" Type="http://schemas.openxmlformats.org/officeDocument/2006/relationships/slideMaster" Target="../slideMasters/slideMaster1.xml"/><Relationship Id="rId5" Type="http://schemas.openxmlformats.org/officeDocument/2006/relationships/hyperlink" Target="https://bit.ly/BM-PPT" TargetMode="External"/><Relationship Id="rId4" Type="http://schemas.openxmlformats.org/officeDocument/2006/relationships/image" Target="../media/image4.sv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8.jpe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bit.ly/BM-PPT" TargetMode="External"/><Relationship Id="rId2" Type="http://schemas.openxmlformats.org/officeDocument/2006/relationships/image" Target="../media/image10.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11.jpe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3.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18.jpeg"/><Relationship Id="rId1" Type="http://schemas.openxmlformats.org/officeDocument/2006/relationships/slideMaster" Target="../slideMasters/slideMaster1.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19.png"/></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jpe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jpeg"/><Relationship Id="rId1" Type="http://schemas.openxmlformats.org/officeDocument/2006/relationships/slideMaster" Target="../slideMasters/slideMaster1.xml"/><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2.sv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1.jpeg"/><Relationship Id="rId7" Type="http://schemas.openxmlformats.org/officeDocument/2006/relationships/image" Target="../media/image2.svg"/><Relationship Id="rId2" Type="http://schemas.openxmlformats.org/officeDocument/2006/relationships/slideMaster" Target="../slideMasters/slideMaster1.xml"/><Relationship Id="rId1" Type="http://schemas.openxmlformats.org/officeDocument/2006/relationships/tags" Target="../tags/tag1.xml"/><Relationship Id="rId6" Type="http://schemas.openxmlformats.org/officeDocument/2006/relationships/image" Target="../media/image1.png"/><Relationship Id="rId5" Type="http://schemas.openxmlformats.org/officeDocument/2006/relationships/image" Target="../media/image27.svg"/><Relationship Id="rId4" Type="http://schemas.openxmlformats.org/officeDocument/2006/relationships/image" Target="../media/image26.png"/></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9.png"/><Relationship Id="rId1" Type="http://schemas.openxmlformats.org/officeDocument/2006/relationships/slideMaster" Target="../slideMasters/slideMaster1.xml"/><Relationship Id="rId4" Type="http://schemas.openxmlformats.org/officeDocument/2006/relationships/image" Target="../media/image30.sv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bit.ly/AF-PPT" TargetMode="External"/><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bit.ly/AF-PPT" TargetMode="External"/><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hyperlink" Target="https://bit.ly/BM-PPT" TargetMode="External"/><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44.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32.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29.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hyperlink" Target="https://bit.ly/AF-PPT" TargetMode="External"/><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https://bit.ly/BM-PPT" TargetMode="External"/><Relationship Id="rId1" Type="http://schemas.openxmlformats.org/officeDocument/2006/relationships/slideMaster" Target="../slideMasters/slideMaster1.xml"/><Relationship Id="rId5" Type="http://schemas.openxmlformats.org/officeDocument/2006/relationships/image" Target="../media/image34.svg"/><Relationship Id="rId4" Type="http://schemas.openxmlformats.org/officeDocument/2006/relationships/image" Target="../media/image1.pn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hyperlink" Target="https://bit.ly/BM-PPT" TargetMode="External"/><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https://bit.ly/AF-PPT" TargetMode="External"/><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36.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jpe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image" Target="../media/image4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bwMode="blackGray">
      <p:bgPr>
        <a:solidFill>
          <a:schemeClr val="accent1"/>
        </a:solidFill>
        <a:effectLst/>
      </p:bgPr>
    </p:bg>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3BA1F167-56BD-4B77-8666-3D1AD71B61D9}"/>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white">
          <a:xfrm>
            <a:off x="8834371" y="6143438"/>
            <a:ext cx="3020706" cy="459760"/>
          </a:xfrm>
          <a:prstGeom prst="rect">
            <a:avLst/>
          </a:prstGeom>
        </p:spPr>
      </p:pic>
      <p:sp>
        <p:nvSpPr>
          <p:cNvPr id="2" name="Title 1">
            <a:extLst>
              <a:ext uri="{FF2B5EF4-FFF2-40B4-BE49-F238E27FC236}">
                <a16:creationId xmlns:a16="http://schemas.microsoft.com/office/drawing/2014/main" id="{4D86A160-27B7-4B9E-9FF6-494B710B765B}"/>
              </a:ext>
            </a:extLst>
          </p:cNvPr>
          <p:cNvSpPr>
            <a:spLocks noGrp="1"/>
          </p:cNvSpPr>
          <p:nvPr userDrawn="1">
            <p:ph type="ctrTitle" hasCustomPrompt="1"/>
          </p:nvPr>
        </p:nvSpPr>
        <p:spPr bwMode="white">
          <a:xfrm>
            <a:off x="1892255" y="2379203"/>
            <a:ext cx="7968516" cy="1688636"/>
          </a:xfrm>
        </p:spPr>
        <p:txBody>
          <a:bodyPr anchor="b"/>
          <a:lstStyle>
            <a:lvl1pPr algn="l">
              <a:lnSpc>
                <a:spcPct val="80000"/>
              </a:lnSpc>
              <a:defRPr sz="6000" b="1" i="0" cap="all" spc="0" baseline="0">
                <a:solidFill>
                  <a:schemeClr val="tx1">
                    <a:lumMod val="95000"/>
                  </a:schemeClr>
                </a:solidFill>
                <a:latin typeface="+mj-lt"/>
              </a:defRPr>
            </a:lvl1pPr>
          </a:lstStyle>
          <a:p>
            <a:r>
              <a:rPr lang="en-US"/>
              <a:t>Title Slide OPTION 1</a:t>
            </a:r>
          </a:p>
        </p:txBody>
      </p:sp>
      <p:sp>
        <p:nvSpPr>
          <p:cNvPr id="3" name="Subtitle 2">
            <a:extLst>
              <a:ext uri="{FF2B5EF4-FFF2-40B4-BE49-F238E27FC236}">
                <a16:creationId xmlns:a16="http://schemas.microsoft.com/office/drawing/2014/main" id="{99610187-F1A6-49D9-B491-6AF972609DF0}"/>
              </a:ext>
            </a:extLst>
          </p:cNvPr>
          <p:cNvSpPr>
            <a:spLocks noGrp="1"/>
          </p:cNvSpPr>
          <p:nvPr userDrawn="1">
            <p:ph type="subTitle" idx="1" hasCustomPrompt="1"/>
          </p:nvPr>
        </p:nvSpPr>
        <p:spPr bwMode="white">
          <a:xfrm>
            <a:off x="1932840" y="4175887"/>
            <a:ext cx="2295940" cy="467139"/>
          </a:xfrm>
        </p:spPr>
        <p:txBody>
          <a:bodyPr/>
          <a:lstStyle>
            <a:lvl1pPr marL="0" indent="0" algn="l">
              <a:spcBef>
                <a:spcPts val="0"/>
              </a:spcBef>
              <a:buNone/>
              <a:defRPr sz="1200" b="1" cap="all" baseline="0">
                <a:solidFill>
                  <a:schemeClr val="tx1">
                    <a:lumMod val="9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Date and/or </a:t>
            </a:r>
            <a:br>
              <a:rPr lang="en-US"/>
            </a:br>
            <a:r>
              <a:rPr lang="en-US"/>
              <a:t>Presenter name</a:t>
            </a:r>
          </a:p>
        </p:txBody>
      </p:sp>
      <p:pic>
        <p:nvPicPr>
          <p:cNvPr id="6" name="Picture 5">
            <a:extLst>
              <a:ext uri="{FF2B5EF4-FFF2-40B4-BE49-F238E27FC236}">
                <a16:creationId xmlns:a16="http://schemas.microsoft.com/office/drawing/2014/main" id="{EFB9ECE2-5163-9D04-E983-0F2B0EE4E4BB}"/>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69692" r="-270"/>
          <a:stretch/>
        </p:blipFill>
        <p:spPr>
          <a:xfrm>
            <a:off x="0" y="0"/>
            <a:ext cx="1572768" cy="6858000"/>
          </a:xfrm>
          <a:prstGeom prst="rect">
            <a:avLst/>
          </a:prstGeom>
        </p:spPr>
      </p:pic>
    </p:spTree>
    <p:extLst>
      <p:ext uri="{BB962C8B-B14F-4D97-AF65-F5344CB8AC3E}">
        <p14:creationId xmlns:p14="http://schemas.microsoft.com/office/powerpoint/2010/main" val="23017340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Option 2">
    <p:bg bwMode="blackGray">
      <p:bgPr>
        <a:solidFill>
          <a:schemeClr val="accent1"/>
        </a:solidFill>
        <a:effectLst/>
      </p:bgPr>
    </p:bg>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3BA1F167-56BD-4B77-8666-3D1AD71B61D9}"/>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white">
          <a:xfrm>
            <a:off x="8834371" y="6143438"/>
            <a:ext cx="3020706" cy="459760"/>
          </a:xfrm>
          <a:prstGeom prst="rect">
            <a:avLst/>
          </a:prstGeom>
        </p:spPr>
      </p:pic>
      <p:sp>
        <p:nvSpPr>
          <p:cNvPr id="2" name="Title 1">
            <a:extLst>
              <a:ext uri="{FF2B5EF4-FFF2-40B4-BE49-F238E27FC236}">
                <a16:creationId xmlns:a16="http://schemas.microsoft.com/office/drawing/2014/main" id="{4D86A160-27B7-4B9E-9FF6-494B710B765B}"/>
              </a:ext>
            </a:extLst>
          </p:cNvPr>
          <p:cNvSpPr>
            <a:spLocks noGrp="1"/>
          </p:cNvSpPr>
          <p:nvPr userDrawn="1">
            <p:ph type="ctrTitle" hasCustomPrompt="1"/>
          </p:nvPr>
        </p:nvSpPr>
        <p:spPr bwMode="white">
          <a:xfrm>
            <a:off x="1892255" y="2379203"/>
            <a:ext cx="7968516" cy="1688636"/>
          </a:xfrm>
        </p:spPr>
        <p:txBody>
          <a:bodyPr anchor="b"/>
          <a:lstStyle>
            <a:lvl1pPr algn="l">
              <a:lnSpc>
                <a:spcPct val="80000"/>
              </a:lnSpc>
              <a:defRPr sz="6000" b="1" i="0" cap="all" spc="0" baseline="0">
                <a:solidFill>
                  <a:schemeClr val="tx1">
                    <a:lumMod val="95000"/>
                  </a:schemeClr>
                </a:solidFill>
                <a:latin typeface="+mj-lt"/>
              </a:defRPr>
            </a:lvl1pPr>
          </a:lstStyle>
          <a:p>
            <a:r>
              <a:rPr lang="en-US"/>
              <a:t>Title Slide Option 2</a:t>
            </a:r>
          </a:p>
        </p:txBody>
      </p:sp>
      <p:sp>
        <p:nvSpPr>
          <p:cNvPr id="3" name="Subtitle 2">
            <a:extLst>
              <a:ext uri="{FF2B5EF4-FFF2-40B4-BE49-F238E27FC236}">
                <a16:creationId xmlns:a16="http://schemas.microsoft.com/office/drawing/2014/main" id="{99610187-F1A6-49D9-B491-6AF972609DF0}"/>
              </a:ext>
            </a:extLst>
          </p:cNvPr>
          <p:cNvSpPr>
            <a:spLocks noGrp="1"/>
          </p:cNvSpPr>
          <p:nvPr userDrawn="1">
            <p:ph type="subTitle" idx="1" hasCustomPrompt="1"/>
          </p:nvPr>
        </p:nvSpPr>
        <p:spPr bwMode="white">
          <a:xfrm>
            <a:off x="1932840" y="4175887"/>
            <a:ext cx="2295940" cy="467139"/>
          </a:xfrm>
        </p:spPr>
        <p:txBody>
          <a:bodyPr/>
          <a:lstStyle>
            <a:lvl1pPr marL="0" indent="0" algn="l">
              <a:spcBef>
                <a:spcPts val="0"/>
              </a:spcBef>
              <a:buNone/>
              <a:defRPr sz="1200" b="1" cap="all" baseline="0">
                <a:solidFill>
                  <a:schemeClr val="tx1">
                    <a:lumMod val="9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Date and/or </a:t>
            </a:r>
            <a:br>
              <a:rPr lang="en-US"/>
            </a:br>
            <a:r>
              <a:rPr lang="en-US"/>
              <a:t>Presenter name</a:t>
            </a:r>
          </a:p>
        </p:txBody>
      </p:sp>
      <p:pic>
        <p:nvPicPr>
          <p:cNvPr id="5" name="Picture 4">
            <a:extLst>
              <a:ext uri="{FF2B5EF4-FFF2-40B4-BE49-F238E27FC236}">
                <a16:creationId xmlns:a16="http://schemas.microsoft.com/office/drawing/2014/main" id="{D12329B9-DD17-CA63-4289-7F63494F647E}"/>
              </a:ext>
            </a:extLst>
          </p:cNvPr>
          <p:cNvPicPr>
            <a:picLocks noChangeAspect="1"/>
          </p:cNvPicPr>
          <p:nvPr userDrawn="1"/>
        </p:nvPicPr>
        <p:blipFill>
          <a:blip r:embed="rId4"/>
          <a:stretch>
            <a:fillRect/>
          </a:stretch>
        </p:blipFill>
        <p:spPr>
          <a:xfrm flipV="1">
            <a:off x="0" y="0"/>
            <a:ext cx="1572768" cy="6858000"/>
          </a:xfrm>
          <a:prstGeom prst="rect">
            <a:avLst/>
          </a:prstGeom>
        </p:spPr>
      </p:pic>
    </p:spTree>
    <p:extLst>
      <p:ext uri="{BB962C8B-B14F-4D97-AF65-F5344CB8AC3E}">
        <p14:creationId xmlns:p14="http://schemas.microsoft.com/office/powerpoint/2010/main" val="17495916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Option 3">
    <p:bg bwMode="blackGray">
      <p:bgPr>
        <a:solidFill>
          <a:schemeClr val="accent2"/>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2BA1D67-94EA-C52D-5C55-E91F520335B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0"/>
            <a:ext cx="12191998" cy="6857999"/>
          </a:xfrm>
          <a:prstGeom prst="rect">
            <a:avLst/>
          </a:prstGeom>
        </p:spPr>
      </p:pic>
      <p:sp>
        <p:nvSpPr>
          <p:cNvPr id="16" name="Rectangle 15">
            <a:extLst>
              <a:ext uri="{FF2B5EF4-FFF2-40B4-BE49-F238E27FC236}">
                <a16:creationId xmlns:a16="http://schemas.microsoft.com/office/drawing/2014/main" id="{78902215-CAB0-FE3E-6DF6-4E886AE6C650}"/>
              </a:ext>
            </a:extLst>
          </p:cNvPr>
          <p:cNvSpPr/>
          <p:nvPr userDrawn="1"/>
        </p:nvSpPr>
        <p:spPr>
          <a:xfrm>
            <a:off x="0" y="626806"/>
            <a:ext cx="12192000" cy="5604387"/>
          </a:xfrm>
          <a:prstGeom prst="rect">
            <a:avLst/>
          </a:prstGeom>
          <a:solidFill>
            <a:srgbClr val="6E38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17" name="Title 1">
            <a:extLst>
              <a:ext uri="{FF2B5EF4-FFF2-40B4-BE49-F238E27FC236}">
                <a16:creationId xmlns:a16="http://schemas.microsoft.com/office/drawing/2014/main" id="{D0C7D952-3A0A-3DB9-9D96-7BBCA01A9217}"/>
              </a:ext>
            </a:extLst>
          </p:cNvPr>
          <p:cNvSpPr>
            <a:spLocks noGrp="1"/>
          </p:cNvSpPr>
          <p:nvPr>
            <p:ph type="ctrTitle" hasCustomPrompt="1"/>
          </p:nvPr>
        </p:nvSpPr>
        <p:spPr bwMode="white">
          <a:xfrm>
            <a:off x="5762309" y="1993261"/>
            <a:ext cx="5006913" cy="2387053"/>
          </a:xfrm>
        </p:spPr>
        <p:txBody>
          <a:bodyPr anchor="b"/>
          <a:lstStyle>
            <a:lvl1pPr algn="l">
              <a:lnSpc>
                <a:spcPct val="80000"/>
              </a:lnSpc>
              <a:defRPr sz="6000" b="1" i="0" cap="all" spc="0" baseline="0">
                <a:solidFill>
                  <a:schemeClr val="tx1">
                    <a:lumMod val="95000"/>
                  </a:schemeClr>
                </a:solidFill>
                <a:latin typeface="+mj-lt"/>
              </a:defRPr>
            </a:lvl1pPr>
          </a:lstStyle>
          <a:p>
            <a:r>
              <a:rPr lang="en-US"/>
              <a:t>TITLE SLIDE OPTION 3</a:t>
            </a:r>
          </a:p>
        </p:txBody>
      </p:sp>
      <p:sp>
        <p:nvSpPr>
          <p:cNvPr id="18" name="Subtitle 2">
            <a:extLst>
              <a:ext uri="{FF2B5EF4-FFF2-40B4-BE49-F238E27FC236}">
                <a16:creationId xmlns:a16="http://schemas.microsoft.com/office/drawing/2014/main" id="{8D221A62-5C6A-EA86-8CF3-17DDB982C4B0}"/>
              </a:ext>
            </a:extLst>
          </p:cNvPr>
          <p:cNvSpPr>
            <a:spLocks noGrp="1"/>
          </p:cNvSpPr>
          <p:nvPr>
            <p:ph type="subTitle" idx="1" hasCustomPrompt="1"/>
          </p:nvPr>
        </p:nvSpPr>
        <p:spPr bwMode="white">
          <a:xfrm>
            <a:off x="5802894" y="4488362"/>
            <a:ext cx="2295940" cy="467139"/>
          </a:xfrm>
        </p:spPr>
        <p:txBody>
          <a:bodyPr/>
          <a:lstStyle>
            <a:lvl1pPr marL="0" indent="0" algn="l">
              <a:spcBef>
                <a:spcPts val="0"/>
              </a:spcBef>
              <a:buNone/>
              <a:defRPr sz="1200" b="1" cap="all" baseline="0">
                <a:solidFill>
                  <a:schemeClr val="tx1">
                    <a:lumMod val="9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Date and/or </a:t>
            </a:r>
            <a:br>
              <a:rPr lang="en-US"/>
            </a:br>
            <a:r>
              <a:rPr lang="en-US"/>
              <a:t>Presenter name</a:t>
            </a:r>
          </a:p>
        </p:txBody>
      </p:sp>
      <p:pic>
        <p:nvPicPr>
          <p:cNvPr id="21" name="Graphic 20">
            <a:extLst>
              <a:ext uri="{FF2B5EF4-FFF2-40B4-BE49-F238E27FC236}">
                <a16:creationId xmlns:a16="http://schemas.microsoft.com/office/drawing/2014/main" id="{3835D876-733F-5EE7-319F-98FB81776389}"/>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bwMode="white">
          <a:xfrm>
            <a:off x="8720662" y="5536856"/>
            <a:ext cx="3020706" cy="459760"/>
          </a:xfrm>
          <a:prstGeom prst="rect">
            <a:avLst/>
          </a:prstGeom>
        </p:spPr>
      </p:pic>
      <p:sp>
        <p:nvSpPr>
          <p:cNvPr id="20" name="Picture Placeholder 4">
            <a:extLst>
              <a:ext uri="{FF2B5EF4-FFF2-40B4-BE49-F238E27FC236}">
                <a16:creationId xmlns:a16="http://schemas.microsoft.com/office/drawing/2014/main" id="{777FAC52-4B8C-8F34-652E-B166AB050DC7}"/>
              </a:ext>
            </a:extLst>
          </p:cNvPr>
          <p:cNvSpPr>
            <a:spLocks noGrp="1"/>
          </p:cNvSpPr>
          <p:nvPr>
            <p:ph type="pic" sz="quarter" idx="10" hasCustomPrompt="1"/>
          </p:nvPr>
        </p:nvSpPr>
        <p:spPr>
          <a:xfrm>
            <a:off x="-1" y="0"/>
            <a:ext cx="4927600" cy="6858000"/>
          </a:xfrm>
          <a:prstGeom prst="rect">
            <a:avLst/>
          </a:prstGeom>
          <a:ln>
            <a:noFill/>
          </a:ln>
        </p:spPr>
        <p:txBody>
          <a:bodyPr bIns="822960" anchor="ctr"/>
          <a:lstStyle>
            <a:lvl1pPr marL="0" indent="0" algn="ctr">
              <a:buNone/>
              <a:defRPr/>
            </a:lvl1pPr>
          </a:lstStyle>
          <a:p>
            <a:r>
              <a:rPr lang="en-US"/>
              <a:t>Click the Icon to Insert Image</a:t>
            </a:r>
          </a:p>
        </p:txBody>
      </p:sp>
      <p:sp>
        <p:nvSpPr>
          <p:cNvPr id="10" name="TextBox 9">
            <a:extLst>
              <a:ext uri="{FF2B5EF4-FFF2-40B4-BE49-F238E27FC236}">
                <a16:creationId xmlns:a16="http://schemas.microsoft.com/office/drawing/2014/main" id="{9F9D70AC-D8FF-462D-9825-7286BEBF1923}"/>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2D2926"/>
                </a:solidFill>
                <a:effectLst/>
                <a:uLnTx/>
                <a:uFillTx/>
              </a:rPr>
              <a:t>TEMPLATE NOTES </a:t>
            </a:r>
            <a:br>
              <a:rPr kumimoji="0" lang="en-US" sz="900" b="1" i="0" u="none" strike="noStrike" kern="0" cap="none" spc="0" normalizeH="0" baseline="0" noProof="0">
                <a:ln>
                  <a:noFill/>
                </a:ln>
                <a:solidFill>
                  <a:srgbClr val="2D2926"/>
                </a:solidFill>
                <a:effectLst/>
                <a:uLnTx/>
                <a:uFillTx/>
              </a:rPr>
            </a:br>
            <a:r>
              <a:rPr kumimoji="0" lang="en-US" sz="900" b="0" i="1" u="none" strike="noStrike" kern="0" cap="none" spc="0" normalizeH="0" baseline="0" noProof="0">
                <a:ln>
                  <a:noFill/>
                </a:ln>
                <a:solidFill>
                  <a:srgbClr val="2D2926"/>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2D2926"/>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2D2926"/>
                </a:solidFill>
                <a:effectLst/>
                <a:uLnTx/>
                <a:uFillTx/>
              </a:rPr>
              <a:t>For a library of presentation-ready images, visit the library on SharePoint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Marketing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Documents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Design Resources &gt;  PowerPoint Templates &gt; Anytime Fitness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PPT Image Library.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Or, simply type in this URL: </a:t>
            </a:r>
            <a:r>
              <a:rPr kumimoji="0" lang="en-US" sz="900" b="0" i="0" u="none" strike="noStrike" kern="0" cap="none" spc="0" normalizeH="0" baseline="0" noProof="0">
                <a:ln>
                  <a:noFill/>
                </a:ln>
                <a:solidFill>
                  <a:srgbClr val="FF9800"/>
                </a:solidFill>
                <a:effectLst/>
                <a:uLnTx/>
                <a:uFillTx/>
                <a:hlinkClick r:id="rId5">
                  <a:extLst>
                    <a:ext uri="{A12FA001-AC4F-418D-AE19-62706E023703}">
                      <ahyp:hlinkClr xmlns:ahyp="http://schemas.microsoft.com/office/drawing/2018/hyperlinkcolor" val="tx"/>
                    </a:ext>
                  </a:extLst>
                </a:hlinkClick>
              </a:rPr>
              <a:t>bit.ly/AF-PPT</a:t>
            </a:r>
            <a:r>
              <a:rPr kumimoji="0" lang="en-US" sz="900" b="0" i="0" u="none" strike="noStrike" kern="0" cap="none" spc="0" normalizeH="0" baseline="0" noProof="0">
                <a:ln>
                  <a:noFill/>
                </a:ln>
                <a:solidFill>
                  <a:srgbClr val="FF9800"/>
                </a:solidFill>
                <a:effectLst/>
                <a:uLnTx/>
                <a:uFillTx/>
              </a:rPr>
              <a:t> </a:t>
            </a:r>
            <a:endParaRPr kumimoji="0" lang="en-US" sz="900" b="0" i="1" u="none" strike="noStrike" kern="0" cap="none" spc="0" normalizeH="0" baseline="0" noProof="0">
              <a:ln>
                <a:noFill/>
              </a:ln>
              <a:solidFill>
                <a:srgbClr val="FF98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2D2926"/>
              </a:solidFill>
              <a:effectLst/>
              <a:uLnTx/>
              <a:uFillTx/>
            </a:endParaRPr>
          </a:p>
        </p:txBody>
      </p:sp>
      <p:sp>
        <p:nvSpPr>
          <p:cNvPr id="19" name="TextBox 18">
            <a:extLst>
              <a:ext uri="{FF2B5EF4-FFF2-40B4-BE49-F238E27FC236}">
                <a16:creationId xmlns:a16="http://schemas.microsoft.com/office/drawing/2014/main" id="{BDD7568E-CB3A-DCFC-9AB9-F9930F412855}"/>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2D2926"/>
                </a:solidFill>
                <a:effectLst/>
                <a:uLnTx/>
                <a:uFillTx/>
              </a:rPr>
              <a:t>TEMPLATE NOTES </a:t>
            </a:r>
            <a:br>
              <a:rPr kumimoji="0" lang="en-US" sz="900" b="1" i="0" u="none" strike="noStrike" kern="0" cap="none" spc="0" normalizeH="0" baseline="0" noProof="0">
                <a:ln>
                  <a:noFill/>
                </a:ln>
                <a:solidFill>
                  <a:srgbClr val="2D2926"/>
                </a:solidFill>
                <a:effectLst/>
                <a:uLnTx/>
                <a:uFillTx/>
              </a:rPr>
            </a:br>
            <a:r>
              <a:rPr kumimoji="0" lang="en-US" sz="900" b="0" i="1" u="none" strike="noStrike" kern="0" cap="none" spc="0" normalizeH="0" baseline="0" noProof="0">
                <a:ln>
                  <a:noFill/>
                </a:ln>
                <a:solidFill>
                  <a:srgbClr val="2D2926"/>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2D2926"/>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2D2926"/>
                </a:solidFill>
                <a:effectLst/>
                <a:uLnTx/>
                <a:uFillTx/>
              </a:rPr>
              <a:t>For a library of presentation-ready images, visit the library on SharePoint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Marketing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Documents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Design Resources &gt;  PowerPoint Templates &gt; Anytime Fitness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PPT Image Library.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Or, simply type in this URL: </a:t>
            </a:r>
            <a:r>
              <a:rPr kumimoji="0" lang="en-US" sz="900" b="0" i="0" u="none" strike="noStrike" kern="0" cap="none" spc="0" normalizeH="0" baseline="0" noProof="0">
                <a:ln>
                  <a:noFill/>
                </a:ln>
                <a:solidFill>
                  <a:srgbClr val="FF9800"/>
                </a:solidFill>
                <a:effectLst/>
                <a:uLnTx/>
                <a:uFillTx/>
                <a:hlinkClick r:id="rId5">
                  <a:extLst>
                    <a:ext uri="{A12FA001-AC4F-418D-AE19-62706E023703}">
                      <ahyp:hlinkClr xmlns:ahyp="http://schemas.microsoft.com/office/drawing/2018/hyperlinkcolor" val="tx"/>
                    </a:ext>
                  </a:extLst>
                </a:hlinkClick>
              </a:rPr>
              <a:t>bit.ly/AF-PPT</a:t>
            </a:r>
            <a:r>
              <a:rPr kumimoji="0" lang="en-US" sz="900" b="0" i="0" u="none" strike="noStrike" kern="0" cap="none" spc="0" normalizeH="0" baseline="0" noProof="0">
                <a:ln>
                  <a:noFill/>
                </a:ln>
                <a:solidFill>
                  <a:srgbClr val="FF9800"/>
                </a:solidFill>
                <a:effectLst/>
                <a:uLnTx/>
                <a:uFillTx/>
              </a:rPr>
              <a:t> </a:t>
            </a:r>
            <a:endParaRPr kumimoji="0" lang="en-US" sz="900" b="0" i="1" u="none" strike="noStrike" kern="0" cap="none" spc="0" normalizeH="0" baseline="0" noProof="0">
              <a:ln>
                <a:noFill/>
              </a:ln>
              <a:solidFill>
                <a:srgbClr val="FF98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2D2926"/>
              </a:solidFill>
              <a:effectLst/>
              <a:uLnTx/>
              <a:uFillTx/>
            </a:endParaRPr>
          </a:p>
        </p:txBody>
      </p:sp>
    </p:spTree>
    <p:extLst>
      <p:ext uri="{BB962C8B-B14F-4D97-AF65-F5344CB8AC3E}">
        <p14:creationId xmlns:p14="http://schemas.microsoft.com/office/powerpoint/2010/main" val="7185679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Option 4">
    <p:bg bwMode="blackGray">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DBE3CDF-161F-4F63-B869-C988AD61EC40}"/>
              </a:ext>
            </a:extLst>
          </p:cNvPr>
          <p:cNvSpPr/>
          <p:nvPr userDrawn="1"/>
        </p:nvSpPr>
        <p:spPr bwMode="white">
          <a:xfrm>
            <a:off x="-1" y="0"/>
            <a:ext cx="12192001" cy="6857999"/>
          </a:xfrm>
          <a:prstGeom prst="rect">
            <a:avLst/>
          </a:prstGeom>
          <a:gradFill flip="none" rotWithShape="1">
            <a:gsLst>
              <a:gs pos="45000">
                <a:schemeClr val="bg2">
                  <a:alpha val="0"/>
                </a:schemeClr>
              </a:gs>
              <a:gs pos="99000">
                <a:schemeClr val="bg2">
                  <a:alpha val="71792"/>
                </a:schemeClr>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D86A160-27B7-4B9E-9FF6-494B710B765B}"/>
              </a:ext>
            </a:extLst>
          </p:cNvPr>
          <p:cNvSpPr>
            <a:spLocks noGrp="1"/>
          </p:cNvSpPr>
          <p:nvPr userDrawn="1">
            <p:ph type="ctrTitle" hasCustomPrompt="1"/>
          </p:nvPr>
        </p:nvSpPr>
        <p:spPr bwMode="white">
          <a:xfrm>
            <a:off x="992604" y="1993261"/>
            <a:ext cx="5006913" cy="2387053"/>
          </a:xfrm>
        </p:spPr>
        <p:txBody>
          <a:bodyPr anchor="b"/>
          <a:lstStyle>
            <a:lvl1pPr algn="l">
              <a:lnSpc>
                <a:spcPct val="80000"/>
              </a:lnSpc>
              <a:defRPr sz="6000" b="1" i="0" cap="all" spc="0" baseline="0">
                <a:solidFill>
                  <a:schemeClr val="tx1"/>
                </a:solidFill>
                <a:latin typeface="+mj-lt"/>
              </a:defRPr>
            </a:lvl1pPr>
          </a:lstStyle>
          <a:p>
            <a:r>
              <a:rPr lang="en-US"/>
              <a:t>TITLE SLIDE OPTION 4</a:t>
            </a:r>
          </a:p>
        </p:txBody>
      </p:sp>
      <p:sp>
        <p:nvSpPr>
          <p:cNvPr id="3" name="Subtitle 2">
            <a:extLst>
              <a:ext uri="{FF2B5EF4-FFF2-40B4-BE49-F238E27FC236}">
                <a16:creationId xmlns:a16="http://schemas.microsoft.com/office/drawing/2014/main" id="{99610187-F1A6-49D9-B491-6AF972609DF0}"/>
              </a:ext>
            </a:extLst>
          </p:cNvPr>
          <p:cNvSpPr>
            <a:spLocks noGrp="1"/>
          </p:cNvSpPr>
          <p:nvPr userDrawn="1">
            <p:ph type="subTitle" idx="1" hasCustomPrompt="1"/>
          </p:nvPr>
        </p:nvSpPr>
        <p:spPr bwMode="white">
          <a:xfrm>
            <a:off x="1033189" y="4488362"/>
            <a:ext cx="2295940" cy="467139"/>
          </a:xfrm>
        </p:spPr>
        <p:txBody>
          <a:bodyPr/>
          <a:lstStyle>
            <a:lvl1pPr marL="0" indent="0" algn="l">
              <a:spcBef>
                <a:spcPts val="0"/>
              </a:spcBef>
              <a:buNone/>
              <a:defRPr sz="1200" b="1" cap="all"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Date and/or </a:t>
            </a:r>
            <a:br>
              <a:rPr lang="en-US"/>
            </a:br>
            <a:r>
              <a:rPr lang="en-US"/>
              <a:t>Presenter name</a:t>
            </a:r>
          </a:p>
        </p:txBody>
      </p:sp>
      <p:sp>
        <p:nvSpPr>
          <p:cNvPr id="9" name="TextBox 8">
            <a:extLst>
              <a:ext uri="{FF2B5EF4-FFF2-40B4-BE49-F238E27FC236}">
                <a16:creationId xmlns:a16="http://schemas.microsoft.com/office/drawing/2014/main" id="{AB44BF94-F536-426E-A3E5-B1F662975588}"/>
              </a:ext>
            </a:extLst>
          </p:cNvPr>
          <p:cNvSpPr txBox="1"/>
          <p:nvPr userDrawn="1"/>
        </p:nvSpPr>
        <p:spPr>
          <a:xfrm>
            <a:off x="-1377387" y="5251"/>
            <a:ext cx="1319384" cy="2908489"/>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161614"/>
                </a:solidFill>
                <a:effectLst/>
                <a:uLnTx/>
                <a:uFillTx/>
              </a:rPr>
              <a:t>TEMPLATE NOTES </a:t>
            </a:r>
            <a:br>
              <a:rPr kumimoji="0" lang="en-US" sz="900" b="1" i="0" u="none" strike="noStrike" kern="0" cap="none" spc="0" normalizeH="0" baseline="0" noProof="0">
                <a:ln>
                  <a:noFill/>
                </a:ln>
                <a:solidFill>
                  <a:srgbClr val="161614"/>
                </a:solidFill>
                <a:effectLst/>
                <a:uLnTx/>
                <a:uFillTx/>
              </a:rPr>
            </a:br>
            <a:r>
              <a:rPr kumimoji="0" lang="en-US" sz="900" b="0" i="1" u="none" strike="noStrike" kern="0" cap="none" spc="0" normalizeH="0" baseline="0" noProof="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61614"/>
                </a:solidFill>
                <a:effectLst/>
                <a:uLnTx/>
                <a:uFillTx/>
              </a:rPr>
              <a:t>To change the image, right-click on the image and choose “Format Background.” Select Picture or Texture Fill. Select a Full-Image-Slide approved image from the library on SharePoint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Marketing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Documents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Design Resources &gt;  PowerPoint Templates &gt; </a:t>
            </a:r>
            <a:r>
              <a:rPr lang="en-US" sz="900">
                <a:solidFill>
                  <a:schemeClr val="bg1"/>
                </a:solidFill>
              </a:rPr>
              <a:t>Anytime Fitness </a:t>
            </a:r>
            <a:r>
              <a:rPr kumimoji="0" lang="en-US" sz="900" b="0" i="0" u="none" strike="noStrike" kern="0" cap="none" spc="0" normalizeH="0" baseline="0" noProof="0">
                <a:ln>
                  <a:noFill/>
                </a:ln>
                <a:solidFill>
                  <a:srgbClr val="161614"/>
                </a:solidFill>
                <a:effectLst/>
                <a:uLnTx/>
                <a:uFillTx/>
              </a:rPr>
              <a:t>&gt;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PPT Image Library.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Or, simply type in this URL: </a:t>
            </a:r>
            <a:r>
              <a:rPr lang="en-US" sz="900">
                <a:hlinkClick r:id="rId3"/>
              </a:rPr>
              <a:t>bit.ly/AF-PPT</a:t>
            </a:r>
            <a:r>
              <a:rPr lang="en-US" sz="900"/>
              <a:t> </a:t>
            </a:r>
            <a:endParaRPr lang="en-US" sz="900" i="1"/>
          </a:p>
        </p:txBody>
      </p:sp>
      <p:pic>
        <p:nvPicPr>
          <p:cNvPr id="4" name="Graphic 3">
            <a:extLst>
              <a:ext uri="{FF2B5EF4-FFF2-40B4-BE49-F238E27FC236}">
                <a16:creationId xmlns:a16="http://schemas.microsoft.com/office/drawing/2014/main" id="{BCD01388-6E36-28FA-E617-B1D9179283BE}"/>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bwMode="white">
          <a:xfrm>
            <a:off x="7848253" y="6143438"/>
            <a:ext cx="3020706" cy="459760"/>
          </a:xfrm>
          <a:prstGeom prst="rect">
            <a:avLst/>
          </a:prstGeom>
        </p:spPr>
      </p:pic>
      <p:pic>
        <p:nvPicPr>
          <p:cNvPr id="6" name="Picture 5">
            <a:extLst>
              <a:ext uri="{FF2B5EF4-FFF2-40B4-BE49-F238E27FC236}">
                <a16:creationId xmlns:a16="http://schemas.microsoft.com/office/drawing/2014/main" id="{E31BDC9C-971B-5308-1AB6-187EEC2E2D2B}"/>
              </a:ext>
            </a:extLst>
          </p:cNvPr>
          <p:cNvPicPr>
            <a:picLocks noChangeAspect="1"/>
          </p:cNvPicPr>
          <p:nvPr userDrawn="1"/>
        </p:nvPicPr>
        <p:blipFill rotWithShape="1">
          <a:blip r:embed="rId6">
            <a:extLst>
              <a:ext uri="{28A0092B-C50C-407E-A947-70E740481C1C}">
                <a14:useLocalDpi xmlns:a14="http://schemas.microsoft.com/office/drawing/2010/main" val="0"/>
              </a:ext>
            </a:extLst>
          </a:blip>
          <a:srcRect l="36305" t="19203" b="66164"/>
          <a:stretch/>
        </p:blipFill>
        <p:spPr>
          <a:xfrm rot="5400000">
            <a:off x="8281594" y="2947593"/>
            <a:ext cx="6857999" cy="962812"/>
          </a:xfrm>
          <a:prstGeom prst="rect">
            <a:avLst/>
          </a:prstGeom>
        </p:spPr>
      </p:pic>
    </p:spTree>
    <p:extLst>
      <p:ext uri="{BB962C8B-B14F-4D97-AF65-F5344CB8AC3E}">
        <p14:creationId xmlns:p14="http://schemas.microsoft.com/office/powerpoint/2010/main" val="41483163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Option 5">
    <p:bg bwMode="blackGray">
      <p:bgPr>
        <a:gradFill flip="none" rotWithShape="1">
          <a:gsLst>
            <a:gs pos="0">
              <a:schemeClr val="tx2"/>
            </a:gs>
            <a:gs pos="100000">
              <a:schemeClr val="accent2">
                <a:alpha val="77000"/>
              </a:schemeClr>
            </a:gs>
          </a:gsLst>
          <a:lin ang="8100000" scaled="1"/>
          <a:tileRect/>
        </a:gra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73975AB-C39D-F113-67A8-53AE25E554FE}"/>
              </a:ext>
            </a:extLst>
          </p:cNvPr>
          <p:cNvPicPr>
            <a:picLocks noChangeAspect="1"/>
          </p:cNvPicPr>
          <p:nvPr userDrawn="1"/>
        </p:nvPicPr>
        <p:blipFill>
          <a:blip r:embed="rId2">
            <a:extLst>
              <a:ext uri="{28A0092B-C50C-407E-A947-70E740481C1C}">
                <a14:useLocalDpi xmlns:a14="http://schemas.microsoft.com/office/drawing/2010/main" val="0"/>
              </a:ext>
            </a:extLst>
          </a:blip>
          <a:srcRect t="7812" b="7812"/>
          <a:stretch/>
        </p:blipFill>
        <p:spPr>
          <a:xfrm>
            <a:off x="0" y="0"/>
            <a:ext cx="12192000" cy="6858000"/>
          </a:xfrm>
          <a:prstGeom prst="rect">
            <a:avLst/>
          </a:prstGeom>
        </p:spPr>
      </p:pic>
      <p:sp>
        <p:nvSpPr>
          <p:cNvPr id="8" name="Rectangle 7">
            <a:extLst>
              <a:ext uri="{FF2B5EF4-FFF2-40B4-BE49-F238E27FC236}">
                <a16:creationId xmlns:a16="http://schemas.microsoft.com/office/drawing/2014/main" id="{A01D818B-3B83-4D74-85EC-C99BA16330A0}"/>
              </a:ext>
            </a:extLst>
          </p:cNvPr>
          <p:cNvSpPr/>
          <p:nvPr userDrawn="1"/>
        </p:nvSpPr>
        <p:spPr>
          <a:xfrm>
            <a:off x="663146" y="626806"/>
            <a:ext cx="11528854" cy="56043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11" name="Title 1">
            <a:extLst>
              <a:ext uri="{FF2B5EF4-FFF2-40B4-BE49-F238E27FC236}">
                <a16:creationId xmlns:a16="http://schemas.microsoft.com/office/drawing/2014/main" id="{FC7F0163-9D9F-91BB-815C-830A872A05A9}"/>
              </a:ext>
            </a:extLst>
          </p:cNvPr>
          <p:cNvSpPr>
            <a:spLocks noGrp="1"/>
          </p:cNvSpPr>
          <p:nvPr>
            <p:ph type="ctrTitle" hasCustomPrompt="1"/>
          </p:nvPr>
        </p:nvSpPr>
        <p:spPr bwMode="white">
          <a:xfrm>
            <a:off x="1035564" y="1465723"/>
            <a:ext cx="5006913" cy="2387053"/>
          </a:xfrm>
        </p:spPr>
        <p:txBody>
          <a:bodyPr anchor="b"/>
          <a:lstStyle>
            <a:lvl1pPr algn="l">
              <a:lnSpc>
                <a:spcPct val="80000"/>
              </a:lnSpc>
              <a:defRPr sz="6000" b="1" i="0" cap="all" spc="0" baseline="0">
                <a:solidFill>
                  <a:schemeClr val="tx1">
                    <a:lumMod val="95000"/>
                  </a:schemeClr>
                </a:solidFill>
                <a:latin typeface="+mj-lt"/>
              </a:defRPr>
            </a:lvl1pPr>
          </a:lstStyle>
          <a:p>
            <a:r>
              <a:rPr lang="en-US"/>
              <a:t>TITLE SLIDE OPTION 5</a:t>
            </a:r>
          </a:p>
        </p:txBody>
      </p:sp>
      <p:sp>
        <p:nvSpPr>
          <p:cNvPr id="12" name="Subtitle 2">
            <a:extLst>
              <a:ext uri="{FF2B5EF4-FFF2-40B4-BE49-F238E27FC236}">
                <a16:creationId xmlns:a16="http://schemas.microsoft.com/office/drawing/2014/main" id="{C8218589-BB24-711A-CE8D-82F347A48447}"/>
              </a:ext>
            </a:extLst>
          </p:cNvPr>
          <p:cNvSpPr>
            <a:spLocks noGrp="1"/>
          </p:cNvSpPr>
          <p:nvPr>
            <p:ph type="subTitle" idx="1" hasCustomPrompt="1"/>
          </p:nvPr>
        </p:nvSpPr>
        <p:spPr bwMode="white">
          <a:xfrm>
            <a:off x="1058564" y="3960824"/>
            <a:ext cx="2295940" cy="467139"/>
          </a:xfrm>
        </p:spPr>
        <p:txBody>
          <a:bodyPr/>
          <a:lstStyle>
            <a:lvl1pPr marL="0" indent="0" algn="l">
              <a:spcBef>
                <a:spcPts val="0"/>
              </a:spcBef>
              <a:buNone/>
              <a:defRPr sz="1200" b="1" cap="all" baseline="0">
                <a:solidFill>
                  <a:schemeClr val="tx1">
                    <a:lumMod val="9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Date and/or </a:t>
            </a:r>
            <a:br>
              <a:rPr lang="en-US"/>
            </a:br>
            <a:r>
              <a:rPr lang="en-US"/>
              <a:t>Presenter name</a:t>
            </a:r>
          </a:p>
        </p:txBody>
      </p:sp>
      <p:sp>
        <p:nvSpPr>
          <p:cNvPr id="14" name="TextBox 13">
            <a:extLst>
              <a:ext uri="{FF2B5EF4-FFF2-40B4-BE49-F238E27FC236}">
                <a16:creationId xmlns:a16="http://schemas.microsoft.com/office/drawing/2014/main" id="{9218F55F-1F8C-DB81-4A38-95C5D49121AF}"/>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2D2926"/>
                </a:solidFill>
                <a:effectLst/>
                <a:uLnTx/>
                <a:uFillTx/>
              </a:rPr>
              <a:t>TEMPLATE NOTES </a:t>
            </a:r>
            <a:br>
              <a:rPr kumimoji="0" lang="en-US" sz="900" b="1" i="0" u="none" strike="noStrike" kern="0" cap="none" spc="0" normalizeH="0" baseline="0" noProof="0">
                <a:ln>
                  <a:noFill/>
                </a:ln>
                <a:solidFill>
                  <a:srgbClr val="2D2926"/>
                </a:solidFill>
                <a:effectLst/>
                <a:uLnTx/>
                <a:uFillTx/>
              </a:rPr>
            </a:br>
            <a:r>
              <a:rPr kumimoji="0" lang="en-US" sz="900" b="0" i="1" u="none" strike="noStrike" kern="0" cap="none" spc="0" normalizeH="0" baseline="0" noProof="0">
                <a:ln>
                  <a:noFill/>
                </a:ln>
                <a:solidFill>
                  <a:srgbClr val="2D2926"/>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2D2926"/>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2D2926"/>
                </a:solidFill>
                <a:effectLst/>
                <a:uLnTx/>
                <a:uFillTx/>
              </a:rPr>
              <a:t>For a library of presentation-ready images, visit the library on SharePoint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Marketing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Documents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Design Resources &gt;  PowerPoint Templates &gt; Anytime Fitness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PPT Image Library.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Or, simply type in this URL: </a:t>
            </a:r>
            <a:r>
              <a:rPr kumimoji="0" lang="en-US" sz="900" b="0" i="0" u="none" strike="noStrike" kern="0" cap="none" spc="0" normalizeH="0" baseline="0" noProof="0">
                <a:ln>
                  <a:noFill/>
                </a:ln>
                <a:solidFill>
                  <a:srgbClr val="FF9800"/>
                </a:solidFill>
                <a:effectLst/>
                <a:uLnTx/>
                <a:uFillTx/>
                <a:hlinkClick r:id="rId3">
                  <a:extLst>
                    <a:ext uri="{A12FA001-AC4F-418D-AE19-62706E023703}">
                      <ahyp:hlinkClr xmlns:ahyp="http://schemas.microsoft.com/office/drawing/2018/hyperlinkcolor" val="tx"/>
                    </a:ext>
                  </a:extLst>
                </a:hlinkClick>
              </a:rPr>
              <a:t>bit.ly/AF-PPT</a:t>
            </a:r>
            <a:r>
              <a:rPr kumimoji="0" lang="en-US" sz="900" b="0" i="0" u="none" strike="noStrike" kern="0" cap="none" spc="0" normalizeH="0" baseline="0" noProof="0">
                <a:ln>
                  <a:noFill/>
                </a:ln>
                <a:solidFill>
                  <a:srgbClr val="FF9800"/>
                </a:solidFill>
                <a:effectLst/>
                <a:uLnTx/>
                <a:uFillTx/>
              </a:rPr>
              <a:t> </a:t>
            </a:r>
            <a:endParaRPr kumimoji="0" lang="en-US" sz="900" b="0" i="1" u="none" strike="noStrike" kern="0" cap="none" spc="0" normalizeH="0" baseline="0" noProof="0">
              <a:ln>
                <a:noFill/>
              </a:ln>
              <a:solidFill>
                <a:srgbClr val="FF98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2D2926"/>
              </a:solidFill>
              <a:effectLst/>
              <a:uLnTx/>
              <a:uFillTx/>
            </a:endParaRPr>
          </a:p>
        </p:txBody>
      </p:sp>
      <p:sp>
        <p:nvSpPr>
          <p:cNvPr id="15" name="Picture Placeholder 4">
            <a:extLst>
              <a:ext uri="{FF2B5EF4-FFF2-40B4-BE49-F238E27FC236}">
                <a16:creationId xmlns:a16="http://schemas.microsoft.com/office/drawing/2014/main" id="{666920F6-5D0A-F6A0-448F-7166C446B2F4}"/>
              </a:ext>
            </a:extLst>
          </p:cNvPr>
          <p:cNvSpPr>
            <a:spLocks noGrp="1"/>
          </p:cNvSpPr>
          <p:nvPr>
            <p:ph type="pic" sz="quarter" idx="10" hasCustomPrompt="1"/>
          </p:nvPr>
        </p:nvSpPr>
        <p:spPr>
          <a:xfrm>
            <a:off x="6952129" y="0"/>
            <a:ext cx="5239872" cy="6858000"/>
          </a:xfrm>
          <a:prstGeom prst="rect">
            <a:avLst/>
          </a:prstGeom>
          <a:ln>
            <a:noFill/>
          </a:ln>
        </p:spPr>
        <p:txBody>
          <a:bodyPr bIns="822960" anchor="ctr"/>
          <a:lstStyle>
            <a:lvl1pPr marL="0" indent="0" algn="ctr">
              <a:buNone/>
              <a:defRPr/>
            </a:lvl1pPr>
          </a:lstStyle>
          <a:p>
            <a:r>
              <a:rPr lang="en-US"/>
              <a:t>Click the Icon to Insert Image</a:t>
            </a:r>
          </a:p>
        </p:txBody>
      </p:sp>
      <p:pic>
        <p:nvPicPr>
          <p:cNvPr id="16" name="Graphic 15">
            <a:extLst>
              <a:ext uri="{FF2B5EF4-FFF2-40B4-BE49-F238E27FC236}">
                <a16:creationId xmlns:a16="http://schemas.microsoft.com/office/drawing/2014/main" id="{6B284493-5F25-232F-9826-3A294FE38208}"/>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bwMode="white">
          <a:xfrm>
            <a:off x="1035564" y="5536856"/>
            <a:ext cx="3020706" cy="459760"/>
          </a:xfrm>
          <a:prstGeom prst="rect">
            <a:avLst/>
          </a:prstGeom>
        </p:spPr>
      </p:pic>
    </p:spTree>
    <p:extLst>
      <p:ext uri="{BB962C8B-B14F-4D97-AF65-F5344CB8AC3E}">
        <p14:creationId xmlns:p14="http://schemas.microsoft.com/office/powerpoint/2010/main" val="7341758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Agenda">
    <p:bg bwMode="ltGray">
      <p:bgPr>
        <a:solidFill>
          <a:schemeClr val="accent1"/>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39D5E3D1-2FD4-80BD-8140-7FEAB9D9E745}"/>
              </a:ext>
            </a:extLst>
          </p:cNvPr>
          <p:cNvPicPr>
            <a:picLocks noChangeAspect="1"/>
          </p:cNvPicPr>
          <p:nvPr userDrawn="1"/>
        </p:nvPicPr>
        <p:blipFill rotWithShape="1">
          <a:blip r:embed="rId2">
            <a:alphaModFix amt="89000"/>
            <a:extLst>
              <a:ext uri="{28A0092B-C50C-407E-A947-70E740481C1C}">
                <a14:useLocalDpi xmlns:a14="http://schemas.microsoft.com/office/drawing/2010/main" val="0"/>
              </a:ext>
            </a:extLst>
          </a:blip>
          <a:srcRect l="21453" t="11243" r="14852" b="17954"/>
          <a:stretch/>
        </p:blipFill>
        <p:spPr>
          <a:xfrm rot="5400000">
            <a:off x="-1099664" y="1099665"/>
            <a:ext cx="6857999" cy="4658671"/>
          </a:xfrm>
          <a:prstGeom prst="rect">
            <a:avLst/>
          </a:prstGeom>
        </p:spPr>
      </p:pic>
      <p:sp>
        <p:nvSpPr>
          <p:cNvPr id="15" name="Rectangle 14">
            <a:extLst>
              <a:ext uri="{FF2B5EF4-FFF2-40B4-BE49-F238E27FC236}">
                <a16:creationId xmlns:a16="http://schemas.microsoft.com/office/drawing/2014/main" id="{62A55604-9396-9507-2C0F-D5E3E243CB24}"/>
              </a:ext>
            </a:extLst>
          </p:cNvPr>
          <p:cNvSpPr/>
          <p:nvPr userDrawn="1"/>
        </p:nvSpPr>
        <p:spPr>
          <a:xfrm>
            <a:off x="498370" y="507036"/>
            <a:ext cx="4160301" cy="550373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Picture Placeholder 7">
            <a:extLst>
              <a:ext uri="{FF2B5EF4-FFF2-40B4-BE49-F238E27FC236}">
                <a16:creationId xmlns:a16="http://schemas.microsoft.com/office/drawing/2014/main" id="{9D2F8598-1E03-415E-9D61-D613757CD122}"/>
              </a:ext>
            </a:extLst>
          </p:cNvPr>
          <p:cNvSpPr>
            <a:spLocks noGrp="1"/>
          </p:cNvSpPr>
          <p:nvPr>
            <p:ph type="pic" sz="quarter" idx="15" hasCustomPrompt="1"/>
          </p:nvPr>
        </p:nvSpPr>
        <p:spPr>
          <a:xfrm>
            <a:off x="4658672" y="0"/>
            <a:ext cx="7532687" cy="6858000"/>
          </a:xfrm>
        </p:spPr>
        <p:txBody>
          <a:bodyPr anchor="ctr"/>
          <a:lstStyle>
            <a:lvl1pPr marL="0" indent="0" algn="ctr">
              <a:buNone/>
              <a:defRPr/>
            </a:lvl1pPr>
          </a:lstStyle>
          <a:p>
            <a:r>
              <a:rPr lang="en-US"/>
              <a:t>Click the Icon to Insert Image</a:t>
            </a:r>
          </a:p>
        </p:txBody>
      </p:sp>
      <p:sp>
        <p:nvSpPr>
          <p:cNvPr id="2" name="Title 1">
            <a:extLst>
              <a:ext uri="{FF2B5EF4-FFF2-40B4-BE49-F238E27FC236}">
                <a16:creationId xmlns:a16="http://schemas.microsoft.com/office/drawing/2014/main" id="{61C1462B-341F-4C88-96E1-04550B68AD04}"/>
              </a:ext>
            </a:extLst>
          </p:cNvPr>
          <p:cNvSpPr>
            <a:spLocks noGrp="1"/>
          </p:cNvSpPr>
          <p:nvPr>
            <p:ph type="title" hasCustomPrompt="1"/>
          </p:nvPr>
        </p:nvSpPr>
        <p:spPr bwMode="white">
          <a:xfrm>
            <a:off x="842411" y="1095644"/>
            <a:ext cx="2562483" cy="275799"/>
          </a:xfrm>
        </p:spPr>
        <p:txBody>
          <a:bodyPr/>
          <a:lstStyle>
            <a:lvl1pPr algn="l">
              <a:defRPr sz="3200" i="0" cap="all" spc="0" baseline="0">
                <a:solidFill>
                  <a:schemeClr val="accent5"/>
                </a:solidFill>
                <a:latin typeface="+mn-lt"/>
              </a:defRPr>
            </a:lvl1pPr>
          </a:lstStyle>
          <a:p>
            <a:r>
              <a:rPr lang="en-US"/>
              <a:t>Agenda</a:t>
            </a:r>
          </a:p>
        </p:txBody>
      </p:sp>
      <p:sp>
        <p:nvSpPr>
          <p:cNvPr id="12" name="TextBox 11">
            <a:extLst>
              <a:ext uri="{FF2B5EF4-FFF2-40B4-BE49-F238E27FC236}">
                <a16:creationId xmlns:a16="http://schemas.microsoft.com/office/drawing/2014/main" id="{7BB83F2C-B1B4-47BE-9DC6-E29DDF1909A8}"/>
              </a:ext>
            </a:extLst>
          </p:cNvPr>
          <p:cNvSpPr txBox="1"/>
          <p:nvPr userDrawn="1"/>
        </p:nvSpPr>
        <p:spPr>
          <a:xfrm>
            <a:off x="-1581150" y="5251"/>
            <a:ext cx="1523147" cy="26314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161614"/>
                </a:solidFill>
                <a:effectLst/>
                <a:uLnTx/>
                <a:uFillTx/>
              </a:rPr>
              <a:t>TEMPLATE NOTES </a:t>
            </a:r>
            <a:br>
              <a:rPr kumimoji="0" lang="en-US" sz="900" b="1" i="0" u="none" strike="noStrike" kern="0" cap="none" spc="0" normalizeH="0" baseline="0" noProof="0">
                <a:ln>
                  <a:noFill/>
                </a:ln>
                <a:solidFill>
                  <a:srgbClr val="161614"/>
                </a:solidFill>
                <a:effectLst/>
                <a:uLnTx/>
                <a:uFillTx/>
              </a:rPr>
            </a:br>
            <a:r>
              <a:rPr kumimoji="0" lang="en-US" sz="900" b="0" i="1" u="none" strike="noStrike" kern="0" cap="none" spc="0" normalizeH="0" baseline="0" noProof="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61614"/>
                </a:solidFill>
                <a:effectLst/>
                <a:uLnTx/>
                <a:uFillTx/>
              </a:rPr>
              <a:t>To change the image, right-click on the image and choose “Format Background.” Select Picture or Texture Fill. Select an Agenda-Slide approved image from the library on SharePoint &gt; Marketing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Documents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Design Resources &gt;  PowerPoint Templates &gt; </a:t>
            </a:r>
            <a:r>
              <a:rPr lang="en-US" sz="900">
                <a:solidFill>
                  <a:schemeClr val="bg1"/>
                </a:solidFill>
              </a:rPr>
              <a:t>Anytime Fitness </a:t>
            </a:r>
            <a:r>
              <a:rPr kumimoji="0" lang="en-US" sz="900" b="0" i="0" u="none" strike="noStrike" kern="0" cap="none" spc="0" normalizeH="0" baseline="0" noProof="0">
                <a:ln>
                  <a:noFill/>
                </a:ln>
                <a:solidFill>
                  <a:srgbClr val="161614"/>
                </a:solidFill>
                <a:effectLst/>
                <a:uLnTx/>
                <a:uFillTx/>
              </a:rPr>
              <a:t>&gt;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PPT Image Library.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Or, simply type in this URL: </a:t>
            </a:r>
            <a:r>
              <a:rPr lang="en-US" sz="900">
                <a:hlinkClick r:id="rId3"/>
              </a:rPr>
              <a:t>bit.ly/AF-PPT</a:t>
            </a:r>
            <a:r>
              <a:rPr lang="en-US" sz="900"/>
              <a:t> </a:t>
            </a:r>
            <a:endParaRPr lang="en-US" sz="900" i="1"/>
          </a:p>
        </p:txBody>
      </p:sp>
      <p:sp>
        <p:nvSpPr>
          <p:cNvPr id="4" name="Text Placeholder 3">
            <a:extLst>
              <a:ext uri="{FF2B5EF4-FFF2-40B4-BE49-F238E27FC236}">
                <a16:creationId xmlns:a16="http://schemas.microsoft.com/office/drawing/2014/main" id="{DBB2C4BE-C215-4D10-A970-131F4339B163}"/>
              </a:ext>
            </a:extLst>
          </p:cNvPr>
          <p:cNvSpPr>
            <a:spLocks noGrp="1"/>
          </p:cNvSpPr>
          <p:nvPr>
            <p:ph type="body" sz="quarter" idx="14"/>
          </p:nvPr>
        </p:nvSpPr>
        <p:spPr>
          <a:xfrm>
            <a:off x="842411" y="1644493"/>
            <a:ext cx="3447902" cy="2386012"/>
          </a:xfrm>
        </p:spPr>
        <p:txBody>
          <a:bodyPr/>
          <a:lstStyle>
            <a:lvl1pPr>
              <a:buClr>
                <a:schemeClr val="accent3"/>
              </a:buClr>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Graphic 2">
            <a:extLst>
              <a:ext uri="{FF2B5EF4-FFF2-40B4-BE49-F238E27FC236}">
                <a16:creationId xmlns:a16="http://schemas.microsoft.com/office/drawing/2014/main" id="{9CCB56D1-E48E-0341-3CF2-A70DA77B00A8}"/>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11384223" y="6155976"/>
            <a:ext cx="911645" cy="241661"/>
          </a:xfrm>
          <a:prstGeom prst="rect">
            <a:avLst/>
          </a:prstGeom>
        </p:spPr>
      </p:pic>
    </p:spTree>
    <p:extLst>
      <p:ext uri="{BB962C8B-B14F-4D97-AF65-F5344CB8AC3E}">
        <p14:creationId xmlns:p14="http://schemas.microsoft.com/office/powerpoint/2010/main" val="2974488151"/>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Agenda Option 2">
    <p:bg bwMode="ltGray">
      <p:bgPr>
        <a:solidFill>
          <a:schemeClr val="accent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950B7F6-A3B2-BFC1-5597-CD31D2E1A2D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688"/>
            <a:ext cx="12192000" cy="6856622"/>
          </a:xfrm>
          <a:prstGeom prst="rect">
            <a:avLst/>
          </a:prstGeom>
        </p:spPr>
      </p:pic>
      <p:sp>
        <p:nvSpPr>
          <p:cNvPr id="15" name="Rectangle 14">
            <a:extLst>
              <a:ext uri="{FF2B5EF4-FFF2-40B4-BE49-F238E27FC236}">
                <a16:creationId xmlns:a16="http://schemas.microsoft.com/office/drawing/2014/main" id="{62A55604-9396-9507-2C0F-D5E3E243CB24}"/>
              </a:ext>
            </a:extLst>
          </p:cNvPr>
          <p:cNvSpPr/>
          <p:nvPr userDrawn="1"/>
        </p:nvSpPr>
        <p:spPr>
          <a:xfrm>
            <a:off x="5384269" y="848230"/>
            <a:ext cx="5492997" cy="53002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C1462B-341F-4C88-96E1-04550B68AD04}"/>
              </a:ext>
            </a:extLst>
          </p:cNvPr>
          <p:cNvSpPr>
            <a:spLocks noGrp="1"/>
          </p:cNvSpPr>
          <p:nvPr>
            <p:ph type="title" hasCustomPrompt="1"/>
          </p:nvPr>
        </p:nvSpPr>
        <p:spPr bwMode="white">
          <a:xfrm>
            <a:off x="5762429" y="1423190"/>
            <a:ext cx="2562483" cy="275799"/>
          </a:xfrm>
        </p:spPr>
        <p:txBody>
          <a:bodyPr/>
          <a:lstStyle>
            <a:lvl1pPr algn="l">
              <a:defRPr sz="3200" i="0" cap="all" spc="0" baseline="0">
                <a:solidFill>
                  <a:schemeClr val="accent4"/>
                </a:solidFill>
                <a:latin typeface="+mn-lt"/>
              </a:defRPr>
            </a:lvl1pPr>
          </a:lstStyle>
          <a:p>
            <a:r>
              <a:rPr lang="en-US"/>
              <a:t>Agenda</a:t>
            </a:r>
          </a:p>
        </p:txBody>
      </p:sp>
      <p:sp>
        <p:nvSpPr>
          <p:cNvPr id="12" name="TextBox 11">
            <a:extLst>
              <a:ext uri="{FF2B5EF4-FFF2-40B4-BE49-F238E27FC236}">
                <a16:creationId xmlns:a16="http://schemas.microsoft.com/office/drawing/2014/main" id="{7BB83F2C-B1B4-47BE-9DC6-E29DDF1909A8}"/>
              </a:ext>
            </a:extLst>
          </p:cNvPr>
          <p:cNvSpPr txBox="1"/>
          <p:nvPr userDrawn="1"/>
        </p:nvSpPr>
        <p:spPr>
          <a:xfrm>
            <a:off x="-1581150" y="5251"/>
            <a:ext cx="1523147" cy="26314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161614"/>
                </a:solidFill>
                <a:effectLst/>
                <a:uLnTx/>
                <a:uFillTx/>
              </a:rPr>
              <a:t>TEMPLATE NOTES </a:t>
            </a:r>
            <a:br>
              <a:rPr kumimoji="0" lang="en-US" sz="900" b="1" i="0" u="none" strike="noStrike" kern="0" cap="none" spc="0" normalizeH="0" baseline="0" noProof="0">
                <a:ln>
                  <a:noFill/>
                </a:ln>
                <a:solidFill>
                  <a:srgbClr val="161614"/>
                </a:solidFill>
                <a:effectLst/>
                <a:uLnTx/>
                <a:uFillTx/>
              </a:rPr>
            </a:br>
            <a:r>
              <a:rPr kumimoji="0" lang="en-US" sz="900" b="0" i="1" u="none" strike="noStrike" kern="0" cap="none" spc="0" normalizeH="0" baseline="0" noProof="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61614"/>
                </a:solidFill>
                <a:effectLst/>
                <a:uLnTx/>
                <a:uFillTx/>
              </a:rPr>
              <a:t>To change the image, right-click on the image and choose “Format Background.” Select Picture or Texture Fill. Select an Agenda-Slide approved image from the library on SharePoint &gt; Marketing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Documents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Design Resources &gt;  PowerPoint Templates &gt; </a:t>
            </a:r>
            <a:r>
              <a:rPr lang="en-US" sz="900">
                <a:solidFill>
                  <a:schemeClr val="bg1"/>
                </a:solidFill>
              </a:rPr>
              <a:t>Anytime Fitness </a:t>
            </a:r>
            <a:r>
              <a:rPr kumimoji="0" lang="en-US" sz="900" b="0" i="0" u="none" strike="noStrike" kern="0" cap="none" spc="0" normalizeH="0" baseline="0" noProof="0">
                <a:ln>
                  <a:noFill/>
                </a:ln>
                <a:solidFill>
                  <a:srgbClr val="161614"/>
                </a:solidFill>
                <a:effectLst/>
                <a:uLnTx/>
                <a:uFillTx/>
              </a:rPr>
              <a:t>&gt;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PPT Image Library.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Or, simply type in this URL: </a:t>
            </a:r>
            <a:r>
              <a:rPr lang="en-US" sz="900">
                <a:hlinkClick r:id="rId3"/>
              </a:rPr>
              <a:t>bit.ly/AF-PPT</a:t>
            </a:r>
            <a:r>
              <a:rPr lang="en-US" sz="900"/>
              <a:t> </a:t>
            </a:r>
            <a:endParaRPr lang="en-US" sz="900" i="1"/>
          </a:p>
        </p:txBody>
      </p:sp>
      <p:sp>
        <p:nvSpPr>
          <p:cNvPr id="4" name="Text Placeholder 3">
            <a:extLst>
              <a:ext uri="{FF2B5EF4-FFF2-40B4-BE49-F238E27FC236}">
                <a16:creationId xmlns:a16="http://schemas.microsoft.com/office/drawing/2014/main" id="{DBB2C4BE-C215-4D10-A970-131F4339B163}"/>
              </a:ext>
            </a:extLst>
          </p:cNvPr>
          <p:cNvSpPr>
            <a:spLocks noGrp="1"/>
          </p:cNvSpPr>
          <p:nvPr>
            <p:ph type="body" sz="quarter" idx="14"/>
          </p:nvPr>
        </p:nvSpPr>
        <p:spPr>
          <a:xfrm>
            <a:off x="5762429" y="1972039"/>
            <a:ext cx="3447902" cy="2386012"/>
          </a:xfrm>
        </p:spPr>
        <p:txBody>
          <a:bodyPr/>
          <a:lstStyle>
            <a:lvl1pPr>
              <a:buClr>
                <a:schemeClr val="accent4"/>
              </a:buClr>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Graphic 2">
            <a:extLst>
              <a:ext uri="{FF2B5EF4-FFF2-40B4-BE49-F238E27FC236}">
                <a16:creationId xmlns:a16="http://schemas.microsoft.com/office/drawing/2014/main" id="{9CCB56D1-E48E-0341-3CF2-A70DA77B00A8}"/>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11384223" y="6155976"/>
            <a:ext cx="911645" cy="241661"/>
          </a:xfrm>
          <a:prstGeom prst="rect">
            <a:avLst/>
          </a:prstGeom>
        </p:spPr>
      </p:pic>
    </p:spTree>
    <p:extLst>
      <p:ext uri="{BB962C8B-B14F-4D97-AF65-F5344CB8AC3E}">
        <p14:creationId xmlns:p14="http://schemas.microsoft.com/office/powerpoint/2010/main" val="30958746"/>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vider Slide Option 1">
    <p:bg>
      <p:bgPr>
        <a:solidFill>
          <a:schemeClr val="accent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9A5C2800-71F8-2D7B-8D97-59784CCA3D69}"/>
              </a:ext>
            </a:extLst>
          </p:cNvPr>
          <p:cNvSpPr>
            <a:spLocks noGrp="1"/>
          </p:cNvSpPr>
          <p:nvPr>
            <p:ph type="title" hasCustomPrompt="1"/>
          </p:nvPr>
        </p:nvSpPr>
        <p:spPr>
          <a:xfrm>
            <a:off x="1890640" y="2682037"/>
            <a:ext cx="6119906" cy="1607670"/>
          </a:xfrm>
        </p:spPr>
        <p:txBody>
          <a:bodyPr anchor="t"/>
          <a:lstStyle>
            <a:lvl1pPr algn="l">
              <a:defRPr sz="5400" cap="all" baseline="0">
                <a:solidFill>
                  <a:schemeClr val="tx1">
                    <a:lumMod val="95000"/>
                  </a:schemeClr>
                </a:solidFill>
              </a:defRPr>
            </a:lvl1pPr>
          </a:lstStyle>
          <a:p>
            <a:r>
              <a:rPr lang="en-US"/>
              <a:t>SECTION Slide </a:t>
            </a:r>
            <a:br>
              <a:rPr lang="en-US"/>
            </a:br>
            <a:r>
              <a:rPr lang="en-US"/>
              <a:t>Option 1</a:t>
            </a:r>
          </a:p>
        </p:txBody>
      </p:sp>
      <p:sp>
        <p:nvSpPr>
          <p:cNvPr id="9" name="Text Placeholder 2">
            <a:extLst>
              <a:ext uri="{FF2B5EF4-FFF2-40B4-BE49-F238E27FC236}">
                <a16:creationId xmlns:a16="http://schemas.microsoft.com/office/drawing/2014/main" id="{D6F85335-6D94-80AE-39D2-17663B527129}"/>
              </a:ext>
            </a:extLst>
          </p:cNvPr>
          <p:cNvSpPr>
            <a:spLocks noGrp="1"/>
          </p:cNvSpPr>
          <p:nvPr>
            <p:ph type="body" idx="1" hasCustomPrompt="1"/>
          </p:nvPr>
        </p:nvSpPr>
        <p:spPr>
          <a:xfrm>
            <a:off x="1895403" y="4403039"/>
            <a:ext cx="6115950" cy="430028"/>
          </a:xfrm>
        </p:spPr>
        <p:txBody>
          <a:bodyPr/>
          <a:lstStyle>
            <a:lvl1pPr marL="0" indent="0" algn="l">
              <a:buNone/>
              <a:defRPr sz="12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Subheading, optional</a:t>
            </a:r>
          </a:p>
        </p:txBody>
      </p:sp>
      <p:sp>
        <p:nvSpPr>
          <p:cNvPr id="10" name="Text Placeholder 6">
            <a:extLst>
              <a:ext uri="{FF2B5EF4-FFF2-40B4-BE49-F238E27FC236}">
                <a16:creationId xmlns:a16="http://schemas.microsoft.com/office/drawing/2014/main" id="{6CB00ADA-09D0-4DE1-BBD1-B013B58A5C11}"/>
              </a:ext>
            </a:extLst>
          </p:cNvPr>
          <p:cNvSpPr>
            <a:spLocks noGrp="1"/>
          </p:cNvSpPr>
          <p:nvPr>
            <p:ph type="body" sz="quarter" idx="10" hasCustomPrompt="1"/>
          </p:nvPr>
        </p:nvSpPr>
        <p:spPr>
          <a:xfrm>
            <a:off x="1894502" y="1023176"/>
            <a:ext cx="2790825" cy="1607670"/>
          </a:xfrm>
        </p:spPr>
        <p:txBody>
          <a:bodyPr/>
          <a:lstStyle>
            <a:lvl1pPr marL="0" indent="0">
              <a:buNone/>
              <a:defRPr sz="11500" b="1">
                <a:solidFill>
                  <a:schemeClr val="accent4"/>
                </a:solidFill>
              </a:defRPr>
            </a:lvl1pPr>
          </a:lstStyle>
          <a:p>
            <a:pPr lvl="0"/>
            <a:r>
              <a:rPr lang="en-US"/>
              <a:t>01</a:t>
            </a:r>
          </a:p>
        </p:txBody>
      </p:sp>
      <p:sp>
        <p:nvSpPr>
          <p:cNvPr id="2" name="Slide Number Placeholder 5">
            <a:extLst>
              <a:ext uri="{FF2B5EF4-FFF2-40B4-BE49-F238E27FC236}">
                <a16:creationId xmlns:a16="http://schemas.microsoft.com/office/drawing/2014/main" id="{39EECF60-7EA3-2450-4C62-A228C6A5221D}"/>
              </a:ext>
            </a:extLst>
          </p:cNvPr>
          <p:cNvSpPr>
            <a:spLocks noGrp="1"/>
          </p:cNvSpPr>
          <p:nvPr>
            <p:ph type="sldNum" sz="quarter" idx="4"/>
          </p:nvPr>
        </p:nvSpPr>
        <p:spPr>
          <a:xfrm>
            <a:off x="11674225" y="5477347"/>
            <a:ext cx="305503" cy="306298"/>
          </a:xfrm>
          <a:prstGeom prst="ellipse">
            <a:avLst/>
          </a:prstGeom>
          <a:noFill/>
          <a:ln w="6350">
            <a:solidFill>
              <a:schemeClr val="tx2"/>
            </a:solidFill>
          </a:ln>
        </p:spPr>
        <p:txBody>
          <a:bodyPr vert="horz" lIns="0" tIns="45720" rIns="0" bIns="45720" rtlCol="0" anchor="ctr"/>
          <a:lstStyle>
            <a:lvl1pPr algn="ctr">
              <a:defRPr sz="700" b="1">
                <a:solidFill>
                  <a:schemeClr val="tx2"/>
                </a:solidFill>
              </a:defRPr>
            </a:lvl1pPr>
          </a:lstStyle>
          <a:p>
            <a:fld id="{545951DD-1C6A-495F-8185-4C73F8F8B75A}" type="slidenum">
              <a:rPr lang="en-US" smtClean="0"/>
              <a:pPr/>
              <a:t>‹#›</a:t>
            </a:fld>
            <a:endParaRPr lang="en-US"/>
          </a:p>
        </p:txBody>
      </p:sp>
      <p:pic>
        <p:nvPicPr>
          <p:cNvPr id="4" name="Picture 3">
            <a:extLst>
              <a:ext uri="{FF2B5EF4-FFF2-40B4-BE49-F238E27FC236}">
                <a16:creationId xmlns:a16="http://schemas.microsoft.com/office/drawing/2014/main" id="{3FEF126B-DFC7-4E06-5BA7-E445C1224955}"/>
              </a:ext>
            </a:extLst>
          </p:cNvPr>
          <p:cNvPicPr>
            <a:picLocks noChangeAspect="1"/>
          </p:cNvPicPr>
          <p:nvPr userDrawn="1"/>
        </p:nvPicPr>
        <p:blipFill>
          <a:blip r:embed="rId2"/>
          <a:stretch>
            <a:fillRect/>
          </a:stretch>
        </p:blipFill>
        <p:spPr>
          <a:xfrm>
            <a:off x="0" y="0"/>
            <a:ext cx="1572768" cy="6858000"/>
          </a:xfrm>
          <a:prstGeom prst="rect">
            <a:avLst/>
          </a:prstGeom>
        </p:spPr>
      </p:pic>
    </p:spTree>
    <p:extLst>
      <p:ext uri="{BB962C8B-B14F-4D97-AF65-F5344CB8AC3E}">
        <p14:creationId xmlns:p14="http://schemas.microsoft.com/office/powerpoint/2010/main" val="3650638198"/>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vider Slide Option 2">
    <p:bg>
      <p:bgPr>
        <a:solidFill>
          <a:schemeClr val="accent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9A5C2800-71F8-2D7B-8D97-59784CCA3D69}"/>
              </a:ext>
            </a:extLst>
          </p:cNvPr>
          <p:cNvSpPr>
            <a:spLocks noGrp="1"/>
          </p:cNvSpPr>
          <p:nvPr>
            <p:ph type="title" hasCustomPrompt="1"/>
          </p:nvPr>
        </p:nvSpPr>
        <p:spPr>
          <a:xfrm>
            <a:off x="1890640" y="2682037"/>
            <a:ext cx="6119906" cy="1607670"/>
          </a:xfrm>
        </p:spPr>
        <p:txBody>
          <a:bodyPr anchor="t"/>
          <a:lstStyle>
            <a:lvl1pPr algn="l">
              <a:defRPr sz="5400" cap="all" baseline="0">
                <a:solidFill>
                  <a:schemeClr val="tx1">
                    <a:lumMod val="95000"/>
                  </a:schemeClr>
                </a:solidFill>
              </a:defRPr>
            </a:lvl1pPr>
          </a:lstStyle>
          <a:p>
            <a:r>
              <a:rPr lang="en-US"/>
              <a:t>SECTION Slide </a:t>
            </a:r>
            <a:br>
              <a:rPr lang="en-US"/>
            </a:br>
            <a:r>
              <a:rPr lang="en-US"/>
              <a:t>Option 2</a:t>
            </a:r>
          </a:p>
        </p:txBody>
      </p:sp>
      <p:sp>
        <p:nvSpPr>
          <p:cNvPr id="9" name="Text Placeholder 2">
            <a:extLst>
              <a:ext uri="{FF2B5EF4-FFF2-40B4-BE49-F238E27FC236}">
                <a16:creationId xmlns:a16="http://schemas.microsoft.com/office/drawing/2014/main" id="{D6F85335-6D94-80AE-39D2-17663B527129}"/>
              </a:ext>
            </a:extLst>
          </p:cNvPr>
          <p:cNvSpPr>
            <a:spLocks noGrp="1"/>
          </p:cNvSpPr>
          <p:nvPr>
            <p:ph type="body" idx="1" hasCustomPrompt="1"/>
          </p:nvPr>
        </p:nvSpPr>
        <p:spPr>
          <a:xfrm>
            <a:off x="1895403" y="4403039"/>
            <a:ext cx="6115950" cy="430028"/>
          </a:xfrm>
        </p:spPr>
        <p:txBody>
          <a:bodyPr/>
          <a:lstStyle>
            <a:lvl1pPr marL="0" indent="0" algn="l">
              <a:buNone/>
              <a:defRPr sz="12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Subheading, optional</a:t>
            </a:r>
          </a:p>
        </p:txBody>
      </p:sp>
      <p:sp>
        <p:nvSpPr>
          <p:cNvPr id="10" name="Text Placeholder 6">
            <a:extLst>
              <a:ext uri="{FF2B5EF4-FFF2-40B4-BE49-F238E27FC236}">
                <a16:creationId xmlns:a16="http://schemas.microsoft.com/office/drawing/2014/main" id="{6CB00ADA-09D0-4DE1-BBD1-B013B58A5C11}"/>
              </a:ext>
            </a:extLst>
          </p:cNvPr>
          <p:cNvSpPr>
            <a:spLocks noGrp="1"/>
          </p:cNvSpPr>
          <p:nvPr>
            <p:ph type="body" sz="quarter" idx="10" hasCustomPrompt="1"/>
          </p:nvPr>
        </p:nvSpPr>
        <p:spPr>
          <a:xfrm>
            <a:off x="1894502" y="1023176"/>
            <a:ext cx="2790825" cy="1607670"/>
          </a:xfrm>
        </p:spPr>
        <p:txBody>
          <a:bodyPr/>
          <a:lstStyle>
            <a:lvl1pPr marL="0" indent="0">
              <a:buNone/>
              <a:defRPr sz="11500" b="1">
                <a:solidFill>
                  <a:schemeClr val="accent5"/>
                </a:solidFill>
              </a:defRPr>
            </a:lvl1pPr>
          </a:lstStyle>
          <a:p>
            <a:pPr lvl="0"/>
            <a:r>
              <a:rPr lang="en-US"/>
              <a:t>02</a:t>
            </a:r>
          </a:p>
        </p:txBody>
      </p:sp>
      <p:sp>
        <p:nvSpPr>
          <p:cNvPr id="2" name="Slide Number Placeholder 5">
            <a:extLst>
              <a:ext uri="{FF2B5EF4-FFF2-40B4-BE49-F238E27FC236}">
                <a16:creationId xmlns:a16="http://schemas.microsoft.com/office/drawing/2014/main" id="{39EECF60-7EA3-2450-4C62-A228C6A5221D}"/>
              </a:ext>
            </a:extLst>
          </p:cNvPr>
          <p:cNvSpPr>
            <a:spLocks noGrp="1"/>
          </p:cNvSpPr>
          <p:nvPr>
            <p:ph type="sldNum" sz="quarter" idx="4"/>
          </p:nvPr>
        </p:nvSpPr>
        <p:spPr>
          <a:xfrm>
            <a:off x="11674225" y="5477347"/>
            <a:ext cx="305503" cy="306298"/>
          </a:xfrm>
          <a:prstGeom prst="ellipse">
            <a:avLst/>
          </a:prstGeom>
          <a:noFill/>
          <a:ln w="6350">
            <a:solidFill>
              <a:schemeClr val="tx2"/>
            </a:solidFill>
          </a:ln>
        </p:spPr>
        <p:txBody>
          <a:bodyPr vert="horz" lIns="0" tIns="45720" rIns="0" bIns="45720" rtlCol="0" anchor="ctr"/>
          <a:lstStyle>
            <a:lvl1pPr algn="ctr">
              <a:defRPr sz="700" b="1">
                <a:solidFill>
                  <a:schemeClr val="tx2"/>
                </a:solidFill>
              </a:defRPr>
            </a:lvl1pPr>
          </a:lstStyle>
          <a:p>
            <a:fld id="{545951DD-1C6A-495F-8185-4C73F8F8B75A}" type="slidenum">
              <a:rPr lang="en-US" smtClean="0"/>
              <a:pPr/>
              <a:t>‹#›</a:t>
            </a:fld>
            <a:endParaRPr lang="en-US"/>
          </a:p>
        </p:txBody>
      </p:sp>
      <p:pic>
        <p:nvPicPr>
          <p:cNvPr id="4" name="Picture 3">
            <a:extLst>
              <a:ext uri="{FF2B5EF4-FFF2-40B4-BE49-F238E27FC236}">
                <a16:creationId xmlns:a16="http://schemas.microsoft.com/office/drawing/2014/main" id="{D6DDC4EB-97F9-0482-B983-CF6FB9EEFA0C}"/>
              </a:ext>
            </a:extLst>
          </p:cNvPr>
          <p:cNvPicPr>
            <a:picLocks noChangeAspect="1"/>
          </p:cNvPicPr>
          <p:nvPr userDrawn="1"/>
        </p:nvPicPr>
        <p:blipFill>
          <a:blip r:embed="rId2"/>
          <a:stretch>
            <a:fillRect/>
          </a:stretch>
        </p:blipFill>
        <p:spPr>
          <a:xfrm>
            <a:off x="0" y="0"/>
            <a:ext cx="1572768" cy="6858000"/>
          </a:xfrm>
          <a:prstGeom prst="rect">
            <a:avLst/>
          </a:prstGeom>
        </p:spPr>
      </p:pic>
    </p:spTree>
    <p:extLst>
      <p:ext uri="{BB962C8B-B14F-4D97-AF65-F5344CB8AC3E}">
        <p14:creationId xmlns:p14="http://schemas.microsoft.com/office/powerpoint/2010/main" val="780359133"/>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tx2"/>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160E842-C6B2-89C1-1A18-36088AF18338}"/>
              </a:ext>
            </a:extLst>
          </p:cNvPr>
          <p:cNvPicPr>
            <a:picLocks noChangeAspect="1"/>
          </p:cNvPicPr>
          <p:nvPr userDrawn="1"/>
        </p:nvPicPr>
        <p:blipFill>
          <a:blip r:embed="rId2">
            <a:extLst>
              <a:ext uri="{28A0092B-C50C-407E-A947-70E740481C1C}">
                <a14:useLocalDpi xmlns:a14="http://schemas.microsoft.com/office/drawing/2010/main" val="0"/>
              </a:ext>
            </a:extLst>
          </a:blip>
          <a:srcRect t="7812" b="7812"/>
          <a:stretch/>
        </p:blipFill>
        <p:spPr>
          <a:xfrm>
            <a:off x="0" y="0"/>
            <a:ext cx="12192000" cy="6858000"/>
          </a:xfrm>
          <a:prstGeom prst="rect">
            <a:avLst/>
          </a:prstGeom>
        </p:spPr>
      </p:pic>
      <p:sp>
        <p:nvSpPr>
          <p:cNvPr id="5" name="Rectangle 4">
            <a:extLst>
              <a:ext uri="{FF2B5EF4-FFF2-40B4-BE49-F238E27FC236}">
                <a16:creationId xmlns:a16="http://schemas.microsoft.com/office/drawing/2014/main" id="{95E3FF0D-E586-41E0-E375-9DBDDDC7A5F6}"/>
              </a:ext>
            </a:extLst>
          </p:cNvPr>
          <p:cNvSpPr/>
          <p:nvPr userDrawn="1"/>
        </p:nvSpPr>
        <p:spPr>
          <a:xfrm>
            <a:off x="624348" y="626806"/>
            <a:ext cx="10943303" cy="56043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101353D-19F0-4884-9AB2-E050176C2C1A}"/>
              </a:ext>
            </a:extLst>
          </p:cNvPr>
          <p:cNvSpPr>
            <a:spLocks noGrp="1"/>
          </p:cNvSpPr>
          <p:nvPr>
            <p:ph type="title" hasCustomPrompt="1"/>
          </p:nvPr>
        </p:nvSpPr>
        <p:spPr>
          <a:xfrm>
            <a:off x="1681662" y="1679388"/>
            <a:ext cx="8828675" cy="2584733"/>
          </a:xfrm>
        </p:spPr>
        <p:txBody>
          <a:bodyPr anchor="b"/>
          <a:lstStyle>
            <a:lvl1pPr algn="ctr">
              <a:defRPr sz="6600" cap="all" baseline="0">
                <a:solidFill>
                  <a:schemeClr val="tx1">
                    <a:lumMod val="95000"/>
                  </a:schemeClr>
                </a:solidFill>
              </a:defRPr>
            </a:lvl1pPr>
          </a:lstStyle>
          <a:p>
            <a:r>
              <a:rPr lang="en-US"/>
              <a:t>DIVIDER Header or Callout</a:t>
            </a:r>
          </a:p>
        </p:txBody>
      </p:sp>
      <p:sp>
        <p:nvSpPr>
          <p:cNvPr id="3" name="Text Placeholder 2">
            <a:extLst>
              <a:ext uri="{FF2B5EF4-FFF2-40B4-BE49-F238E27FC236}">
                <a16:creationId xmlns:a16="http://schemas.microsoft.com/office/drawing/2014/main" id="{C10E0E0F-643C-4EE2-B4B4-39684E2614E3}"/>
              </a:ext>
            </a:extLst>
          </p:cNvPr>
          <p:cNvSpPr>
            <a:spLocks noGrp="1"/>
          </p:cNvSpPr>
          <p:nvPr>
            <p:ph type="body" idx="1" hasCustomPrompt="1"/>
          </p:nvPr>
        </p:nvSpPr>
        <p:spPr>
          <a:xfrm>
            <a:off x="2981285" y="4434541"/>
            <a:ext cx="6229430" cy="430028"/>
          </a:xfrm>
        </p:spPr>
        <p:txBody>
          <a:bodyPr/>
          <a:lstStyle>
            <a:lvl1pPr marL="0" indent="0" algn="ctr">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Subheading, optional</a:t>
            </a:r>
          </a:p>
        </p:txBody>
      </p:sp>
      <p:pic>
        <p:nvPicPr>
          <p:cNvPr id="6" name="Graphic 5">
            <a:extLst>
              <a:ext uri="{FF2B5EF4-FFF2-40B4-BE49-F238E27FC236}">
                <a16:creationId xmlns:a16="http://schemas.microsoft.com/office/drawing/2014/main" id="{7E1B80EA-6840-CFF5-DE5A-ABBDE7B6B68F}"/>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6200000">
            <a:off x="11384223" y="6170966"/>
            <a:ext cx="911645" cy="241661"/>
          </a:xfrm>
          <a:prstGeom prst="rect">
            <a:avLst/>
          </a:prstGeom>
        </p:spPr>
      </p:pic>
    </p:spTree>
    <p:extLst>
      <p:ext uri="{BB962C8B-B14F-4D97-AF65-F5344CB8AC3E}">
        <p14:creationId xmlns:p14="http://schemas.microsoft.com/office/powerpoint/2010/main" val="136610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secHead" preserve="1">
  <p:cSld name="Section Header Option 2">
    <p:bg bwMode="black">
      <p:bgPr>
        <a:solidFill>
          <a:schemeClr val="accent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E015EE9-DD8F-12B4-9CC7-49E23DBB8BA2}"/>
              </a:ext>
            </a:extLst>
          </p:cNvPr>
          <p:cNvPicPr>
            <a:picLocks noChangeAspect="1"/>
          </p:cNvPicPr>
          <p:nvPr userDrawn="1"/>
        </p:nvPicPr>
        <p:blipFill>
          <a:blip r:embed="rId2">
            <a:extLst>
              <a:ext uri="{28A0092B-C50C-407E-A947-70E740481C1C}">
                <a14:useLocalDpi xmlns:a14="http://schemas.microsoft.com/office/drawing/2010/main" val="0"/>
              </a:ext>
            </a:extLst>
          </a:blip>
          <a:srcRect t="7812" b="7812"/>
          <a:stretch/>
        </p:blipFill>
        <p:spPr>
          <a:xfrm>
            <a:off x="0" y="0"/>
            <a:ext cx="12192000" cy="6858000"/>
          </a:xfrm>
          <a:prstGeom prst="rect">
            <a:avLst/>
          </a:prstGeom>
        </p:spPr>
      </p:pic>
      <p:sp>
        <p:nvSpPr>
          <p:cNvPr id="6" name="Rectangle 5">
            <a:extLst>
              <a:ext uri="{FF2B5EF4-FFF2-40B4-BE49-F238E27FC236}">
                <a16:creationId xmlns:a16="http://schemas.microsoft.com/office/drawing/2014/main" id="{6E2C2123-91CB-B558-A5C5-641B7F35C583}"/>
              </a:ext>
            </a:extLst>
          </p:cNvPr>
          <p:cNvSpPr/>
          <p:nvPr userDrawn="1"/>
        </p:nvSpPr>
        <p:spPr>
          <a:xfrm>
            <a:off x="624348" y="1"/>
            <a:ext cx="10943303" cy="584474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101353D-19F0-4884-9AB2-E050176C2C1A}"/>
              </a:ext>
            </a:extLst>
          </p:cNvPr>
          <p:cNvSpPr>
            <a:spLocks noGrp="1"/>
          </p:cNvSpPr>
          <p:nvPr>
            <p:ph type="title" hasCustomPrompt="1"/>
          </p:nvPr>
        </p:nvSpPr>
        <p:spPr bwMode="white">
          <a:xfrm>
            <a:off x="1681662" y="1679388"/>
            <a:ext cx="8828675" cy="2584733"/>
          </a:xfrm>
        </p:spPr>
        <p:txBody>
          <a:bodyPr anchor="b"/>
          <a:lstStyle>
            <a:lvl1pPr algn="ctr">
              <a:defRPr sz="6600" cap="all" baseline="0">
                <a:solidFill>
                  <a:schemeClr val="tx1">
                    <a:lumMod val="95000"/>
                  </a:schemeClr>
                </a:solidFill>
              </a:defRPr>
            </a:lvl1pPr>
          </a:lstStyle>
          <a:p>
            <a:r>
              <a:rPr lang="en-US"/>
              <a:t>DIVIDER Header or Callout</a:t>
            </a:r>
          </a:p>
        </p:txBody>
      </p:sp>
      <p:sp>
        <p:nvSpPr>
          <p:cNvPr id="3" name="Text Placeholder 2">
            <a:extLst>
              <a:ext uri="{FF2B5EF4-FFF2-40B4-BE49-F238E27FC236}">
                <a16:creationId xmlns:a16="http://schemas.microsoft.com/office/drawing/2014/main" id="{C10E0E0F-643C-4EE2-B4B4-39684E2614E3}"/>
              </a:ext>
            </a:extLst>
          </p:cNvPr>
          <p:cNvSpPr>
            <a:spLocks noGrp="1"/>
          </p:cNvSpPr>
          <p:nvPr>
            <p:ph type="body" idx="1" hasCustomPrompt="1"/>
          </p:nvPr>
        </p:nvSpPr>
        <p:spPr bwMode="white">
          <a:xfrm>
            <a:off x="2981285" y="4434541"/>
            <a:ext cx="6229430" cy="430028"/>
          </a:xfrm>
        </p:spPr>
        <p:txBody>
          <a:bodyPr/>
          <a:lstStyle>
            <a:lvl1pPr marL="0" indent="0" algn="ctr">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Subheading, optional</a:t>
            </a:r>
          </a:p>
        </p:txBody>
      </p:sp>
      <p:pic>
        <p:nvPicPr>
          <p:cNvPr id="4" name="Graphic 3">
            <a:extLst>
              <a:ext uri="{FF2B5EF4-FFF2-40B4-BE49-F238E27FC236}">
                <a16:creationId xmlns:a16="http://schemas.microsoft.com/office/drawing/2014/main" id="{12A2695C-16E9-5A21-16A9-AC75BC26DB88}"/>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6200000">
            <a:off x="11384223" y="6170966"/>
            <a:ext cx="911645" cy="241661"/>
          </a:xfrm>
          <a:prstGeom prst="rect">
            <a:avLst/>
          </a:prstGeom>
        </p:spPr>
      </p:pic>
    </p:spTree>
    <p:extLst>
      <p:ext uri="{BB962C8B-B14F-4D97-AF65-F5344CB8AC3E}">
        <p14:creationId xmlns:p14="http://schemas.microsoft.com/office/powerpoint/2010/main" val="27172298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Section Header Option 3">
    <p:bg>
      <p:bgPr>
        <a:solidFill>
          <a:schemeClr val="accent1"/>
        </a:solidFill>
        <a:effectLst/>
      </p:bgPr>
    </p:bg>
    <p:spTree>
      <p:nvGrpSpPr>
        <p:cNvPr id="1" name=""/>
        <p:cNvGrpSpPr/>
        <p:nvPr/>
      </p:nvGrpSpPr>
      <p:grpSpPr>
        <a:xfrm>
          <a:off x="0" y="0"/>
          <a:ext cx="0" cy="0"/>
          <a:chOff x="0" y="0"/>
          <a:chExt cx="0" cy="0"/>
        </a:xfrm>
      </p:grpSpPr>
      <p:pic>
        <p:nvPicPr>
          <p:cNvPr id="20" name="Graphic 19">
            <a:extLst>
              <a:ext uri="{FF2B5EF4-FFF2-40B4-BE49-F238E27FC236}">
                <a16:creationId xmlns:a16="http://schemas.microsoft.com/office/drawing/2014/main" id="{3C69910E-ECE6-4B49-BCBB-BAFD33A9926C}"/>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7509" y="841244"/>
            <a:ext cx="12460717" cy="5242523"/>
          </a:xfrm>
          <a:custGeom>
            <a:avLst/>
            <a:gdLst>
              <a:gd name="connsiteX0" fmla="*/ 1047510 w 12460719"/>
              <a:gd name="connsiteY0" fmla="*/ 0 h 5242525"/>
              <a:gd name="connsiteX1" fmla="*/ 12460719 w 12460719"/>
              <a:gd name="connsiteY1" fmla="*/ 0 h 5242525"/>
              <a:gd name="connsiteX2" fmla="*/ 12460719 w 12460719"/>
              <a:gd name="connsiteY2" fmla="*/ 5242525 h 5242525"/>
              <a:gd name="connsiteX3" fmla="*/ 0 w 12460719"/>
              <a:gd name="connsiteY3" fmla="*/ 5242525 h 5242525"/>
              <a:gd name="connsiteX4" fmla="*/ 0 w 12460719"/>
              <a:gd name="connsiteY4" fmla="*/ 4540381 h 5242525"/>
              <a:gd name="connsiteX5" fmla="*/ 770486 w 12460719"/>
              <a:gd name="connsiteY5" fmla="*/ 4540381 h 5242525"/>
              <a:gd name="connsiteX6" fmla="*/ 1047510 w 12460719"/>
              <a:gd name="connsiteY6" fmla="*/ 4263357 h 5242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60719" h="5242525">
                <a:moveTo>
                  <a:pt x="1047510" y="0"/>
                </a:moveTo>
                <a:lnTo>
                  <a:pt x="12460719" y="0"/>
                </a:lnTo>
                <a:lnTo>
                  <a:pt x="12460719" y="5242525"/>
                </a:lnTo>
                <a:lnTo>
                  <a:pt x="0" y="5242525"/>
                </a:lnTo>
                <a:lnTo>
                  <a:pt x="0" y="4540381"/>
                </a:lnTo>
                <a:lnTo>
                  <a:pt x="770486" y="4540381"/>
                </a:lnTo>
                <a:cubicBezTo>
                  <a:pt x="923482" y="4540381"/>
                  <a:pt x="1047510" y="4416353"/>
                  <a:pt x="1047510" y="4263357"/>
                </a:cubicBezTo>
                <a:close/>
              </a:path>
            </a:pathLst>
          </a:custGeom>
        </p:spPr>
      </p:pic>
      <p:sp>
        <p:nvSpPr>
          <p:cNvPr id="2" name="Title 1">
            <a:extLst>
              <a:ext uri="{FF2B5EF4-FFF2-40B4-BE49-F238E27FC236}">
                <a16:creationId xmlns:a16="http://schemas.microsoft.com/office/drawing/2014/main" id="{F101353D-19F0-4884-9AB2-E050176C2C1A}"/>
              </a:ext>
            </a:extLst>
          </p:cNvPr>
          <p:cNvSpPr>
            <a:spLocks noGrp="1"/>
          </p:cNvSpPr>
          <p:nvPr>
            <p:ph type="title" hasCustomPrompt="1"/>
          </p:nvPr>
        </p:nvSpPr>
        <p:spPr>
          <a:xfrm>
            <a:off x="5590275" y="2009678"/>
            <a:ext cx="6229429" cy="2584733"/>
          </a:xfrm>
        </p:spPr>
        <p:txBody>
          <a:bodyPr anchor="b"/>
          <a:lstStyle>
            <a:lvl1pPr algn="l">
              <a:defRPr sz="6600" cap="all" baseline="0">
                <a:solidFill>
                  <a:schemeClr val="tx1">
                    <a:lumMod val="95000"/>
                  </a:schemeClr>
                </a:solidFill>
              </a:defRPr>
            </a:lvl1pPr>
          </a:lstStyle>
          <a:p>
            <a:r>
              <a:rPr lang="en-US"/>
              <a:t>DIVIDER Header or Callout</a:t>
            </a:r>
          </a:p>
        </p:txBody>
      </p:sp>
      <p:sp>
        <p:nvSpPr>
          <p:cNvPr id="3" name="Text Placeholder 2">
            <a:extLst>
              <a:ext uri="{FF2B5EF4-FFF2-40B4-BE49-F238E27FC236}">
                <a16:creationId xmlns:a16="http://schemas.microsoft.com/office/drawing/2014/main" id="{C10E0E0F-643C-4EE2-B4B4-39684E2614E3}"/>
              </a:ext>
            </a:extLst>
          </p:cNvPr>
          <p:cNvSpPr>
            <a:spLocks noGrp="1"/>
          </p:cNvSpPr>
          <p:nvPr>
            <p:ph type="body" idx="1" hasCustomPrompt="1"/>
          </p:nvPr>
        </p:nvSpPr>
        <p:spPr>
          <a:xfrm>
            <a:off x="5590274" y="4764831"/>
            <a:ext cx="6229430" cy="430028"/>
          </a:xfrm>
        </p:spPr>
        <p:txBody>
          <a:bodyPr/>
          <a:lstStyle>
            <a:lvl1pPr marL="0" indent="0" algn="l">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Subheading, optional</a:t>
            </a:r>
          </a:p>
        </p:txBody>
      </p:sp>
    </p:spTree>
    <p:extLst>
      <p:ext uri="{BB962C8B-B14F-4D97-AF65-F5344CB8AC3E}">
        <p14:creationId xmlns:p14="http://schemas.microsoft.com/office/powerpoint/2010/main" val="27642487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Section Header Option 4">
    <p:bg>
      <p:bgPr>
        <a:solidFill>
          <a:schemeClr val="accent2"/>
        </a:solidFill>
        <a:effectLst/>
      </p:bgPr>
    </p:bg>
    <p:spTree>
      <p:nvGrpSpPr>
        <p:cNvPr id="1" name=""/>
        <p:cNvGrpSpPr/>
        <p:nvPr/>
      </p:nvGrpSpPr>
      <p:grpSpPr>
        <a:xfrm>
          <a:off x="0" y="0"/>
          <a:ext cx="0" cy="0"/>
          <a:chOff x="0" y="0"/>
          <a:chExt cx="0" cy="0"/>
        </a:xfrm>
      </p:grpSpPr>
      <p:pic>
        <p:nvPicPr>
          <p:cNvPr id="20" name="Graphic 19">
            <a:extLst>
              <a:ext uri="{FF2B5EF4-FFF2-40B4-BE49-F238E27FC236}">
                <a16:creationId xmlns:a16="http://schemas.microsoft.com/office/drawing/2014/main" id="{3C69910E-ECE6-4B49-BCBB-BAFD33A9926C}"/>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7508" y="841244"/>
            <a:ext cx="12460714" cy="5242523"/>
          </a:xfrm>
          <a:custGeom>
            <a:avLst/>
            <a:gdLst>
              <a:gd name="connsiteX0" fmla="*/ 1047510 w 12460719"/>
              <a:gd name="connsiteY0" fmla="*/ 0 h 5242525"/>
              <a:gd name="connsiteX1" fmla="*/ 12460719 w 12460719"/>
              <a:gd name="connsiteY1" fmla="*/ 0 h 5242525"/>
              <a:gd name="connsiteX2" fmla="*/ 12460719 w 12460719"/>
              <a:gd name="connsiteY2" fmla="*/ 5242525 h 5242525"/>
              <a:gd name="connsiteX3" fmla="*/ 0 w 12460719"/>
              <a:gd name="connsiteY3" fmla="*/ 5242525 h 5242525"/>
              <a:gd name="connsiteX4" fmla="*/ 0 w 12460719"/>
              <a:gd name="connsiteY4" fmla="*/ 4540381 h 5242525"/>
              <a:gd name="connsiteX5" fmla="*/ 770486 w 12460719"/>
              <a:gd name="connsiteY5" fmla="*/ 4540381 h 5242525"/>
              <a:gd name="connsiteX6" fmla="*/ 1047510 w 12460719"/>
              <a:gd name="connsiteY6" fmla="*/ 4263357 h 5242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60719" h="5242525">
                <a:moveTo>
                  <a:pt x="1047510" y="0"/>
                </a:moveTo>
                <a:lnTo>
                  <a:pt x="12460719" y="0"/>
                </a:lnTo>
                <a:lnTo>
                  <a:pt x="12460719" y="5242525"/>
                </a:lnTo>
                <a:lnTo>
                  <a:pt x="0" y="5242525"/>
                </a:lnTo>
                <a:lnTo>
                  <a:pt x="0" y="4540381"/>
                </a:lnTo>
                <a:lnTo>
                  <a:pt x="770486" y="4540381"/>
                </a:lnTo>
                <a:cubicBezTo>
                  <a:pt x="923482" y="4540381"/>
                  <a:pt x="1047510" y="4416353"/>
                  <a:pt x="1047510" y="4263357"/>
                </a:cubicBezTo>
                <a:close/>
              </a:path>
            </a:pathLst>
          </a:custGeom>
        </p:spPr>
      </p:pic>
      <p:sp>
        <p:nvSpPr>
          <p:cNvPr id="2" name="Title 1">
            <a:extLst>
              <a:ext uri="{FF2B5EF4-FFF2-40B4-BE49-F238E27FC236}">
                <a16:creationId xmlns:a16="http://schemas.microsoft.com/office/drawing/2014/main" id="{F101353D-19F0-4884-9AB2-E050176C2C1A}"/>
              </a:ext>
            </a:extLst>
          </p:cNvPr>
          <p:cNvSpPr>
            <a:spLocks noGrp="1"/>
          </p:cNvSpPr>
          <p:nvPr>
            <p:ph type="title" hasCustomPrompt="1"/>
          </p:nvPr>
        </p:nvSpPr>
        <p:spPr>
          <a:xfrm>
            <a:off x="5590275" y="2009678"/>
            <a:ext cx="6229429" cy="2584733"/>
          </a:xfrm>
        </p:spPr>
        <p:txBody>
          <a:bodyPr anchor="b"/>
          <a:lstStyle>
            <a:lvl1pPr algn="l">
              <a:defRPr sz="6600" cap="all" baseline="0">
                <a:solidFill>
                  <a:schemeClr val="tx1">
                    <a:lumMod val="95000"/>
                  </a:schemeClr>
                </a:solidFill>
              </a:defRPr>
            </a:lvl1pPr>
          </a:lstStyle>
          <a:p>
            <a:r>
              <a:rPr lang="en-US"/>
              <a:t>DIVIDER Header or Callout</a:t>
            </a:r>
          </a:p>
        </p:txBody>
      </p:sp>
      <p:sp>
        <p:nvSpPr>
          <p:cNvPr id="3" name="Text Placeholder 2">
            <a:extLst>
              <a:ext uri="{FF2B5EF4-FFF2-40B4-BE49-F238E27FC236}">
                <a16:creationId xmlns:a16="http://schemas.microsoft.com/office/drawing/2014/main" id="{C10E0E0F-643C-4EE2-B4B4-39684E2614E3}"/>
              </a:ext>
            </a:extLst>
          </p:cNvPr>
          <p:cNvSpPr>
            <a:spLocks noGrp="1"/>
          </p:cNvSpPr>
          <p:nvPr>
            <p:ph type="body" idx="1" hasCustomPrompt="1"/>
          </p:nvPr>
        </p:nvSpPr>
        <p:spPr>
          <a:xfrm>
            <a:off x="5590274" y="4764831"/>
            <a:ext cx="6229430" cy="430028"/>
          </a:xfrm>
        </p:spPr>
        <p:txBody>
          <a:bodyPr/>
          <a:lstStyle>
            <a:lvl1pPr marL="0" indent="0" algn="l">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Subheading, optional</a:t>
            </a:r>
          </a:p>
        </p:txBody>
      </p:sp>
    </p:spTree>
    <p:extLst>
      <p:ext uri="{BB962C8B-B14F-4D97-AF65-F5344CB8AC3E}">
        <p14:creationId xmlns:p14="http://schemas.microsoft.com/office/powerpoint/2010/main" val="3599203728"/>
      </p:ext>
    </p:extLst>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Full Image Background Option 1">
    <p:bg bwMode="lt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515B009-1BDC-47A6-9FDB-7E9186DA10D7}"/>
              </a:ext>
            </a:extLst>
          </p:cNvPr>
          <p:cNvSpPr/>
          <p:nvPr userDrawn="1"/>
        </p:nvSpPr>
        <p:spPr bwMode="white">
          <a:xfrm>
            <a:off x="-1" y="0"/>
            <a:ext cx="12192001" cy="6857999"/>
          </a:xfrm>
          <a:prstGeom prst="rect">
            <a:avLst/>
          </a:prstGeom>
          <a:gradFill flip="none" rotWithShape="1">
            <a:gsLst>
              <a:gs pos="39000">
                <a:schemeClr val="bg2">
                  <a:alpha val="0"/>
                </a:schemeClr>
              </a:gs>
              <a:gs pos="100000">
                <a:schemeClr val="bg2">
                  <a:alpha val="67666"/>
                </a:schemeClr>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Placeholder 12">
            <a:extLst>
              <a:ext uri="{FF2B5EF4-FFF2-40B4-BE49-F238E27FC236}">
                <a16:creationId xmlns:a16="http://schemas.microsoft.com/office/drawing/2014/main" id="{936C1A3C-9EBB-4EB3-96B1-9496B212E1CD}"/>
              </a:ext>
            </a:extLst>
          </p:cNvPr>
          <p:cNvSpPr>
            <a:spLocks noGrp="1"/>
          </p:cNvSpPr>
          <p:nvPr>
            <p:ph type="body" sz="quarter" idx="13"/>
          </p:nvPr>
        </p:nvSpPr>
        <p:spPr>
          <a:xfrm>
            <a:off x="399621" y="4974760"/>
            <a:ext cx="4444785" cy="1301750"/>
          </a:xfrm>
        </p:spPr>
        <p:txBody>
          <a:bodyPr/>
          <a:lstStyle>
            <a:lvl1pPr>
              <a:buClr>
                <a:schemeClr val="accent4"/>
              </a:buClr>
              <a:defRPr/>
            </a:lvl1pPr>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itle 13">
            <a:extLst>
              <a:ext uri="{FF2B5EF4-FFF2-40B4-BE49-F238E27FC236}">
                <a16:creationId xmlns:a16="http://schemas.microsoft.com/office/drawing/2014/main" id="{7275158B-7A67-426D-ACEC-E545021D665E}"/>
              </a:ext>
            </a:extLst>
          </p:cNvPr>
          <p:cNvSpPr>
            <a:spLocks noGrp="1"/>
          </p:cNvSpPr>
          <p:nvPr>
            <p:ph type="title" hasCustomPrompt="1"/>
          </p:nvPr>
        </p:nvSpPr>
        <p:spPr>
          <a:xfrm>
            <a:off x="403508" y="2566472"/>
            <a:ext cx="4444786" cy="2295693"/>
          </a:xfrm>
        </p:spPr>
        <p:txBody>
          <a:bodyPr/>
          <a:lstStyle>
            <a:lvl1pPr>
              <a:defRPr>
                <a:solidFill>
                  <a:schemeClr val="tx1"/>
                </a:solidFill>
              </a:defRPr>
            </a:lvl1pPr>
          </a:lstStyle>
          <a:p>
            <a:r>
              <a:rPr lang="en-US"/>
              <a:t>Divider or Impact Slide Option1</a:t>
            </a:r>
          </a:p>
        </p:txBody>
      </p:sp>
      <p:sp>
        <p:nvSpPr>
          <p:cNvPr id="12" name="TextBox 11">
            <a:extLst>
              <a:ext uri="{FF2B5EF4-FFF2-40B4-BE49-F238E27FC236}">
                <a16:creationId xmlns:a16="http://schemas.microsoft.com/office/drawing/2014/main" id="{8C16FE3C-5752-48B8-9DA4-7968A6B1B334}"/>
              </a:ext>
            </a:extLst>
          </p:cNvPr>
          <p:cNvSpPr txBox="1"/>
          <p:nvPr userDrawn="1"/>
        </p:nvSpPr>
        <p:spPr>
          <a:xfrm>
            <a:off x="-1377387" y="5251"/>
            <a:ext cx="1319384" cy="3600986"/>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161614"/>
                </a:solidFill>
                <a:effectLst/>
                <a:uLnTx/>
                <a:uFillTx/>
              </a:rPr>
              <a:t>TEMPLATE NOTES </a:t>
            </a:r>
            <a:br>
              <a:rPr kumimoji="0" lang="en-US" sz="900" b="1" i="0" u="none" strike="noStrike" kern="0" cap="none" spc="0" normalizeH="0" baseline="0" noProof="0">
                <a:ln>
                  <a:noFill/>
                </a:ln>
                <a:solidFill>
                  <a:srgbClr val="161614"/>
                </a:solidFill>
                <a:effectLst/>
                <a:uLnTx/>
                <a:uFillTx/>
              </a:rPr>
            </a:br>
            <a:r>
              <a:rPr kumimoji="0" lang="en-US" sz="900" b="0" i="1" u="none" strike="noStrike" kern="0" cap="none" spc="0" normalizeH="0" baseline="0" noProof="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61614"/>
                </a:solidFill>
                <a:effectLst/>
                <a:uLnTx/>
                <a:uFillTx/>
              </a:rPr>
              <a:t>To change the image, right-click on the image and choose “Format Background.” Select Picture or Texture Fill. Select a Full-Image-Slide approved image from the library on SharePoint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Marketing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Documents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Design Resources &gt;  PowerPoint Templates &gt; </a:t>
            </a:r>
            <a:r>
              <a:rPr lang="en-US" sz="900">
                <a:solidFill>
                  <a:schemeClr val="bg1"/>
                </a:solidFill>
              </a:rPr>
              <a:t>Anytime Fitness </a:t>
            </a:r>
            <a:r>
              <a:rPr kumimoji="0" lang="en-US" sz="900" b="0" i="0" u="none" strike="noStrike" kern="0" cap="none" spc="0" normalizeH="0" baseline="0" noProof="0">
                <a:ln>
                  <a:noFill/>
                </a:ln>
                <a:solidFill>
                  <a:srgbClr val="161614"/>
                </a:solidFill>
                <a:effectLst/>
                <a:uLnTx/>
                <a:uFillTx/>
              </a:rPr>
              <a:t>&gt;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PPT Image Library.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Or, simply type in this URL: </a:t>
            </a:r>
            <a:r>
              <a:rPr lang="en-US" sz="900">
                <a:hlinkClick r:id="rId3"/>
              </a:rPr>
              <a:t>bit.ly/AF-PPT</a:t>
            </a:r>
            <a:r>
              <a:rPr lang="en-US" sz="900"/>
              <a:t> </a:t>
            </a:r>
            <a:endParaRPr lang="en-US" sz="900" i="1"/>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161614"/>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61614"/>
                </a:solidFill>
                <a:effectLst/>
                <a:uLnTx/>
                <a:uFillTx/>
              </a:rPr>
              <a:t>You may move the text boxes depending on the image you use. </a:t>
            </a:r>
          </a:p>
        </p:txBody>
      </p:sp>
      <p:pic>
        <p:nvPicPr>
          <p:cNvPr id="5" name="Picture 4">
            <a:extLst>
              <a:ext uri="{FF2B5EF4-FFF2-40B4-BE49-F238E27FC236}">
                <a16:creationId xmlns:a16="http://schemas.microsoft.com/office/drawing/2014/main" id="{C9AE4D0D-76A0-97AF-129B-81454A90A178}"/>
              </a:ext>
            </a:extLst>
          </p:cNvPr>
          <p:cNvPicPr>
            <a:picLocks noChangeAspect="1"/>
          </p:cNvPicPr>
          <p:nvPr userDrawn="1"/>
        </p:nvPicPr>
        <p:blipFill>
          <a:blip r:embed="rId4"/>
          <a:stretch>
            <a:fillRect/>
          </a:stretch>
        </p:blipFill>
        <p:spPr>
          <a:xfrm>
            <a:off x="11228832" y="0"/>
            <a:ext cx="963168" cy="6858000"/>
          </a:xfrm>
          <a:prstGeom prst="rect">
            <a:avLst/>
          </a:prstGeom>
        </p:spPr>
      </p:pic>
      <p:pic>
        <p:nvPicPr>
          <p:cNvPr id="3" name="Graphic 2">
            <a:extLst>
              <a:ext uri="{FF2B5EF4-FFF2-40B4-BE49-F238E27FC236}">
                <a16:creationId xmlns:a16="http://schemas.microsoft.com/office/drawing/2014/main" id="{7B5D1954-B6FD-5BA5-7306-5D2F90DA81DD}"/>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16200000">
            <a:off x="11384223" y="6170966"/>
            <a:ext cx="911645" cy="241661"/>
          </a:xfrm>
          <a:prstGeom prst="rect">
            <a:avLst/>
          </a:prstGeom>
        </p:spPr>
      </p:pic>
    </p:spTree>
    <p:extLst>
      <p:ext uri="{BB962C8B-B14F-4D97-AF65-F5344CB8AC3E}">
        <p14:creationId xmlns:p14="http://schemas.microsoft.com/office/powerpoint/2010/main" val="26370194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tatement or Quote Option 1">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3BFD7D5-14DE-CC2F-5ED0-1A0F545D6B18}"/>
              </a:ext>
            </a:extLst>
          </p:cNvPr>
          <p:cNvSpPr/>
          <p:nvPr userDrawn="1"/>
        </p:nvSpPr>
        <p:spPr>
          <a:xfrm>
            <a:off x="2693772" y="0"/>
            <a:ext cx="9498227" cy="520219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ED72B5-0DE3-480A-A47C-380A51CCE9BF}"/>
              </a:ext>
            </a:extLst>
          </p:cNvPr>
          <p:cNvSpPr>
            <a:spLocks noGrp="1"/>
          </p:cNvSpPr>
          <p:nvPr>
            <p:ph type="title" hasCustomPrompt="1"/>
          </p:nvPr>
        </p:nvSpPr>
        <p:spPr>
          <a:xfrm>
            <a:off x="3726537" y="1039058"/>
            <a:ext cx="5823863" cy="2615662"/>
          </a:xfrm>
        </p:spPr>
        <p:txBody>
          <a:bodyPr/>
          <a:lstStyle>
            <a:lvl1pPr algn="l">
              <a:defRPr sz="3600">
                <a:solidFill>
                  <a:schemeClr val="tx1"/>
                </a:solidFill>
              </a:defRPr>
            </a:lvl1pPr>
          </a:lstStyle>
          <a:p>
            <a:r>
              <a:rPr lang="en-US"/>
              <a:t>Use brief story-prompting or high-impact statements </a:t>
            </a:r>
            <a:br>
              <a:rPr lang="en-US"/>
            </a:br>
            <a:r>
              <a:rPr lang="en-US"/>
              <a:t>or quotes.</a:t>
            </a:r>
          </a:p>
        </p:txBody>
      </p:sp>
      <p:sp>
        <p:nvSpPr>
          <p:cNvPr id="3" name="Date Placeholder 2">
            <a:extLst>
              <a:ext uri="{FF2B5EF4-FFF2-40B4-BE49-F238E27FC236}">
                <a16:creationId xmlns:a16="http://schemas.microsoft.com/office/drawing/2014/main" id="{77AABBCA-B42C-4879-939D-9EEF3E0CD065}"/>
              </a:ext>
            </a:extLst>
          </p:cNvPr>
          <p:cNvSpPr>
            <a:spLocks noGrp="1"/>
          </p:cNvSpPr>
          <p:nvPr>
            <p:ph type="dt" sz="half" idx="10"/>
          </p:nvPr>
        </p:nvSpPr>
        <p:spPr/>
        <p:txBody>
          <a:bodyPr/>
          <a:lstStyle/>
          <a:p>
            <a:fld id="{331BE257-1BCB-4EE5-A7A7-89254DCC1A7D}" type="datetime1">
              <a:rPr lang="en-US" smtClean="0"/>
              <a:t>8/14/24</a:t>
            </a:fld>
            <a:endParaRPr lang="en-US"/>
          </a:p>
        </p:txBody>
      </p:sp>
      <p:sp>
        <p:nvSpPr>
          <p:cNvPr id="5" name="Slide Number Placeholder 4">
            <a:extLst>
              <a:ext uri="{FF2B5EF4-FFF2-40B4-BE49-F238E27FC236}">
                <a16:creationId xmlns:a16="http://schemas.microsoft.com/office/drawing/2014/main" id="{5A70E992-8B9B-4752-AFD5-FA7BDF4AFFEC}"/>
              </a:ext>
            </a:extLst>
          </p:cNvPr>
          <p:cNvSpPr>
            <a:spLocks noGrp="1"/>
          </p:cNvSpPr>
          <p:nvPr>
            <p:ph type="sldNum" sz="quarter" idx="12"/>
          </p:nvPr>
        </p:nvSpPr>
        <p:spPr/>
        <p:txBody>
          <a:bodyPr/>
          <a:lstStyle/>
          <a:p>
            <a:fld id="{545951DD-1C6A-495F-8185-4C73F8F8B75A}" type="slidenum">
              <a:rPr lang="en-US" smtClean="0"/>
              <a:pPr/>
              <a:t>‹#›</a:t>
            </a:fld>
            <a:endParaRPr lang="en-US"/>
          </a:p>
        </p:txBody>
      </p:sp>
      <p:sp>
        <p:nvSpPr>
          <p:cNvPr id="7" name="Text Placeholder 6">
            <a:extLst>
              <a:ext uri="{FF2B5EF4-FFF2-40B4-BE49-F238E27FC236}">
                <a16:creationId xmlns:a16="http://schemas.microsoft.com/office/drawing/2014/main" id="{19A8536F-2A26-424C-A525-B200AC38198B}"/>
              </a:ext>
            </a:extLst>
          </p:cNvPr>
          <p:cNvSpPr>
            <a:spLocks noGrp="1"/>
          </p:cNvSpPr>
          <p:nvPr>
            <p:ph type="body" sz="quarter" idx="13" hasCustomPrompt="1"/>
          </p:nvPr>
        </p:nvSpPr>
        <p:spPr>
          <a:xfrm>
            <a:off x="3726537" y="3710886"/>
            <a:ext cx="4738925" cy="585941"/>
          </a:xfrm>
        </p:spPr>
        <p:txBody>
          <a:bodyPr/>
          <a:lstStyle>
            <a:lvl1pPr marL="0" indent="0" algn="l">
              <a:spcBef>
                <a:spcPts val="0"/>
              </a:spcBef>
              <a:buNone/>
              <a:defRPr sz="1000" b="0" cap="none" baseline="0">
                <a:solidFill>
                  <a:schemeClr val="tx1"/>
                </a:solidFill>
              </a:defRPr>
            </a:lvl1pPr>
            <a:lvl2pPr algn="ctr">
              <a:spcBef>
                <a:spcPts val="0"/>
              </a:spcBef>
              <a:buNone/>
              <a:defRPr sz="1000" b="0" cap="none" baseline="0"/>
            </a:lvl2pPr>
            <a:lvl3pPr marL="0" indent="0" algn="ctr">
              <a:spcBef>
                <a:spcPts val="0"/>
              </a:spcBef>
              <a:buNone/>
              <a:defRPr sz="1000" b="0" cap="none" baseline="0"/>
            </a:lvl3pPr>
            <a:lvl4pPr marL="0" indent="0" algn="ctr">
              <a:spcBef>
                <a:spcPts val="0"/>
              </a:spcBef>
              <a:buNone/>
              <a:defRPr sz="1000" b="0" cap="none" baseline="0"/>
            </a:lvl4pPr>
            <a:lvl5pPr marL="0" indent="0" algn="ctr">
              <a:spcBef>
                <a:spcPts val="0"/>
              </a:spcBef>
              <a:buNone/>
              <a:defRPr sz="1000" b="0" cap="none" baseline="0"/>
            </a:lvl5pPr>
          </a:lstStyle>
          <a:p>
            <a:pPr lvl="0"/>
            <a:r>
              <a:rPr lang="en-US"/>
              <a:t>Keep supporting copy simple or non existent.</a:t>
            </a:r>
          </a:p>
        </p:txBody>
      </p:sp>
      <p:sp>
        <p:nvSpPr>
          <p:cNvPr id="4" name="Footer Placeholder 3">
            <a:extLst>
              <a:ext uri="{FF2B5EF4-FFF2-40B4-BE49-F238E27FC236}">
                <a16:creationId xmlns:a16="http://schemas.microsoft.com/office/drawing/2014/main" id="{2005B65F-262C-483B-B42F-49281270B352}"/>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7275680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tatement or Quote Option 2">
    <p:bg>
      <p:bgPr>
        <a:solidFill>
          <a:schemeClr val="accent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7FF2893E-8E09-0041-F569-01FD765F9A7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688"/>
            <a:ext cx="12192000" cy="6856622"/>
          </a:xfrm>
          <a:prstGeom prst="rect">
            <a:avLst/>
          </a:prstGeom>
        </p:spPr>
      </p:pic>
      <p:sp>
        <p:nvSpPr>
          <p:cNvPr id="12" name="Rectangle: Single Corner Rounded 11">
            <a:extLst>
              <a:ext uri="{FF2B5EF4-FFF2-40B4-BE49-F238E27FC236}">
                <a16:creationId xmlns:a16="http://schemas.microsoft.com/office/drawing/2014/main" id="{FFB97BF6-4D74-4C17-A650-2877BE077A03}"/>
              </a:ext>
            </a:extLst>
          </p:cNvPr>
          <p:cNvSpPr/>
          <p:nvPr userDrawn="1"/>
        </p:nvSpPr>
        <p:spPr bwMode="ltGray">
          <a:xfrm rot="10800000" flipH="1">
            <a:off x="-1" y="0"/>
            <a:ext cx="9844601" cy="5591654"/>
          </a:xfrm>
          <a:prstGeom prst="round1Rect">
            <a:avLst>
              <a:gd name="adj" fmla="val 0"/>
            </a:avLst>
          </a:pr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ED72B5-0DE3-480A-A47C-380A51CCE9BF}"/>
              </a:ext>
            </a:extLst>
          </p:cNvPr>
          <p:cNvSpPr>
            <a:spLocks noGrp="1"/>
          </p:cNvSpPr>
          <p:nvPr>
            <p:ph type="title" hasCustomPrompt="1"/>
          </p:nvPr>
        </p:nvSpPr>
        <p:spPr>
          <a:xfrm>
            <a:off x="1019498" y="1425815"/>
            <a:ext cx="7420892" cy="2153884"/>
          </a:xfrm>
        </p:spPr>
        <p:txBody>
          <a:bodyPr/>
          <a:lstStyle>
            <a:lvl1pPr algn="l">
              <a:defRPr sz="4000">
                <a:solidFill>
                  <a:schemeClr val="tx1"/>
                </a:solidFill>
              </a:defRPr>
            </a:lvl1pPr>
          </a:lstStyle>
          <a:p>
            <a:r>
              <a:rPr lang="en-US"/>
              <a:t>Use brief story-prompting or high-impact statements/</a:t>
            </a:r>
            <a:br>
              <a:rPr lang="en-US"/>
            </a:br>
            <a:r>
              <a:rPr lang="en-US"/>
              <a:t>quotes on these slides.</a:t>
            </a:r>
          </a:p>
        </p:txBody>
      </p:sp>
      <p:sp>
        <p:nvSpPr>
          <p:cNvPr id="3" name="Date Placeholder 2">
            <a:extLst>
              <a:ext uri="{FF2B5EF4-FFF2-40B4-BE49-F238E27FC236}">
                <a16:creationId xmlns:a16="http://schemas.microsoft.com/office/drawing/2014/main" id="{77AABBCA-B42C-4879-939D-9EEF3E0CD065}"/>
              </a:ext>
            </a:extLst>
          </p:cNvPr>
          <p:cNvSpPr>
            <a:spLocks noGrp="1"/>
          </p:cNvSpPr>
          <p:nvPr>
            <p:ph type="dt" sz="half" idx="10"/>
          </p:nvPr>
        </p:nvSpPr>
        <p:spPr/>
        <p:txBody>
          <a:bodyPr/>
          <a:lstStyle/>
          <a:p>
            <a:fld id="{9844FC6D-65AC-4F88-94EF-36A26B67D3BC}" type="datetime1">
              <a:rPr lang="en-US" smtClean="0"/>
              <a:t>8/14/24</a:t>
            </a:fld>
            <a:endParaRPr lang="en-US"/>
          </a:p>
        </p:txBody>
      </p:sp>
      <p:sp>
        <p:nvSpPr>
          <p:cNvPr id="4" name="Footer Placeholder 3">
            <a:extLst>
              <a:ext uri="{FF2B5EF4-FFF2-40B4-BE49-F238E27FC236}">
                <a16:creationId xmlns:a16="http://schemas.microsoft.com/office/drawing/2014/main" id="{2005B65F-262C-483B-B42F-49281270B352}"/>
              </a:ext>
            </a:extLst>
          </p:cNvPr>
          <p:cNvSpPr>
            <a:spLocks noGrp="1"/>
          </p:cNvSpPr>
          <p:nvPr>
            <p:ph type="ftr" sz="quarter" idx="11"/>
          </p:nvPr>
        </p:nvSpPr>
        <p:spPr/>
        <p:txBody>
          <a:bodyPr/>
          <a:lstStyle>
            <a:lvl1pPr>
              <a:defRPr>
                <a:solidFill>
                  <a:schemeClr val="tx1"/>
                </a:solidFill>
              </a:defRPr>
            </a:lvl1pPr>
          </a:lstStyle>
          <a:p>
            <a:endParaRPr lang="en-US"/>
          </a:p>
        </p:txBody>
      </p:sp>
      <p:sp>
        <p:nvSpPr>
          <p:cNvPr id="5" name="Slide Number Placeholder 4">
            <a:extLst>
              <a:ext uri="{FF2B5EF4-FFF2-40B4-BE49-F238E27FC236}">
                <a16:creationId xmlns:a16="http://schemas.microsoft.com/office/drawing/2014/main" id="{5A70E992-8B9B-4752-AFD5-FA7BDF4AFFEC}"/>
              </a:ext>
            </a:extLst>
          </p:cNvPr>
          <p:cNvSpPr>
            <a:spLocks noGrp="1"/>
          </p:cNvSpPr>
          <p:nvPr>
            <p:ph type="sldNum" sz="quarter" idx="12"/>
          </p:nvPr>
        </p:nvSpPr>
        <p:spPr bwMode="white"/>
        <p:txBody>
          <a:bodyPr/>
          <a:lstStyle/>
          <a:p>
            <a:fld id="{545951DD-1C6A-495F-8185-4C73F8F8B75A}" type="slidenum">
              <a:rPr lang="en-US" smtClean="0"/>
              <a:pPr/>
              <a:t>‹#›</a:t>
            </a:fld>
            <a:endParaRPr lang="en-US"/>
          </a:p>
        </p:txBody>
      </p:sp>
      <p:sp>
        <p:nvSpPr>
          <p:cNvPr id="7" name="Text Placeholder 6">
            <a:extLst>
              <a:ext uri="{FF2B5EF4-FFF2-40B4-BE49-F238E27FC236}">
                <a16:creationId xmlns:a16="http://schemas.microsoft.com/office/drawing/2014/main" id="{19A8536F-2A26-424C-A525-B200AC38198B}"/>
              </a:ext>
            </a:extLst>
          </p:cNvPr>
          <p:cNvSpPr>
            <a:spLocks noGrp="1"/>
          </p:cNvSpPr>
          <p:nvPr>
            <p:ph type="body" sz="quarter" idx="13" hasCustomPrompt="1"/>
          </p:nvPr>
        </p:nvSpPr>
        <p:spPr>
          <a:xfrm>
            <a:off x="1062834" y="3790031"/>
            <a:ext cx="5486400" cy="917813"/>
          </a:xfrm>
        </p:spPr>
        <p:txBody>
          <a:bodyPr/>
          <a:lstStyle>
            <a:lvl1pPr marL="0" indent="0" algn="l">
              <a:spcBef>
                <a:spcPts val="0"/>
              </a:spcBef>
              <a:buNone/>
              <a:defRPr sz="1000" b="0" cap="none" baseline="0">
                <a:solidFill>
                  <a:schemeClr val="tx1"/>
                </a:solidFill>
              </a:defRPr>
            </a:lvl1pPr>
            <a:lvl2pPr algn="ctr">
              <a:spcBef>
                <a:spcPts val="0"/>
              </a:spcBef>
              <a:buNone/>
              <a:defRPr sz="1000" b="0" cap="none" baseline="0"/>
            </a:lvl2pPr>
            <a:lvl3pPr marL="0" indent="0" algn="ctr">
              <a:spcBef>
                <a:spcPts val="0"/>
              </a:spcBef>
              <a:buNone/>
              <a:defRPr sz="1000" b="0" cap="none" baseline="0"/>
            </a:lvl3pPr>
            <a:lvl4pPr marL="0" indent="0" algn="ctr">
              <a:spcBef>
                <a:spcPts val="0"/>
              </a:spcBef>
              <a:buNone/>
              <a:defRPr sz="1000" b="0" cap="none" baseline="0"/>
            </a:lvl4pPr>
            <a:lvl5pPr marL="0" indent="0" algn="ctr">
              <a:spcBef>
                <a:spcPts val="0"/>
              </a:spcBef>
              <a:buNone/>
              <a:defRPr sz="1000" b="0" cap="none" baseline="0"/>
            </a:lvl5pPr>
          </a:lstStyle>
          <a:p>
            <a:pPr lvl="0"/>
            <a:r>
              <a:rPr lang="en-US"/>
              <a:t>Keep supporting copy simple or non existent.</a:t>
            </a:r>
          </a:p>
        </p:txBody>
      </p:sp>
      <p:pic>
        <p:nvPicPr>
          <p:cNvPr id="13" name="Graphic 12">
            <a:extLst>
              <a:ext uri="{FF2B5EF4-FFF2-40B4-BE49-F238E27FC236}">
                <a16:creationId xmlns:a16="http://schemas.microsoft.com/office/drawing/2014/main" id="{83378094-0398-414F-B98D-F20A339EF086}"/>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6200000">
            <a:off x="11384223" y="6170966"/>
            <a:ext cx="911645" cy="241661"/>
          </a:xfrm>
          <a:prstGeom prst="rect">
            <a:avLst/>
          </a:prstGeom>
        </p:spPr>
      </p:pic>
    </p:spTree>
    <p:extLst>
      <p:ext uri="{BB962C8B-B14F-4D97-AF65-F5344CB8AC3E}">
        <p14:creationId xmlns:p14="http://schemas.microsoft.com/office/powerpoint/2010/main" val="28312978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tatement or Quote Option 3">
    <p:bg>
      <p:bgRef idx="1001">
        <a:schemeClr val="bg1"/>
      </p:bgRef>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90639498-EAFC-AFC5-76E3-74C0285BDAF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4723" t="18912" r="4478" b="289"/>
          <a:stretch/>
        </p:blipFill>
        <p:spPr>
          <a:xfrm>
            <a:off x="10700" y="4810"/>
            <a:ext cx="12185897" cy="6853190"/>
          </a:xfrm>
          <a:prstGeom prst="rect">
            <a:avLst/>
          </a:prstGeom>
        </p:spPr>
      </p:pic>
      <p:sp>
        <p:nvSpPr>
          <p:cNvPr id="12" name="Rectangle: Single Corner Rounded 11">
            <a:extLst>
              <a:ext uri="{FF2B5EF4-FFF2-40B4-BE49-F238E27FC236}">
                <a16:creationId xmlns:a16="http://schemas.microsoft.com/office/drawing/2014/main" id="{FFB97BF6-4D74-4C17-A650-2877BE077A03}"/>
              </a:ext>
            </a:extLst>
          </p:cNvPr>
          <p:cNvSpPr/>
          <p:nvPr userDrawn="1"/>
        </p:nvSpPr>
        <p:spPr bwMode="ltGray">
          <a:xfrm rot="10800000" flipH="1">
            <a:off x="1246468" y="0"/>
            <a:ext cx="9844601" cy="5591654"/>
          </a:xfrm>
          <a:prstGeom prst="round1Rect">
            <a:avLst>
              <a:gd name="adj" fmla="val 0"/>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ED72B5-0DE3-480A-A47C-380A51CCE9BF}"/>
              </a:ext>
            </a:extLst>
          </p:cNvPr>
          <p:cNvSpPr>
            <a:spLocks noGrp="1"/>
          </p:cNvSpPr>
          <p:nvPr>
            <p:ph type="title" hasCustomPrompt="1"/>
          </p:nvPr>
        </p:nvSpPr>
        <p:spPr>
          <a:xfrm>
            <a:off x="2265967" y="1425815"/>
            <a:ext cx="7420892" cy="2153884"/>
          </a:xfrm>
        </p:spPr>
        <p:txBody>
          <a:bodyPr/>
          <a:lstStyle>
            <a:lvl1pPr algn="l">
              <a:defRPr sz="4000">
                <a:solidFill>
                  <a:schemeClr val="accent1"/>
                </a:solidFill>
              </a:defRPr>
            </a:lvl1pPr>
          </a:lstStyle>
          <a:p>
            <a:r>
              <a:rPr lang="en-US"/>
              <a:t>Use brief story-prompting or high-impact statements/</a:t>
            </a:r>
            <a:br>
              <a:rPr lang="en-US"/>
            </a:br>
            <a:r>
              <a:rPr lang="en-US"/>
              <a:t>quotes on these slides.</a:t>
            </a:r>
          </a:p>
        </p:txBody>
      </p:sp>
      <p:sp>
        <p:nvSpPr>
          <p:cNvPr id="3" name="Date Placeholder 2">
            <a:extLst>
              <a:ext uri="{FF2B5EF4-FFF2-40B4-BE49-F238E27FC236}">
                <a16:creationId xmlns:a16="http://schemas.microsoft.com/office/drawing/2014/main" id="{77AABBCA-B42C-4879-939D-9EEF3E0CD065}"/>
              </a:ext>
            </a:extLst>
          </p:cNvPr>
          <p:cNvSpPr>
            <a:spLocks noGrp="1"/>
          </p:cNvSpPr>
          <p:nvPr>
            <p:ph type="dt" sz="half" idx="10"/>
          </p:nvPr>
        </p:nvSpPr>
        <p:spPr/>
        <p:txBody>
          <a:bodyPr/>
          <a:lstStyle/>
          <a:p>
            <a:fld id="{9844FC6D-65AC-4F88-94EF-36A26B67D3BC}" type="datetime1">
              <a:rPr lang="en-US" smtClean="0"/>
              <a:t>8/14/24</a:t>
            </a:fld>
            <a:endParaRPr lang="en-US"/>
          </a:p>
        </p:txBody>
      </p:sp>
      <p:sp>
        <p:nvSpPr>
          <p:cNvPr id="4" name="Footer Placeholder 3">
            <a:extLst>
              <a:ext uri="{FF2B5EF4-FFF2-40B4-BE49-F238E27FC236}">
                <a16:creationId xmlns:a16="http://schemas.microsoft.com/office/drawing/2014/main" id="{2005B65F-262C-483B-B42F-49281270B352}"/>
              </a:ext>
            </a:extLst>
          </p:cNvPr>
          <p:cNvSpPr>
            <a:spLocks noGrp="1"/>
          </p:cNvSpPr>
          <p:nvPr>
            <p:ph type="ftr" sz="quarter" idx="11"/>
          </p:nvPr>
        </p:nvSpPr>
        <p:spPr/>
        <p:txBody>
          <a:bodyPr/>
          <a:lstStyle>
            <a:lvl1pPr>
              <a:defRPr>
                <a:solidFill>
                  <a:schemeClr val="tx1"/>
                </a:solidFill>
              </a:defRPr>
            </a:lvl1pPr>
          </a:lstStyle>
          <a:p>
            <a:endParaRPr lang="en-US"/>
          </a:p>
        </p:txBody>
      </p:sp>
      <p:sp>
        <p:nvSpPr>
          <p:cNvPr id="7" name="Text Placeholder 6">
            <a:extLst>
              <a:ext uri="{FF2B5EF4-FFF2-40B4-BE49-F238E27FC236}">
                <a16:creationId xmlns:a16="http://schemas.microsoft.com/office/drawing/2014/main" id="{19A8536F-2A26-424C-A525-B200AC38198B}"/>
              </a:ext>
            </a:extLst>
          </p:cNvPr>
          <p:cNvSpPr>
            <a:spLocks noGrp="1"/>
          </p:cNvSpPr>
          <p:nvPr>
            <p:ph type="body" sz="quarter" idx="13" hasCustomPrompt="1"/>
          </p:nvPr>
        </p:nvSpPr>
        <p:spPr>
          <a:xfrm>
            <a:off x="2309303" y="3790031"/>
            <a:ext cx="5486400" cy="917813"/>
          </a:xfrm>
        </p:spPr>
        <p:txBody>
          <a:bodyPr/>
          <a:lstStyle>
            <a:lvl1pPr marL="0" indent="0" algn="l">
              <a:spcBef>
                <a:spcPts val="0"/>
              </a:spcBef>
              <a:buNone/>
              <a:defRPr sz="1000" b="0" cap="none" baseline="0">
                <a:solidFill>
                  <a:schemeClr val="accent1"/>
                </a:solidFill>
              </a:defRPr>
            </a:lvl1pPr>
            <a:lvl2pPr algn="ctr">
              <a:spcBef>
                <a:spcPts val="0"/>
              </a:spcBef>
              <a:buNone/>
              <a:defRPr sz="1000" b="0" cap="none" baseline="0"/>
            </a:lvl2pPr>
            <a:lvl3pPr marL="0" indent="0" algn="ctr">
              <a:spcBef>
                <a:spcPts val="0"/>
              </a:spcBef>
              <a:buNone/>
              <a:defRPr sz="1000" b="0" cap="none" baseline="0"/>
            </a:lvl3pPr>
            <a:lvl4pPr marL="0" indent="0" algn="ctr">
              <a:spcBef>
                <a:spcPts val="0"/>
              </a:spcBef>
              <a:buNone/>
              <a:defRPr sz="1000" b="0" cap="none" baseline="0"/>
            </a:lvl4pPr>
            <a:lvl5pPr marL="0" indent="0" algn="ctr">
              <a:spcBef>
                <a:spcPts val="0"/>
              </a:spcBef>
              <a:buNone/>
              <a:defRPr sz="1000" b="0" cap="none" baseline="0"/>
            </a:lvl5pPr>
          </a:lstStyle>
          <a:p>
            <a:pPr lvl="0"/>
            <a:r>
              <a:rPr lang="en-US"/>
              <a:t>Keep supporting copy simple or non existent.</a:t>
            </a:r>
          </a:p>
        </p:txBody>
      </p:sp>
      <p:sp>
        <p:nvSpPr>
          <p:cNvPr id="6" name="Slide Number Placeholder 3">
            <a:extLst>
              <a:ext uri="{FF2B5EF4-FFF2-40B4-BE49-F238E27FC236}">
                <a16:creationId xmlns:a16="http://schemas.microsoft.com/office/drawing/2014/main" id="{7DD6D999-E340-093D-5C46-0A4C04855D2C}"/>
              </a:ext>
            </a:extLst>
          </p:cNvPr>
          <p:cNvSpPr>
            <a:spLocks noGrp="1"/>
          </p:cNvSpPr>
          <p:nvPr>
            <p:ph type="sldNum" sz="quarter" idx="14"/>
          </p:nvPr>
        </p:nvSpPr>
        <p:spPr>
          <a:xfrm>
            <a:off x="11674225" y="5477347"/>
            <a:ext cx="305503" cy="306298"/>
          </a:xfrm>
          <a:ln>
            <a:solidFill>
              <a:schemeClr val="accent1"/>
            </a:solidFill>
          </a:ln>
        </p:spPr>
        <p:txBody>
          <a:bodyPr/>
          <a:lstStyle>
            <a:lvl1pPr>
              <a:defRPr>
                <a:solidFill>
                  <a:schemeClr val="accent1"/>
                </a:solidFill>
              </a:defRPr>
            </a:lvl1pPr>
          </a:lstStyle>
          <a:p>
            <a:fld id="{545951DD-1C6A-495F-8185-4C73F8F8B75A}" type="slidenum">
              <a:rPr lang="en-US" smtClean="0"/>
              <a:pPr/>
              <a:t>‹#›</a:t>
            </a:fld>
            <a:endParaRPr lang="en-US"/>
          </a:p>
        </p:txBody>
      </p:sp>
      <p:grpSp>
        <p:nvGrpSpPr>
          <p:cNvPr id="9" name="Graphic 11">
            <a:extLst>
              <a:ext uri="{FF2B5EF4-FFF2-40B4-BE49-F238E27FC236}">
                <a16:creationId xmlns:a16="http://schemas.microsoft.com/office/drawing/2014/main" id="{3AFDA6EC-F399-73DA-5027-21768A87A387}"/>
              </a:ext>
            </a:extLst>
          </p:cNvPr>
          <p:cNvGrpSpPr/>
          <p:nvPr userDrawn="1"/>
        </p:nvGrpSpPr>
        <p:grpSpPr>
          <a:xfrm rot="16200000">
            <a:off x="11384220" y="6170961"/>
            <a:ext cx="912230" cy="242400"/>
            <a:chOff x="11384220" y="6170961"/>
            <a:chExt cx="912230" cy="242400"/>
          </a:xfrm>
          <a:solidFill>
            <a:srgbClr val="2D2926"/>
          </a:solidFill>
        </p:grpSpPr>
        <p:sp>
          <p:nvSpPr>
            <p:cNvPr id="10" name="Freeform: Shape 10">
              <a:extLst>
                <a:ext uri="{FF2B5EF4-FFF2-40B4-BE49-F238E27FC236}">
                  <a16:creationId xmlns:a16="http://schemas.microsoft.com/office/drawing/2014/main" id="{B0F1A0E7-BC14-6BEB-4D44-142936A7F3F9}"/>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11" name="Freeform: Shape 11">
              <a:extLst>
                <a:ext uri="{FF2B5EF4-FFF2-40B4-BE49-F238E27FC236}">
                  <a16:creationId xmlns:a16="http://schemas.microsoft.com/office/drawing/2014/main" id="{2CE81242-5C8E-924A-9828-0CB634771F83}"/>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14" name="Freeform: Shape 12">
              <a:extLst>
                <a:ext uri="{FF2B5EF4-FFF2-40B4-BE49-F238E27FC236}">
                  <a16:creationId xmlns:a16="http://schemas.microsoft.com/office/drawing/2014/main" id="{7015C2C1-45EC-5F91-E37E-5F3025A2B683}"/>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15" name="Freeform: Shape 13">
              <a:extLst>
                <a:ext uri="{FF2B5EF4-FFF2-40B4-BE49-F238E27FC236}">
                  <a16:creationId xmlns:a16="http://schemas.microsoft.com/office/drawing/2014/main" id="{566D63CC-9FB0-18CD-27BF-7968C3F13528}"/>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16" name="Freeform: Shape 14">
              <a:extLst>
                <a:ext uri="{FF2B5EF4-FFF2-40B4-BE49-F238E27FC236}">
                  <a16:creationId xmlns:a16="http://schemas.microsoft.com/office/drawing/2014/main" id="{911285A1-54CB-C6B4-E58D-E9C2EEFA1BE7}"/>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17" name="Freeform: Shape 15">
              <a:extLst>
                <a:ext uri="{FF2B5EF4-FFF2-40B4-BE49-F238E27FC236}">
                  <a16:creationId xmlns:a16="http://schemas.microsoft.com/office/drawing/2014/main" id="{6EB8AF23-D146-AF5D-FF34-4E574E78360B}"/>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18" name="Freeform: Shape 16">
              <a:extLst>
                <a:ext uri="{FF2B5EF4-FFF2-40B4-BE49-F238E27FC236}">
                  <a16:creationId xmlns:a16="http://schemas.microsoft.com/office/drawing/2014/main" id="{D4981D79-CE1C-53B6-FB4F-5C6A988B259C}"/>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19" name="Freeform: Shape 17">
              <a:extLst>
                <a:ext uri="{FF2B5EF4-FFF2-40B4-BE49-F238E27FC236}">
                  <a16:creationId xmlns:a16="http://schemas.microsoft.com/office/drawing/2014/main" id="{8E6C08C5-8CF0-5A81-6FE5-463A27F018FF}"/>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0" name="Freeform: Shape 18">
              <a:extLst>
                <a:ext uri="{FF2B5EF4-FFF2-40B4-BE49-F238E27FC236}">
                  <a16:creationId xmlns:a16="http://schemas.microsoft.com/office/drawing/2014/main" id="{8E3929A0-BD91-8861-D4A1-861A98497A84}"/>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1" name="Freeform: Shape 19">
              <a:extLst>
                <a:ext uri="{FF2B5EF4-FFF2-40B4-BE49-F238E27FC236}">
                  <a16:creationId xmlns:a16="http://schemas.microsoft.com/office/drawing/2014/main" id="{2B591DD1-A37D-502F-6266-721E037CC846}"/>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2" name="Freeform: Shape 20">
              <a:extLst>
                <a:ext uri="{FF2B5EF4-FFF2-40B4-BE49-F238E27FC236}">
                  <a16:creationId xmlns:a16="http://schemas.microsoft.com/office/drawing/2014/main" id="{DB750035-2449-0DD6-62D0-542701723180}"/>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3" name="Freeform: Shape 21">
              <a:extLst>
                <a:ext uri="{FF2B5EF4-FFF2-40B4-BE49-F238E27FC236}">
                  <a16:creationId xmlns:a16="http://schemas.microsoft.com/office/drawing/2014/main" id="{2CC0C1BC-95E9-A6CB-9604-0007B89D65C5}"/>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4" name="Freeform: Shape 22">
              <a:extLst>
                <a:ext uri="{FF2B5EF4-FFF2-40B4-BE49-F238E27FC236}">
                  <a16:creationId xmlns:a16="http://schemas.microsoft.com/office/drawing/2014/main" id="{3A10A75D-3A37-AE9B-411B-23EBC3CF469F}"/>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5" name="Freeform: Shape 23">
              <a:extLst>
                <a:ext uri="{FF2B5EF4-FFF2-40B4-BE49-F238E27FC236}">
                  <a16:creationId xmlns:a16="http://schemas.microsoft.com/office/drawing/2014/main" id="{59156A5E-038E-D347-1BA1-374169C58F17}"/>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6" name="Freeform: Shape 24">
              <a:extLst>
                <a:ext uri="{FF2B5EF4-FFF2-40B4-BE49-F238E27FC236}">
                  <a16:creationId xmlns:a16="http://schemas.microsoft.com/office/drawing/2014/main" id="{3102E551-0352-7D17-63DD-1B30AFFA59F0}"/>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7" name="Freeform: Shape 25">
              <a:extLst>
                <a:ext uri="{FF2B5EF4-FFF2-40B4-BE49-F238E27FC236}">
                  <a16:creationId xmlns:a16="http://schemas.microsoft.com/office/drawing/2014/main" id="{80C8959A-6147-1A5C-2C9C-EC29F22B5429}"/>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8" name="Freeform: Shape 26">
              <a:extLst>
                <a:ext uri="{FF2B5EF4-FFF2-40B4-BE49-F238E27FC236}">
                  <a16:creationId xmlns:a16="http://schemas.microsoft.com/office/drawing/2014/main" id="{F273E2A4-1D37-9AB2-241C-6DA9523063F6}"/>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rgbClr val="6E38D5"/>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9" name="Freeform: Shape 27">
              <a:extLst>
                <a:ext uri="{FF2B5EF4-FFF2-40B4-BE49-F238E27FC236}">
                  <a16:creationId xmlns:a16="http://schemas.microsoft.com/office/drawing/2014/main" id="{5BD551A1-2506-8B46-D680-2BECC08CD431}"/>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rgbClr val="6E38D5"/>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grpSp>
    </p:spTree>
    <p:extLst>
      <p:ext uri="{BB962C8B-B14F-4D97-AF65-F5344CB8AC3E}">
        <p14:creationId xmlns:p14="http://schemas.microsoft.com/office/powerpoint/2010/main" val="4285288161"/>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4CF92-F2B5-449F-9CD2-4B523555DB43}"/>
              </a:ext>
            </a:extLst>
          </p:cNvPr>
          <p:cNvSpPr>
            <a:spLocks noGrp="1"/>
          </p:cNvSpPr>
          <p:nvPr>
            <p:ph type="title"/>
          </p:nvPr>
        </p:nvSpPr>
        <p:spPr/>
        <p:txBody>
          <a:bodyPr anchor="ctr"/>
          <a:lstStyle>
            <a:lvl1pPr algn="ctr">
              <a:defRPr>
                <a:solidFill>
                  <a:schemeClr val="tx1">
                    <a:lumMod val="95000"/>
                  </a:schemeClr>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11B7AAF6-E3B6-4889-995F-680EA15D1B23}"/>
              </a:ext>
            </a:extLst>
          </p:cNvPr>
          <p:cNvSpPr>
            <a:spLocks noGrp="1"/>
          </p:cNvSpPr>
          <p:nvPr>
            <p:ph idx="1"/>
          </p:nvPr>
        </p:nvSpPr>
        <p:spPr/>
        <p:txBody>
          <a:bodyPr/>
          <a:lstStyle>
            <a:lvl1pPr>
              <a:spcBef>
                <a:spcPts val="1000"/>
              </a:spcBef>
              <a:buClr>
                <a:schemeClr val="accent4"/>
              </a:buClr>
              <a:defRPr sz="1600"/>
            </a:lvl1pPr>
            <a:lvl2pPr>
              <a:spcBef>
                <a:spcPts val="500"/>
              </a:spcBef>
              <a:defRPr sz="1400"/>
            </a:lvl2pPr>
            <a:lvl3pPr>
              <a:spcBef>
                <a:spcPts val="500"/>
              </a:spcBef>
              <a:defRPr sz="1200"/>
            </a:lvl3pPr>
            <a:lvl4pPr>
              <a:spcBef>
                <a:spcPts val="500"/>
              </a:spcBef>
              <a:defRPr sz="1050"/>
            </a:lvl4pPr>
            <a:lvl5pPr>
              <a:spcBef>
                <a:spcPts val="50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A291F72-C969-484D-8553-B7C5876B23FB}"/>
              </a:ext>
            </a:extLst>
          </p:cNvPr>
          <p:cNvSpPr>
            <a:spLocks noGrp="1"/>
          </p:cNvSpPr>
          <p:nvPr>
            <p:ph type="dt" sz="half" idx="10"/>
          </p:nvPr>
        </p:nvSpPr>
        <p:spPr/>
        <p:txBody>
          <a:bodyPr/>
          <a:lstStyle/>
          <a:p>
            <a:fld id="{8BEBF235-CE04-47F3-A62B-EBFE5C5FCB13}" type="datetime1">
              <a:rPr lang="en-US" smtClean="0"/>
              <a:t>8/14/24</a:t>
            </a:fld>
            <a:endParaRPr lang="en-US"/>
          </a:p>
        </p:txBody>
      </p:sp>
      <p:sp>
        <p:nvSpPr>
          <p:cNvPr id="8" name="Footer Placeholder 7">
            <a:extLst>
              <a:ext uri="{FF2B5EF4-FFF2-40B4-BE49-F238E27FC236}">
                <a16:creationId xmlns:a16="http://schemas.microsoft.com/office/drawing/2014/main" id="{901A6DAF-CE58-4DD4-9386-F52DFE4F7B9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3236377-B647-4ADD-AED3-3AB7F40DAFAC}"/>
              </a:ext>
            </a:extLst>
          </p:cNvPr>
          <p:cNvSpPr>
            <a:spLocks noGrp="1"/>
          </p:cNvSpPr>
          <p:nvPr>
            <p:ph type="sldNum" sz="quarter" idx="12"/>
          </p:nvPr>
        </p:nvSpPr>
        <p:spPr/>
        <p:txBody>
          <a:bodyPr/>
          <a:lstStyle/>
          <a:p>
            <a:fld id="{545951DD-1C6A-495F-8185-4C73F8F8B75A}" type="slidenum">
              <a:rPr lang="en-US" smtClean="0"/>
              <a:pPr/>
              <a:t>‹#›</a:t>
            </a:fld>
            <a:endParaRPr lang="en-US"/>
          </a:p>
        </p:txBody>
      </p:sp>
      <p:pic>
        <p:nvPicPr>
          <p:cNvPr id="5" name="Picture 4">
            <a:extLst>
              <a:ext uri="{FF2B5EF4-FFF2-40B4-BE49-F238E27FC236}">
                <a16:creationId xmlns:a16="http://schemas.microsoft.com/office/drawing/2014/main" id="{33D008CB-0769-6E3F-3298-9EB9BECB5217}"/>
              </a:ext>
            </a:extLst>
          </p:cNvPr>
          <p:cNvPicPr>
            <a:picLocks noChangeAspect="1"/>
          </p:cNvPicPr>
          <p:nvPr userDrawn="1"/>
        </p:nvPicPr>
        <p:blipFill>
          <a:blip r:embed="rId2"/>
          <a:stretch>
            <a:fillRect/>
          </a:stretch>
        </p:blipFill>
        <p:spPr>
          <a:xfrm>
            <a:off x="0" y="0"/>
            <a:ext cx="12192000" cy="304800"/>
          </a:xfrm>
          <a:prstGeom prst="rect">
            <a:avLst/>
          </a:prstGeom>
        </p:spPr>
      </p:pic>
    </p:spTree>
    <p:extLst>
      <p:ext uri="{BB962C8B-B14F-4D97-AF65-F5344CB8AC3E}">
        <p14:creationId xmlns:p14="http://schemas.microsoft.com/office/powerpoint/2010/main" val="347888146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with Stripes">
    <p:bg>
      <p:bgPr>
        <a:solidFill>
          <a:schemeClr val="accent1"/>
        </a:solidFill>
        <a:effectLst/>
      </p:bgPr>
    </p:bg>
    <p:spTree>
      <p:nvGrpSpPr>
        <p:cNvPr id="1" name=""/>
        <p:cNvGrpSpPr/>
        <p:nvPr/>
      </p:nvGrpSpPr>
      <p:grpSpPr>
        <a:xfrm>
          <a:off x="0" y="0"/>
          <a:ext cx="0" cy="0"/>
          <a:chOff x="0" y="0"/>
          <a:chExt cx="0" cy="0"/>
        </a:xfrm>
      </p:grpSpPr>
      <p:pic>
        <p:nvPicPr>
          <p:cNvPr id="4" name="Picture 3" descr="A picture containing coelenterate&#10;&#10;Description automatically generated">
            <a:extLst>
              <a:ext uri="{FF2B5EF4-FFF2-40B4-BE49-F238E27FC236}">
                <a16:creationId xmlns:a16="http://schemas.microsoft.com/office/drawing/2014/main" id="{378659EB-C540-3CC9-9102-6F981BCB68F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5625"/>
          <a:stretch/>
        </p:blipFill>
        <p:spPr>
          <a:xfrm>
            <a:off x="0" y="0"/>
            <a:ext cx="12192000" cy="6858000"/>
          </a:xfrm>
          <a:prstGeom prst="rect">
            <a:avLst/>
          </a:prstGeom>
        </p:spPr>
      </p:pic>
      <p:sp>
        <p:nvSpPr>
          <p:cNvPr id="5" name="Rectangle 4">
            <a:extLst>
              <a:ext uri="{FF2B5EF4-FFF2-40B4-BE49-F238E27FC236}">
                <a16:creationId xmlns:a16="http://schemas.microsoft.com/office/drawing/2014/main" id="{4015C013-E1B7-1FCC-FB3D-C2E9C6B0EF51}"/>
              </a:ext>
            </a:extLst>
          </p:cNvPr>
          <p:cNvSpPr/>
          <p:nvPr userDrawn="1"/>
        </p:nvSpPr>
        <p:spPr>
          <a:xfrm>
            <a:off x="624348" y="1"/>
            <a:ext cx="10943303" cy="629533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64CF92-F2B5-449F-9CD2-4B523555DB43}"/>
              </a:ext>
            </a:extLst>
          </p:cNvPr>
          <p:cNvSpPr>
            <a:spLocks noGrp="1"/>
          </p:cNvSpPr>
          <p:nvPr>
            <p:ph type="title"/>
          </p:nvPr>
        </p:nvSpPr>
        <p:spPr/>
        <p:txBody>
          <a:bodyPr anchor="ctr"/>
          <a:lstStyle>
            <a:lvl1pPr algn="ctr">
              <a:defRPr>
                <a:solidFill>
                  <a:schemeClr val="tx1">
                    <a:lumMod val="95000"/>
                  </a:schemeClr>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11B7AAF6-E3B6-4889-995F-680EA15D1B23}"/>
              </a:ext>
            </a:extLst>
          </p:cNvPr>
          <p:cNvSpPr>
            <a:spLocks noGrp="1"/>
          </p:cNvSpPr>
          <p:nvPr>
            <p:ph idx="1"/>
          </p:nvPr>
        </p:nvSpPr>
        <p:spPr/>
        <p:txBody>
          <a:bodyPr/>
          <a:lstStyle>
            <a:lvl1pPr>
              <a:spcBef>
                <a:spcPts val="1000"/>
              </a:spcBef>
              <a:defRPr sz="1600"/>
            </a:lvl1pPr>
            <a:lvl2pPr>
              <a:spcBef>
                <a:spcPts val="500"/>
              </a:spcBef>
              <a:defRPr sz="1400"/>
            </a:lvl2pPr>
            <a:lvl3pPr>
              <a:spcBef>
                <a:spcPts val="500"/>
              </a:spcBef>
              <a:defRPr sz="1200"/>
            </a:lvl3pPr>
            <a:lvl4pPr>
              <a:spcBef>
                <a:spcPts val="500"/>
              </a:spcBef>
              <a:defRPr sz="1050"/>
            </a:lvl4pPr>
            <a:lvl5pPr>
              <a:spcBef>
                <a:spcPts val="50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A291F72-C969-484D-8553-B7C5876B23FB}"/>
              </a:ext>
            </a:extLst>
          </p:cNvPr>
          <p:cNvSpPr>
            <a:spLocks noGrp="1"/>
          </p:cNvSpPr>
          <p:nvPr>
            <p:ph type="dt" sz="half" idx="10"/>
          </p:nvPr>
        </p:nvSpPr>
        <p:spPr/>
        <p:txBody>
          <a:bodyPr/>
          <a:lstStyle/>
          <a:p>
            <a:fld id="{8BEBF235-CE04-47F3-A62B-EBFE5C5FCB13}" type="datetime1">
              <a:rPr lang="en-US" smtClean="0"/>
              <a:t>8/14/24</a:t>
            </a:fld>
            <a:endParaRPr lang="en-US"/>
          </a:p>
        </p:txBody>
      </p:sp>
      <p:sp>
        <p:nvSpPr>
          <p:cNvPr id="8" name="Footer Placeholder 7">
            <a:extLst>
              <a:ext uri="{FF2B5EF4-FFF2-40B4-BE49-F238E27FC236}">
                <a16:creationId xmlns:a16="http://schemas.microsoft.com/office/drawing/2014/main" id="{901A6DAF-CE58-4DD4-9386-F52DFE4F7B9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3236377-B647-4ADD-AED3-3AB7F40DAFAC}"/>
              </a:ext>
            </a:extLst>
          </p:cNvPr>
          <p:cNvSpPr>
            <a:spLocks noGrp="1"/>
          </p:cNvSpPr>
          <p:nvPr>
            <p:ph type="sldNum" sz="quarter" idx="12"/>
          </p:nvPr>
        </p:nvSpPr>
        <p:spPr/>
        <p:txBody>
          <a:bodyPr/>
          <a:lstStyle/>
          <a:p>
            <a:fld id="{545951DD-1C6A-495F-8185-4C73F8F8B75A}" type="slidenum">
              <a:rPr lang="en-US" smtClean="0"/>
              <a:pPr/>
              <a:t>‹#›</a:t>
            </a:fld>
            <a:endParaRPr lang="en-US"/>
          </a:p>
        </p:txBody>
      </p:sp>
    </p:spTree>
    <p:extLst>
      <p:ext uri="{BB962C8B-B14F-4D97-AF65-F5344CB8AC3E}">
        <p14:creationId xmlns:p14="http://schemas.microsoft.com/office/powerpoint/2010/main" val="293437490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obj" preserve="1">
  <p:cSld name="Title and Content - Light Bg">
    <p:bg>
      <p:bgRef idx="1001">
        <a:schemeClr val="bg1"/>
      </p:bgRef>
    </p:bg>
    <p:spTree>
      <p:nvGrpSpPr>
        <p:cNvPr id="1" name=""/>
        <p:cNvGrpSpPr/>
        <p:nvPr/>
      </p:nvGrpSpPr>
      <p:grpSpPr>
        <a:xfrm>
          <a:off x="0" y="0"/>
          <a:ext cx="0" cy="0"/>
          <a:chOff x="0" y="0"/>
          <a:chExt cx="0" cy="0"/>
        </a:xfrm>
      </p:grpSpPr>
      <p:pic>
        <p:nvPicPr>
          <p:cNvPr id="29" name="Picture 28" descr="A picture containing coelenterate&#10;&#10;Description automatically generated">
            <a:extLst>
              <a:ext uri="{FF2B5EF4-FFF2-40B4-BE49-F238E27FC236}">
                <a16:creationId xmlns:a16="http://schemas.microsoft.com/office/drawing/2014/main" id="{8059FA69-BA72-6A26-8F76-555D3953C3C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5625" r="95882"/>
          <a:stretch/>
        </p:blipFill>
        <p:spPr>
          <a:xfrm>
            <a:off x="0" y="0"/>
            <a:ext cx="502086" cy="6858000"/>
          </a:xfrm>
          <a:prstGeom prst="rect">
            <a:avLst/>
          </a:prstGeom>
        </p:spPr>
      </p:pic>
      <p:sp>
        <p:nvSpPr>
          <p:cNvPr id="2" name="Title 1">
            <a:extLst>
              <a:ext uri="{FF2B5EF4-FFF2-40B4-BE49-F238E27FC236}">
                <a16:creationId xmlns:a16="http://schemas.microsoft.com/office/drawing/2014/main" id="{A764CF92-F2B5-449F-9CD2-4B523555DB43}"/>
              </a:ext>
            </a:extLst>
          </p:cNvPr>
          <p:cNvSpPr>
            <a:spLocks noGrp="1"/>
          </p:cNvSpPr>
          <p:nvPr>
            <p:ph type="title"/>
          </p:nvPr>
        </p:nvSpPr>
        <p:spPr/>
        <p:txBody>
          <a:bodyPr anchor="ctr"/>
          <a:lstStyle>
            <a:lvl1pPr algn="ctr">
              <a:defRPr>
                <a:solidFill>
                  <a:schemeClr val="accent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11B7AAF6-E3B6-4889-995F-680EA15D1B23}"/>
              </a:ext>
            </a:extLst>
          </p:cNvPr>
          <p:cNvSpPr>
            <a:spLocks noGrp="1"/>
          </p:cNvSpPr>
          <p:nvPr>
            <p:ph idx="1"/>
          </p:nvPr>
        </p:nvSpPr>
        <p:spPr/>
        <p:txBody>
          <a:bodyPr/>
          <a:lstStyle>
            <a:lvl1pPr>
              <a:spcBef>
                <a:spcPts val="1000"/>
              </a:spcBef>
              <a:buClr>
                <a:schemeClr val="accent4"/>
              </a:buClr>
              <a:defRPr sz="1600">
                <a:solidFill>
                  <a:schemeClr val="tx1"/>
                </a:solidFill>
              </a:defRPr>
            </a:lvl1pPr>
            <a:lvl2pPr>
              <a:spcBef>
                <a:spcPts val="500"/>
              </a:spcBef>
              <a:buClr>
                <a:schemeClr val="tx1"/>
              </a:buClr>
              <a:defRPr sz="1400">
                <a:solidFill>
                  <a:schemeClr val="tx1"/>
                </a:solidFill>
              </a:defRPr>
            </a:lvl2pPr>
            <a:lvl3pPr>
              <a:spcBef>
                <a:spcPts val="500"/>
              </a:spcBef>
              <a:buClr>
                <a:schemeClr val="tx1"/>
              </a:buClr>
              <a:defRPr sz="1200">
                <a:solidFill>
                  <a:schemeClr val="tx1"/>
                </a:solidFill>
              </a:defRPr>
            </a:lvl3pPr>
            <a:lvl4pPr>
              <a:spcBef>
                <a:spcPts val="500"/>
              </a:spcBef>
              <a:buClr>
                <a:schemeClr val="tx1"/>
              </a:buClr>
              <a:defRPr sz="1050">
                <a:solidFill>
                  <a:schemeClr val="tx1"/>
                </a:solidFill>
              </a:defRPr>
            </a:lvl4pPr>
            <a:lvl5pPr>
              <a:spcBef>
                <a:spcPts val="500"/>
              </a:spcBef>
              <a:buClr>
                <a:schemeClr val="tx1"/>
              </a:buClr>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A291F72-C969-484D-8553-B7C5876B23FB}"/>
              </a:ext>
            </a:extLst>
          </p:cNvPr>
          <p:cNvSpPr>
            <a:spLocks noGrp="1"/>
          </p:cNvSpPr>
          <p:nvPr>
            <p:ph type="dt" sz="half" idx="10"/>
          </p:nvPr>
        </p:nvSpPr>
        <p:spPr/>
        <p:txBody>
          <a:bodyPr/>
          <a:lstStyle/>
          <a:p>
            <a:fld id="{373BEA2D-691C-4F73-B97E-B731DE7C6E1A}" type="datetime1">
              <a:rPr lang="en-US" smtClean="0"/>
              <a:t>8/14/24</a:t>
            </a:fld>
            <a:endParaRPr lang="en-US"/>
          </a:p>
        </p:txBody>
      </p:sp>
      <p:sp>
        <p:nvSpPr>
          <p:cNvPr id="8" name="Footer Placeholder 7">
            <a:extLst>
              <a:ext uri="{FF2B5EF4-FFF2-40B4-BE49-F238E27FC236}">
                <a16:creationId xmlns:a16="http://schemas.microsoft.com/office/drawing/2014/main" id="{901A6DAF-CE58-4DD4-9386-F52DFE4F7B93}"/>
              </a:ext>
            </a:extLst>
          </p:cNvPr>
          <p:cNvSpPr>
            <a:spLocks noGrp="1"/>
          </p:cNvSpPr>
          <p:nvPr>
            <p:ph type="ftr" sz="quarter" idx="11"/>
          </p:nvPr>
        </p:nvSpPr>
        <p:spPr>
          <a:xfrm>
            <a:off x="880782" y="6394105"/>
            <a:ext cx="9721979" cy="365125"/>
          </a:xfrm>
        </p:spPr>
        <p:txBody>
          <a:bodyPr/>
          <a:lstStyle/>
          <a:p>
            <a:endParaRPr lang="en-US"/>
          </a:p>
        </p:txBody>
      </p:sp>
      <p:sp>
        <p:nvSpPr>
          <p:cNvPr id="10" name="Slide Number Placeholder 6">
            <a:extLst>
              <a:ext uri="{FF2B5EF4-FFF2-40B4-BE49-F238E27FC236}">
                <a16:creationId xmlns:a16="http://schemas.microsoft.com/office/drawing/2014/main" id="{8FCD7872-5F89-9EC8-BDCF-42C979D76E4F}"/>
              </a:ext>
            </a:extLst>
          </p:cNvPr>
          <p:cNvSpPr>
            <a:spLocks noGrp="1"/>
          </p:cNvSpPr>
          <p:nvPr>
            <p:ph type="sldNum" sz="quarter" idx="12"/>
          </p:nvPr>
        </p:nvSpPr>
        <p:spPr>
          <a:xfrm>
            <a:off x="11674225" y="5477347"/>
            <a:ext cx="305503" cy="306298"/>
          </a:xfrm>
          <a:ln>
            <a:solidFill>
              <a:schemeClr val="accent2"/>
            </a:solidFill>
          </a:ln>
        </p:spPr>
        <p:txBody>
          <a:bodyPr/>
          <a:lstStyle>
            <a:lvl1pPr>
              <a:defRPr>
                <a:solidFill>
                  <a:schemeClr val="accent2"/>
                </a:solidFill>
              </a:defRPr>
            </a:lvl1pPr>
          </a:lstStyle>
          <a:p>
            <a:fld id="{545951DD-1C6A-495F-8185-4C73F8F8B75A}" type="slidenum">
              <a:rPr lang="en-US" smtClean="0"/>
              <a:pPr/>
              <a:t>‹#›</a:t>
            </a:fld>
            <a:endParaRPr lang="en-US"/>
          </a:p>
        </p:txBody>
      </p:sp>
      <p:grpSp>
        <p:nvGrpSpPr>
          <p:cNvPr id="12" name="Graphic 11">
            <a:extLst>
              <a:ext uri="{FF2B5EF4-FFF2-40B4-BE49-F238E27FC236}">
                <a16:creationId xmlns:a16="http://schemas.microsoft.com/office/drawing/2014/main" id="{8DA8CF5D-D3E2-44E8-BCE7-0232A0D9B8C0}"/>
              </a:ext>
            </a:extLst>
          </p:cNvPr>
          <p:cNvGrpSpPr/>
          <p:nvPr userDrawn="1"/>
        </p:nvGrpSpPr>
        <p:grpSpPr>
          <a:xfrm rot="16200000">
            <a:off x="11384220" y="6170961"/>
            <a:ext cx="912230" cy="242400"/>
            <a:chOff x="11384220" y="6170961"/>
            <a:chExt cx="912230" cy="242400"/>
          </a:xfrm>
          <a:solidFill>
            <a:schemeClr val="tx1"/>
          </a:solidFill>
        </p:grpSpPr>
        <p:sp>
          <p:nvSpPr>
            <p:cNvPr id="28" name="Freeform: Shape 10">
              <a:extLst>
                <a:ext uri="{FF2B5EF4-FFF2-40B4-BE49-F238E27FC236}">
                  <a16:creationId xmlns:a16="http://schemas.microsoft.com/office/drawing/2014/main" id="{EE4F8DC9-A37A-9BEA-5301-33067CD42A82}"/>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31" name="Freeform: Shape 11">
              <a:extLst>
                <a:ext uri="{FF2B5EF4-FFF2-40B4-BE49-F238E27FC236}">
                  <a16:creationId xmlns:a16="http://schemas.microsoft.com/office/drawing/2014/main" id="{38909B39-88F8-D172-4F78-F77AF15DEC66}"/>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32" name="Freeform: Shape 12">
              <a:extLst>
                <a:ext uri="{FF2B5EF4-FFF2-40B4-BE49-F238E27FC236}">
                  <a16:creationId xmlns:a16="http://schemas.microsoft.com/office/drawing/2014/main" id="{C840FD6D-AD97-5A42-536D-64587B3082CF}"/>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33" name="Freeform: Shape 13">
              <a:extLst>
                <a:ext uri="{FF2B5EF4-FFF2-40B4-BE49-F238E27FC236}">
                  <a16:creationId xmlns:a16="http://schemas.microsoft.com/office/drawing/2014/main" id="{956C1CA8-CDE2-4013-F5C2-D09F149C4467}"/>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34" name="Freeform: Shape 14">
              <a:extLst>
                <a:ext uri="{FF2B5EF4-FFF2-40B4-BE49-F238E27FC236}">
                  <a16:creationId xmlns:a16="http://schemas.microsoft.com/office/drawing/2014/main" id="{7618EBC2-9437-B75D-6148-FEA0871F8CBE}"/>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35" name="Freeform: Shape 15">
              <a:extLst>
                <a:ext uri="{FF2B5EF4-FFF2-40B4-BE49-F238E27FC236}">
                  <a16:creationId xmlns:a16="http://schemas.microsoft.com/office/drawing/2014/main" id="{289D85EA-87B5-B7FC-97E3-654D1C4B4EFB}"/>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36" name="Freeform: Shape 16">
              <a:extLst>
                <a:ext uri="{FF2B5EF4-FFF2-40B4-BE49-F238E27FC236}">
                  <a16:creationId xmlns:a16="http://schemas.microsoft.com/office/drawing/2014/main" id="{38CC7974-2FDA-DC27-3A7B-31194B3BE2D8}"/>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37" name="Freeform: Shape 17">
              <a:extLst>
                <a:ext uri="{FF2B5EF4-FFF2-40B4-BE49-F238E27FC236}">
                  <a16:creationId xmlns:a16="http://schemas.microsoft.com/office/drawing/2014/main" id="{5554AE7E-B50F-ADDE-1A3F-2EAF8E37BFA7}"/>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38" name="Freeform: Shape 18">
              <a:extLst>
                <a:ext uri="{FF2B5EF4-FFF2-40B4-BE49-F238E27FC236}">
                  <a16:creationId xmlns:a16="http://schemas.microsoft.com/office/drawing/2014/main" id="{EF1CC554-9132-5DCE-E6DB-F4201F9B41AA}"/>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39" name="Freeform: Shape 19">
              <a:extLst>
                <a:ext uri="{FF2B5EF4-FFF2-40B4-BE49-F238E27FC236}">
                  <a16:creationId xmlns:a16="http://schemas.microsoft.com/office/drawing/2014/main" id="{9ED09513-F09E-0794-314C-E914F381C2C0}"/>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40" name="Freeform: Shape 20">
              <a:extLst>
                <a:ext uri="{FF2B5EF4-FFF2-40B4-BE49-F238E27FC236}">
                  <a16:creationId xmlns:a16="http://schemas.microsoft.com/office/drawing/2014/main" id="{CC794AE6-B3B6-DBDB-D945-CE0E5E1D8DFB}"/>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41" name="Freeform: Shape 21">
              <a:extLst>
                <a:ext uri="{FF2B5EF4-FFF2-40B4-BE49-F238E27FC236}">
                  <a16:creationId xmlns:a16="http://schemas.microsoft.com/office/drawing/2014/main" id="{E588AD3A-8750-95B2-32FC-CC193B42FE8F}"/>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42" name="Freeform: Shape 22">
              <a:extLst>
                <a:ext uri="{FF2B5EF4-FFF2-40B4-BE49-F238E27FC236}">
                  <a16:creationId xmlns:a16="http://schemas.microsoft.com/office/drawing/2014/main" id="{3B74E4CF-87C3-6A96-D26C-98DD68B2FB1F}"/>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43" name="Freeform: Shape 23">
              <a:extLst>
                <a:ext uri="{FF2B5EF4-FFF2-40B4-BE49-F238E27FC236}">
                  <a16:creationId xmlns:a16="http://schemas.microsoft.com/office/drawing/2014/main" id="{4119569E-ADCC-845B-7911-E6C1FACD98D5}"/>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44" name="Freeform: Shape 24">
              <a:extLst>
                <a:ext uri="{FF2B5EF4-FFF2-40B4-BE49-F238E27FC236}">
                  <a16:creationId xmlns:a16="http://schemas.microsoft.com/office/drawing/2014/main" id="{B19243CA-0F61-CABF-2E2D-EDC8660025C8}"/>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45" name="Freeform: Shape 25">
              <a:extLst>
                <a:ext uri="{FF2B5EF4-FFF2-40B4-BE49-F238E27FC236}">
                  <a16:creationId xmlns:a16="http://schemas.microsoft.com/office/drawing/2014/main" id="{7C71C91B-3AAD-44C5-E5CC-D2F7D9B97F9F}"/>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46" name="Freeform: Shape 26">
              <a:extLst>
                <a:ext uri="{FF2B5EF4-FFF2-40B4-BE49-F238E27FC236}">
                  <a16:creationId xmlns:a16="http://schemas.microsoft.com/office/drawing/2014/main" id="{4DD03CA3-0B99-9A6C-5B4E-E26E10068154}"/>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47" name="Freeform: Shape 27">
              <a:extLst>
                <a:ext uri="{FF2B5EF4-FFF2-40B4-BE49-F238E27FC236}">
                  <a16:creationId xmlns:a16="http://schemas.microsoft.com/office/drawing/2014/main" id="{185CBD20-1EF0-0F48-BE3F-131DF4D66562}"/>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spTree>
    <p:extLst>
      <p:ext uri="{BB962C8B-B14F-4D97-AF65-F5344CB8AC3E}">
        <p14:creationId xmlns:p14="http://schemas.microsoft.com/office/powerpoint/2010/main" val="3506910309"/>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5AFAE97-B568-36DB-E5FF-3291FB6602B8}"/>
              </a:ext>
            </a:extLst>
          </p:cNvPr>
          <p:cNvSpPr/>
          <p:nvPr userDrawn="1"/>
        </p:nvSpPr>
        <p:spPr>
          <a:xfrm>
            <a:off x="624349" y="371061"/>
            <a:ext cx="10943303" cy="64931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1EBECD9-3F44-41D8-BE2D-2C8CD871B676}"/>
              </a:ext>
            </a:extLst>
          </p:cNvPr>
          <p:cNvSpPr>
            <a:spLocks noGrp="1"/>
          </p:cNvSpPr>
          <p:nvPr>
            <p:ph type="title" hasCustomPrompt="1"/>
          </p:nvPr>
        </p:nvSpPr>
        <p:spPr/>
        <p:txBody>
          <a:bodyPr anchor="ctr"/>
          <a:lstStyle>
            <a:lvl1pPr algn="ctr">
              <a:defRPr>
                <a:solidFill>
                  <a:schemeClr val="tx1">
                    <a:lumMod val="95000"/>
                  </a:schemeClr>
                </a:solidFill>
              </a:defRPr>
            </a:lvl1pPr>
          </a:lstStyle>
          <a:p>
            <a:r>
              <a:rPr lang="en-US"/>
              <a:t>Two Content Areas</a:t>
            </a:r>
          </a:p>
        </p:txBody>
      </p:sp>
      <p:sp>
        <p:nvSpPr>
          <p:cNvPr id="3" name="Content Placeholder 2">
            <a:extLst>
              <a:ext uri="{FF2B5EF4-FFF2-40B4-BE49-F238E27FC236}">
                <a16:creationId xmlns:a16="http://schemas.microsoft.com/office/drawing/2014/main" id="{A7B770DC-99EF-4497-AA60-9E6AD9EA7F02}"/>
              </a:ext>
            </a:extLst>
          </p:cNvPr>
          <p:cNvSpPr>
            <a:spLocks noGrp="1"/>
          </p:cNvSpPr>
          <p:nvPr>
            <p:ph sz="half" idx="1"/>
          </p:nvPr>
        </p:nvSpPr>
        <p:spPr>
          <a:xfrm>
            <a:off x="876300" y="1825625"/>
            <a:ext cx="4974040" cy="3834784"/>
          </a:xfrm>
        </p:spPr>
        <p:txBody>
          <a:bodyPr lIns="182880" tIns="182880" rIns="182880" bIns="182880"/>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C248545-1700-4237-885E-58E318B8B662}"/>
              </a:ext>
            </a:extLst>
          </p:cNvPr>
          <p:cNvSpPr>
            <a:spLocks noGrp="1"/>
          </p:cNvSpPr>
          <p:nvPr>
            <p:ph sz="half" idx="2"/>
          </p:nvPr>
        </p:nvSpPr>
        <p:spPr>
          <a:xfrm>
            <a:off x="6172199" y="1825625"/>
            <a:ext cx="5123329" cy="3834784"/>
          </a:xfrm>
        </p:spPr>
        <p:txBody>
          <a:bodyPr lIns="182880" tIns="182880" rIns="182880" bIns="182880"/>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8179CA4-3F84-4812-9AEC-55599F2E2601}"/>
              </a:ext>
            </a:extLst>
          </p:cNvPr>
          <p:cNvSpPr>
            <a:spLocks noGrp="1"/>
          </p:cNvSpPr>
          <p:nvPr>
            <p:ph type="dt" sz="half" idx="10"/>
          </p:nvPr>
        </p:nvSpPr>
        <p:spPr/>
        <p:txBody>
          <a:bodyPr/>
          <a:lstStyle/>
          <a:p>
            <a:fld id="{D57027F9-FE09-42C7-B299-70480480A9DD}" type="datetime1">
              <a:rPr lang="en-US" smtClean="0"/>
              <a:t>8/14/24</a:t>
            </a:fld>
            <a:endParaRPr lang="en-US"/>
          </a:p>
        </p:txBody>
      </p:sp>
      <p:sp>
        <p:nvSpPr>
          <p:cNvPr id="6" name="Footer Placeholder 5">
            <a:extLst>
              <a:ext uri="{FF2B5EF4-FFF2-40B4-BE49-F238E27FC236}">
                <a16:creationId xmlns:a16="http://schemas.microsoft.com/office/drawing/2014/main" id="{A89B2987-1499-402F-A5D7-B4495FC2E0A9}"/>
              </a:ext>
            </a:extLst>
          </p:cNvPr>
          <p:cNvSpPr>
            <a:spLocks noGrp="1"/>
          </p:cNvSpPr>
          <p:nvPr>
            <p:ph type="ftr" sz="quarter" idx="11"/>
          </p:nvPr>
        </p:nvSpPr>
        <p:spPr>
          <a:xfrm>
            <a:off x="876300" y="6394105"/>
            <a:ext cx="9726461" cy="365125"/>
          </a:xfrm>
        </p:spPr>
        <p:txBody>
          <a:bodyPr/>
          <a:lstStyle/>
          <a:p>
            <a:endParaRPr lang="en-US"/>
          </a:p>
        </p:txBody>
      </p:sp>
      <p:sp>
        <p:nvSpPr>
          <p:cNvPr id="7" name="Slide Number Placeholder 6">
            <a:extLst>
              <a:ext uri="{FF2B5EF4-FFF2-40B4-BE49-F238E27FC236}">
                <a16:creationId xmlns:a16="http://schemas.microsoft.com/office/drawing/2014/main" id="{4B75D937-8211-42B3-A4EB-A0813FD961CA}"/>
              </a:ext>
            </a:extLst>
          </p:cNvPr>
          <p:cNvSpPr>
            <a:spLocks noGrp="1"/>
          </p:cNvSpPr>
          <p:nvPr>
            <p:ph type="sldNum" sz="quarter" idx="12"/>
          </p:nvPr>
        </p:nvSpPr>
        <p:spPr/>
        <p:txBody>
          <a:bodyPr/>
          <a:lstStyle/>
          <a:p>
            <a:fld id="{545951DD-1C6A-495F-8185-4C73F8F8B75A}" type="slidenum">
              <a:rPr lang="en-US" smtClean="0"/>
              <a:t>‹#›</a:t>
            </a:fld>
            <a:endParaRPr lang="en-US"/>
          </a:p>
        </p:txBody>
      </p:sp>
    </p:spTree>
    <p:extLst>
      <p:ext uri="{BB962C8B-B14F-4D97-AF65-F5344CB8AC3E}">
        <p14:creationId xmlns:p14="http://schemas.microsoft.com/office/powerpoint/2010/main" val="266750876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twoObj" preserve="1">
  <p:cSld name="Two Content - Light Bg">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BECD9-3F44-41D8-BE2D-2C8CD871B676}"/>
              </a:ext>
            </a:extLst>
          </p:cNvPr>
          <p:cNvSpPr>
            <a:spLocks noGrp="1"/>
          </p:cNvSpPr>
          <p:nvPr>
            <p:ph type="title" hasCustomPrompt="1"/>
          </p:nvPr>
        </p:nvSpPr>
        <p:spPr/>
        <p:txBody>
          <a:bodyPr anchor="ctr"/>
          <a:lstStyle>
            <a:lvl1pPr algn="ctr">
              <a:defRPr>
                <a:solidFill>
                  <a:schemeClr val="accent1"/>
                </a:solidFill>
              </a:defRPr>
            </a:lvl1pPr>
          </a:lstStyle>
          <a:p>
            <a:r>
              <a:rPr lang="en-US"/>
              <a:t>Two Content Areas</a:t>
            </a:r>
          </a:p>
        </p:txBody>
      </p:sp>
      <p:sp>
        <p:nvSpPr>
          <p:cNvPr id="3" name="Content Placeholder 2">
            <a:extLst>
              <a:ext uri="{FF2B5EF4-FFF2-40B4-BE49-F238E27FC236}">
                <a16:creationId xmlns:a16="http://schemas.microsoft.com/office/drawing/2014/main" id="{A7B770DC-99EF-4497-AA60-9E6AD9EA7F02}"/>
              </a:ext>
            </a:extLst>
          </p:cNvPr>
          <p:cNvSpPr>
            <a:spLocks noGrp="1"/>
          </p:cNvSpPr>
          <p:nvPr>
            <p:ph sz="half" idx="1"/>
          </p:nvPr>
        </p:nvSpPr>
        <p:spPr>
          <a:xfrm>
            <a:off x="876300" y="1825625"/>
            <a:ext cx="4974040" cy="3834784"/>
          </a:xfrm>
        </p:spPr>
        <p:txBody>
          <a:bodyPr lIns="182880" tIns="182880" rIns="182880" bIns="182880"/>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C248545-1700-4237-885E-58E318B8B662}"/>
              </a:ext>
            </a:extLst>
          </p:cNvPr>
          <p:cNvSpPr>
            <a:spLocks noGrp="1"/>
          </p:cNvSpPr>
          <p:nvPr>
            <p:ph sz="half" idx="2"/>
          </p:nvPr>
        </p:nvSpPr>
        <p:spPr>
          <a:xfrm>
            <a:off x="6172199" y="1825625"/>
            <a:ext cx="5123329" cy="3834784"/>
          </a:xfrm>
        </p:spPr>
        <p:txBody>
          <a:bodyPr lIns="182880" tIns="182880" rIns="182880" bIns="182880"/>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8179CA4-3F84-4812-9AEC-55599F2E2601}"/>
              </a:ext>
            </a:extLst>
          </p:cNvPr>
          <p:cNvSpPr>
            <a:spLocks noGrp="1"/>
          </p:cNvSpPr>
          <p:nvPr>
            <p:ph type="dt" sz="half" idx="10"/>
          </p:nvPr>
        </p:nvSpPr>
        <p:spPr/>
        <p:txBody>
          <a:bodyPr/>
          <a:lstStyle/>
          <a:p>
            <a:fld id="{D57027F9-FE09-42C7-B299-70480480A9DD}" type="datetime1">
              <a:rPr lang="en-US" smtClean="0"/>
              <a:t>8/14/24</a:t>
            </a:fld>
            <a:endParaRPr lang="en-US"/>
          </a:p>
        </p:txBody>
      </p:sp>
      <p:sp>
        <p:nvSpPr>
          <p:cNvPr id="6" name="Footer Placeholder 5">
            <a:extLst>
              <a:ext uri="{FF2B5EF4-FFF2-40B4-BE49-F238E27FC236}">
                <a16:creationId xmlns:a16="http://schemas.microsoft.com/office/drawing/2014/main" id="{A89B2987-1499-402F-A5D7-B4495FC2E0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B75D937-8211-42B3-A4EB-A0813FD961CA}"/>
              </a:ext>
            </a:extLst>
          </p:cNvPr>
          <p:cNvSpPr>
            <a:spLocks noGrp="1"/>
          </p:cNvSpPr>
          <p:nvPr>
            <p:ph type="sldNum" sz="quarter" idx="12"/>
          </p:nvPr>
        </p:nvSpPr>
        <p:spPr>
          <a:ln>
            <a:solidFill>
              <a:schemeClr val="accent2"/>
            </a:solidFill>
          </a:ln>
        </p:spPr>
        <p:txBody>
          <a:bodyPr/>
          <a:lstStyle>
            <a:lvl1pPr>
              <a:defRPr>
                <a:solidFill>
                  <a:schemeClr val="accent2"/>
                </a:solidFill>
              </a:defRPr>
            </a:lvl1pPr>
          </a:lstStyle>
          <a:p>
            <a:fld id="{545951DD-1C6A-495F-8185-4C73F8F8B75A}" type="slidenum">
              <a:rPr lang="en-US" smtClean="0"/>
              <a:pPr/>
              <a:t>‹#›</a:t>
            </a:fld>
            <a:endParaRPr lang="en-US"/>
          </a:p>
        </p:txBody>
      </p:sp>
      <p:grpSp>
        <p:nvGrpSpPr>
          <p:cNvPr id="10" name="Graphic 11">
            <a:extLst>
              <a:ext uri="{FF2B5EF4-FFF2-40B4-BE49-F238E27FC236}">
                <a16:creationId xmlns:a16="http://schemas.microsoft.com/office/drawing/2014/main" id="{5EDD6EAF-3491-4DED-95E5-C9B675F650B1}"/>
              </a:ext>
            </a:extLst>
          </p:cNvPr>
          <p:cNvGrpSpPr/>
          <p:nvPr userDrawn="1"/>
        </p:nvGrpSpPr>
        <p:grpSpPr>
          <a:xfrm rot="16200000">
            <a:off x="11384220" y="6170961"/>
            <a:ext cx="912230" cy="242400"/>
            <a:chOff x="11384220" y="6170961"/>
            <a:chExt cx="912230" cy="242400"/>
          </a:xfrm>
          <a:solidFill>
            <a:schemeClr val="tx1"/>
          </a:solidFill>
        </p:grpSpPr>
        <p:sp>
          <p:nvSpPr>
            <p:cNvPr id="11" name="Freeform: Shape 10">
              <a:extLst>
                <a:ext uri="{FF2B5EF4-FFF2-40B4-BE49-F238E27FC236}">
                  <a16:creationId xmlns:a16="http://schemas.microsoft.com/office/drawing/2014/main" id="{0657A6F7-A6C5-4CF9-817C-5D2ABE1DB43A}"/>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4D671506-1CB1-4BE4-9EA6-5738AC676227}"/>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102DF189-3AC7-47B8-A29F-B3549135E4E3}"/>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4573A624-953A-4B2A-BAFB-04ADE5DF3819}"/>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84D2E889-DDCB-4E86-B36C-B3691C6715A1}"/>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96F0B94D-C445-4D16-B566-CDE84049B9E7}"/>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242167FF-8206-49C8-8F24-685B9FA0D757}"/>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D51FA3F1-EAB7-4F9D-A3A4-76CED4D027EB}"/>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8A4FFAC8-B4CE-4EA4-8349-DA7B23C4233F}"/>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EFEE9CB3-08F3-4009-B4B9-4E288E5DA4E3}"/>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4479500D-A1F7-46BC-84F0-A21767BF481A}"/>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D1A0F95A-C9BF-4BD2-A532-2CBD2CF5F863}"/>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C1AC8414-F433-41AD-82E8-19A70E74FE09}"/>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9800FF2B-7E0F-4FD0-8C07-208662F7757E}"/>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7A720E36-448C-4542-AB9B-6CC90A36A0CF}"/>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39ABF7E2-8688-4D07-99AF-149EB1D9024F}"/>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8A6A4200-BEC9-46AD-90A8-7ED62CF17469}"/>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462EDDC8-C738-495A-A3D5-AFCA4BFF1DE4}"/>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pic>
        <p:nvPicPr>
          <p:cNvPr id="8" name="Picture 7">
            <a:extLst>
              <a:ext uri="{FF2B5EF4-FFF2-40B4-BE49-F238E27FC236}">
                <a16:creationId xmlns:a16="http://schemas.microsoft.com/office/drawing/2014/main" id="{33D62977-DD1C-6BFF-8532-1FD64BA32B0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9202" b="76200"/>
          <a:stretch/>
        </p:blipFill>
        <p:spPr>
          <a:xfrm>
            <a:off x="0" y="0"/>
            <a:ext cx="12191999" cy="342579"/>
          </a:xfrm>
          <a:prstGeom prst="rect">
            <a:avLst/>
          </a:prstGeom>
        </p:spPr>
      </p:pic>
    </p:spTree>
    <p:extLst>
      <p:ext uri="{BB962C8B-B14F-4D97-AF65-F5344CB8AC3E}">
        <p14:creationId xmlns:p14="http://schemas.microsoft.com/office/powerpoint/2010/main" val="3644453180"/>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1"/>
        </a:solidFill>
        <a:effectLst/>
      </p:bgPr>
    </p:bg>
    <p:spTree>
      <p:nvGrpSpPr>
        <p:cNvPr id="1" name=""/>
        <p:cNvGrpSpPr/>
        <p:nvPr/>
      </p:nvGrpSpPr>
      <p:grpSpPr>
        <a:xfrm>
          <a:off x="0" y="0"/>
          <a:ext cx="0" cy="0"/>
          <a:chOff x="0" y="0"/>
          <a:chExt cx="0" cy="0"/>
        </a:xfrm>
      </p:grpSpPr>
      <p:sp>
        <p:nvSpPr>
          <p:cNvPr id="5" name="Content Placeholder 3">
            <a:extLst>
              <a:ext uri="{FF2B5EF4-FFF2-40B4-BE49-F238E27FC236}">
                <a16:creationId xmlns:a16="http://schemas.microsoft.com/office/drawing/2014/main" id="{BADA5333-09F7-95E8-2244-541A189B88D2}"/>
              </a:ext>
            </a:extLst>
          </p:cNvPr>
          <p:cNvSpPr>
            <a:spLocks noGrp="1"/>
          </p:cNvSpPr>
          <p:nvPr>
            <p:ph sz="half" idx="14"/>
          </p:nvPr>
        </p:nvSpPr>
        <p:spPr bwMode="ltGray">
          <a:xfrm>
            <a:off x="6432565" y="2380840"/>
            <a:ext cx="3530904" cy="3284036"/>
          </a:xfrm>
          <a:prstGeom prst="rect">
            <a:avLst/>
          </a:prstGeom>
          <a:noFill/>
          <a:ln>
            <a:noFill/>
          </a:ln>
        </p:spPr>
        <p:txBody>
          <a:bodyPr lIns="0" tIns="91440" rIns="0" bIns="0"/>
          <a:lstStyle>
            <a:lvl1pPr>
              <a:buClr>
                <a:schemeClr val="accent4"/>
              </a:buClr>
              <a:defRPr>
                <a:solidFill>
                  <a:schemeClr val="tx1"/>
                </a:solidFill>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solidFill>
                  <a:schemeClr val="tx1"/>
                </a:solidFill>
              </a:defRPr>
            </a:lvl3pPr>
            <a:lvl4pPr marL="573088" indent="-115888">
              <a:defRPr sz="900">
                <a:solidFill>
                  <a:schemeClr val="tx1"/>
                </a:solidFill>
              </a:defRPr>
            </a:lvl4pPr>
            <a:lvl5pPr marL="687388" indent="-111125">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CCA4325-2A16-4E59-984D-DD439B3D42A9}"/>
              </a:ext>
            </a:extLst>
          </p:cNvPr>
          <p:cNvSpPr>
            <a:spLocks noGrp="1"/>
          </p:cNvSpPr>
          <p:nvPr>
            <p:ph sz="half" idx="2"/>
          </p:nvPr>
        </p:nvSpPr>
        <p:spPr bwMode="ltGray">
          <a:xfrm>
            <a:off x="2298555" y="2380840"/>
            <a:ext cx="3530904" cy="3284036"/>
          </a:xfrm>
          <a:prstGeom prst="rect">
            <a:avLst/>
          </a:prstGeom>
          <a:noFill/>
          <a:ln>
            <a:noFill/>
          </a:ln>
        </p:spPr>
        <p:txBody>
          <a:bodyPr lIns="0" tIns="91440" rIns="0" bIns="0"/>
          <a:lstStyle>
            <a:lvl1pPr>
              <a:buClr>
                <a:schemeClr val="accent4"/>
              </a:buClr>
              <a:defRPr>
                <a:solidFill>
                  <a:schemeClr val="tx1"/>
                </a:solidFill>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solidFill>
                  <a:schemeClr val="tx1"/>
                </a:solidFill>
              </a:defRPr>
            </a:lvl3pPr>
            <a:lvl4pPr marL="573088" indent="-115888">
              <a:defRPr sz="900">
                <a:solidFill>
                  <a:schemeClr val="tx1"/>
                </a:solidFill>
              </a:defRPr>
            </a:lvl4pPr>
            <a:lvl5pPr marL="687388" indent="-111125">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p>
            <a:fld id="{2D906BD4-2413-4A90-B04A-7B96E026DD1E}" type="datetime1">
              <a:rPr lang="en-US" smtClean="0"/>
              <a:t>8/14/24</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p:txBody>
          <a:bodyPr/>
          <a:lstStyle/>
          <a:p>
            <a:fld id="{545951DD-1C6A-495F-8185-4C73F8F8B75A}" type="slidenum">
              <a:rPr lang="en-US" smtClean="0"/>
              <a:t>‹#›</a:t>
            </a:fld>
            <a:endParaRPr lang="en-US"/>
          </a:p>
        </p:txBody>
      </p:sp>
      <p:sp>
        <p:nvSpPr>
          <p:cNvPr id="15" name="Title 1">
            <a:extLst>
              <a:ext uri="{FF2B5EF4-FFF2-40B4-BE49-F238E27FC236}">
                <a16:creationId xmlns:a16="http://schemas.microsoft.com/office/drawing/2014/main" id="{17CD4A9C-F46B-3030-6E82-425BEBFF414C}"/>
              </a:ext>
            </a:extLst>
          </p:cNvPr>
          <p:cNvSpPr>
            <a:spLocks noGrp="1"/>
          </p:cNvSpPr>
          <p:nvPr>
            <p:ph type="title" hasCustomPrompt="1"/>
          </p:nvPr>
        </p:nvSpPr>
        <p:spPr>
          <a:xfrm>
            <a:off x="839788" y="519426"/>
            <a:ext cx="10515600" cy="1325563"/>
          </a:xfrm>
        </p:spPr>
        <p:txBody>
          <a:bodyPr anchor="ctr"/>
          <a:lstStyle>
            <a:lvl1pPr algn="ctr">
              <a:defRPr>
                <a:solidFill>
                  <a:schemeClr val="tx1"/>
                </a:solidFill>
              </a:defRPr>
            </a:lvl1pPr>
          </a:lstStyle>
          <a:p>
            <a:r>
              <a:rPr lang="en-US"/>
              <a:t>2-Column Comparison Layout</a:t>
            </a:r>
          </a:p>
        </p:txBody>
      </p:sp>
      <p:sp>
        <p:nvSpPr>
          <p:cNvPr id="21" name="Text Placeholder 2">
            <a:extLst>
              <a:ext uri="{FF2B5EF4-FFF2-40B4-BE49-F238E27FC236}">
                <a16:creationId xmlns:a16="http://schemas.microsoft.com/office/drawing/2014/main" id="{D1044536-CF7F-CE5A-2370-FFA3855AAA03}"/>
              </a:ext>
            </a:extLst>
          </p:cNvPr>
          <p:cNvSpPr>
            <a:spLocks noGrp="1"/>
          </p:cNvSpPr>
          <p:nvPr>
            <p:ph type="body" idx="16" hasCustomPrompt="1"/>
          </p:nvPr>
        </p:nvSpPr>
        <p:spPr>
          <a:xfrm>
            <a:off x="2298555" y="1961516"/>
            <a:ext cx="3530904"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2" name="Text Placeholder 2">
            <a:extLst>
              <a:ext uri="{FF2B5EF4-FFF2-40B4-BE49-F238E27FC236}">
                <a16:creationId xmlns:a16="http://schemas.microsoft.com/office/drawing/2014/main" id="{B95AFFA7-E436-9E56-03E3-FD736679D5E2}"/>
              </a:ext>
            </a:extLst>
          </p:cNvPr>
          <p:cNvSpPr>
            <a:spLocks noGrp="1"/>
          </p:cNvSpPr>
          <p:nvPr>
            <p:ph type="body" idx="17" hasCustomPrompt="1"/>
          </p:nvPr>
        </p:nvSpPr>
        <p:spPr>
          <a:xfrm>
            <a:off x="6432564" y="1961516"/>
            <a:ext cx="3530904"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pic>
        <p:nvPicPr>
          <p:cNvPr id="6" name="Picture 5">
            <a:extLst>
              <a:ext uri="{FF2B5EF4-FFF2-40B4-BE49-F238E27FC236}">
                <a16:creationId xmlns:a16="http://schemas.microsoft.com/office/drawing/2014/main" id="{17A36431-59F4-E271-40CD-D2438F2BA2A8}"/>
              </a:ext>
            </a:extLst>
          </p:cNvPr>
          <p:cNvPicPr>
            <a:picLocks noChangeAspect="1"/>
          </p:cNvPicPr>
          <p:nvPr userDrawn="1"/>
        </p:nvPicPr>
        <p:blipFill>
          <a:blip r:embed="rId2"/>
          <a:stretch>
            <a:fillRect/>
          </a:stretch>
        </p:blipFill>
        <p:spPr>
          <a:xfrm>
            <a:off x="0" y="0"/>
            <a:ext cx="12192000" cy="304800"/>
          </a:xfrm>
          <a:prstGeom prst="rect">
            <a:avLst/>
          </a:prstGeom>
        </p:spPr>
      </p:pic>
    </p:spTree>
    <p:extLst>
      <p:ext uri="{BB962C8B-B14F-4D97-AF65-F5344CB8AC3E}">
        <p14:creationId xmlns:p14="http://schemas.microsoft.com/office/powerpoint/2010/main" val="155477396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Comparison on Lt Purple">
    <p:bg>
      <p:bgPr>
        <a:solidFill>
          <a:schemeClr val="accent2"/>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D66D716-406C-36DD-49E4-F9328F94C06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21" r="221"/>
          <a:stretch/>
        </p:blipFill>
        <p:spPr>
          <a:xfrm>
            <a:off x="9014" y="0"/>
            <a:ext cx="12182985" cy="6881992"/>
          </a:xfrm>
          <a:prstGeom prst="rect">
            <a:avLst/>
          </a:prstGeom>
        </p:spPr>
      </p:pic>
      <p:sp>
        <p:nvSpPr>
          <p:cNvPr id="40" name="Rectangle 39">
            <a:extLst>
              <a:ext uri="{FF2B5EF4-FFF2-40B4-BE49-F238E27FC236}">
                <a16:creationId xmlns:a16="http://schemas.microsoft.com/office/drawing/2014/main" id="{26134057-B7F3-3D57-4F73-ABCC3F543067}"/>
              </a:ext>
            </a:extLst>
          </p:cNvPr>
          <p:cNvSpPr/>
          <p:nvPr userDrawn="1"/>
        </p:nvSpPr>
        <p:spPr>
          <a:xfrm>
            <a:off x="624348" y="7883"/>
            <a:ext cx="10943303" cy="629533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 Placeholder 2">
            <a:extLst>
              <a:ext uri="{FF2B5EF4-FFF2-40B4-BE49-F238E27FC236}">
                <a16:creationId xmlns:a16="http://schemas.microsoft.com/office/drawing/2014/main" id="{1CF4998F-7F3F-50BB-409C-DF72C4639530}"/>
              </a:ext>
            </a:extLst>
          </p:cNvPr>
          <p:cNvSpPr>
            <a:spLocks noGrp="1"/>
          </p:cNvSpPr>
          <p:nvPr>
            <p:ph type="body" idx="1" hasCustomPrompt="1"/>
          </p:nvPr>
        </p:nvSpPr>
        <p:spPr>
          <a:xfrm>
            <a:off x="2298555" y="1969401"/>
            <a:ext cx="3530904"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2" name="Content Placeholder 3">
            <a:extLst>
              <a:ext uri="{FF2B5EF4-FFF2-40B4-BE49-F238E27FC236}">
                <a16:creationId xmlns:a16="http://schemas.microsoft.com/office/drawing/2014/main" id="{4FAEB5A6-612B-0615-E4AC-714FE3FABDBA}"/>
              </a:ext>
            </a:extLst>
          </p:cNvPr>
          <p:cNvSpPr>
            <a:spLocks noGrp="1"/>
          </p:cNvSpPr>
          <p:nvPr>
            <p:ph sz="half" idx="2"/>
          </p:nvPr>
        </p:nvSpPr>
        <p:spPr bwMode="ltGray">
          <a:xfrm>
            <a:off x="2298555" y="2374630"/>
            <a:ext cx="3530904" cy="3284036"/>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Date Placeholder 6">
            <a:extLst>
              <a:ext uri="{FF2B5EF4-FFF2-40B4-BE49-F238E27FC236}">
                <a16:creationId xmlns:a16="http://schemas.microsoft.com/office/drawing/2014/main" id="{909CDFD2-51AB-8C70-72C4-5677DA5D65C8}"/>
              </a:ext>
            </a:extLst>
          </p:cNvPr>
          <p:cNvSpPr>
            <a:spLocks noGrp="1"/>
          </p:cNvSpPr>
          <p:nvPr>
            <p:ph type="dt" sz="half" idx="10"/>
          </p:nvPr>
        </p:nvSpPr>
        <p:spPr>
          <a:xfrm>
            <a:off x="10602762" y="6382494"/>
            <a:ext cx="692767" cy="365125"/>
          </a:xfrm>
        </p:spPr>
        <p:txBody>
          <a:bodyPr/>
          <a:lstStyle>
            <a:lvl1pPr>
              <a:defRPr>
                <a:solidFill>
                  <a:schemeClr val="bg1"/>
                </a:solidFill>
              </a:defRPr>
            </a:lvl1pPr>
          </a:lstStyle>
          <a:p>
            <a:fld id="{2D906BD4-2413-4A90-B04A-7B96E026DD1E}" type="datetime1">
              <a:rPr lang="en-US" smtClean="0"/>
              <a:pPr/>
              <a:t>8/14/24</a:t>
            </a:fld>
            <a:endParaRPr lang="en-US"/>
          </a:p>
        </p:txBody>
      </p:sp>
      <p:sp>
        <p:nvSpPr>
          <p:cNvPr id="35" name="Footer Placeholder 7">
            <a:extLst>
              <a:ext uri="{FF2B5EF4-FFF2-40B4-BE49-F238E27FC236}">
                <a16:creationId xmlns:a16="http://schemas.microsoft.com/office/drawing/2014/main" id="{BB0B9A30-913A-AF66-AEF6-E48F574D867C}"/>
              </a:ext>
            </a:extLst>
          </p:cNvPr>
          <p:cNvSpPr>
            <a:spLocks noGrp="1"/>
          </p:cNvSpPr>
          <p:nvPr>
            <p:ph type="ftr" sz="quarter" idx="11"/>
          </p:nvPr>
        </p:nvSpPr>
        <p:spPr>
          <a:xfrm>
            <a:off x="342900" y="6394105"/>
            <a:ext cx="10259861" cy="365125"/>
          </a:xfrm>
        </p:spPr>
        <p:txBody>
          <a:bodyPr/>
          <a:lstStyle>
            <a:lvl1pPr>
              <a:defRPr>
                <a:solidFill>
                  <a:schemeClr val="bg1"/>
                </a:solidFill>
              </a:defRPr>
            </a:lvl1pPr>
          </a:lstStyle>
          <a:p>
            <a:endParaRPr lang="en-US"/>
          </a:p>
        </p:txBody>
      </p:sp>
      <p:sp>
        <p:nvSpPr>
          <p:cNvPr id="38" name="Text Placeholder 2">
            <a:extLst>
              <a:ext uri="{FF2B5EF4-FFF2-40B4-BE49-F238E27FC236}">
                <a16:creationId xmlns:a16="http://schemas.microsoft.com/office/drawing/2014/main" id="{B0262FED-DEA5-713F-9E79-38779BD0EDBA}"/>
              </a:ext>
            </a:extLst>
          </p:cNvPr>
          <p:cNvSpPr>
            <a:spLocks noGrp="1"/>
          </p:cNvSpPr>
          <p:nvPr>
            <p:ph type="body" idx="13" hasCustomPrompt="1"/>
          </p:nvPr>
        </p:nvSpPr>
        <p:spPr>
          <a:xfrm>
            <a:off x="6434327" y="1969401"/>
            <a:ext cx="3530904"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Slide Number Placeholder 8">
            <a:extLst>
              <a:ext uri="{FF2B5EF4-FFF2-40B4-BE49-F238E27FC236}">
                <a16:creationId xmlns:a16="http://schemas.microsoft.com/office/drawing/2014/main" id="{24F8CBD6-8AC1-7279-EECE-BB3D7827F87B}"/>
              </a:ext>
            </a:extLst>
          </p:cNvPr>
          <p:cNvSpPr>
            <a:spLocks noGrp="1"/>
          </p:cNvSpPr>
          <p:nvPr>
            <p:ph type="sldNum" sz="quarter" idx="12"/>
          </p:nvPr>
        </p:nvSpPr>
        <p:spPr>
          <a:xfrm>
            <a:off x="11674225" y="5440276"/>
            <a:ext cx="305503" cy="306298"/>
          </a:xfrm>
          <a:ln>
            <a:solidFill>
              <a:schemeClr val="bg1"/>
            </a:solidFill>
          </a:ln>
        </p:spPr>
        <p:txBody>
          <a:bodyPr/>
          <a:lstStyle>
            <a:lvl1pPr>
              <a:defRPr>
                <a:solidFill>
                  <a:schemeClr val="bg1"/>
                </a:solidFill>
              </a:defRPr>
            </a:lvl1pPr>
          </a:lstStyle>
          <a:p>
            <a:fld id="{545951DD-1C6A-495F-8185-4C73F8F8B75A}" type="slidenum">
              <a:rPr lang="en-US" smtClean="0"/>
              <a:pPr/>
              <a:t>‹#›</a:t>
            </a:fld>
            <a:endParaRPr lang="en-US"/>
          </a:p>
        </p:txBody>
      </p:sp>
      <p:grpSp>
        <p:nvGrpSpPr>
          <p:cNvPr id="42" name="Graphic 11">
            <a:extLst>
              <a:ext uri="{FF2B5EF4-FFF2-40B4-BE49-F238E27FC236}">
                <a16:creationId xmlns:a16="http://schemas.microsoft.com/office/drawing/2014/main" id="{491DE3A3-6C12-D07C-F62B-73188E535214}"/>
              </a:ext>
            </a:extLst>
          </p:cNvPr>
          <p:cNvGrpSpPr/>
          <p:nvPr userDrawn="1"/>
        </p:nvGrpSpPr>
        <p:grpSpPr>
          <a:xfrm rot="16200000">
            <a:off x="11384220" y="6170961"/>
            <a:ext cx="912230" cy="242400"/>
            <a:chOff x="11384220" y="6170961"/>
            <a:chExt cx="912230" cy="242400"/>
          </a:xfrm>
          <a:solidFill>
            <a:schemeClr val="bg1"/>
          </a:solidFill>
        </p:grpSpPr>
        <p:sp>
          <p:nvSpPr>
            <p:cNvPr id="43" name="Freeform: Shape 4">
              <a:extLst>
                <a:ext uri="{FF2B5EF4-FFF2-40B4-BE49-F238E27FC236}">
                  <a16:creationId xmlns:a16="http://schemas.microsoft.com/office/drawing/2014/main" id="{B04BA0E4-5605-35B8-4613-3F5DAE0FDA0C}"/>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p>
          </p:txBody>
        </p:sp>
        <p:sp>
          <p:nvSpPr>
            <p:cNvPr id="44" name="Freeform: Shape 5">
              <a:extLst>
                <a:ext uri="{FF2B5EF4-FFF2-40B4-BE49-F238E27FC236}">
                  <a16:creationId xmlns:a16="http://schemas.microsoft.com/office/drawing/2014/main" id="{99B86F9D-C9E6-6EA1-B72F-4C14E21F4A80}"/>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p>
          </p:txBody>
        </p:sp>
        <p:sp>
          <p:nvSpPr>
            <p:cNvPr id="45" name="Freeform: Shape 10">
              <a:extLst>
                <a:ext uri="{FF2B5EF4-FFF2-40B4-BE49-F238E27FC236}">
                  <a16:creationId xmlns:a16="http://schemas.microsoft.com/office/drawing/2014/main" id="{8909B5CE-87D7-A464-AB31-A6A3E0509BBF}"/>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p>
          </p:txBody>
        </p:sp>
        <p:sp>
          <p:nvSpPr>
            <p:cNvPr id="46" name="Freeform: Shape 12">
              <a:extLst>
                <a:ext uri="{FF2B5EF4-FFF2-40B4-BE49-F238E27FC236}">
                  <a16:creationId xmlns:a16="http://schemas.microsoft.com/office/drawing/2014/main" id="{315F964F-5EB1-E817-1608-544A403FCB17}"/>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p>
          </p:txBody>
        </p:sp>
        <p:sp>
          <p:nvSpPr>
            <p:cNvPr id="47" name="Freeform: Shape 13">
              <a:extLst>
                <a:ext uri="{FF2B5EF4-FFF2-40B4-BE49-F238E27FC236}">
                  <a16:creationId xmlns:a16="http://schemas.microsoft.com/office/drawing/2014/main" id="{3C412AAE-330A-D886-0E8D-F823B023378C}"/>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p>
          </p:txBody>
        </p:sp>
        <p:sp>
          <p:nvSpPr>
            <p:cNvPr id="48" name="Freeform: Shape 14">
              <a:extLst>
                <a:ext uri="{FF2B5EF4-FFF2-40B4-BE49-F238E27FC236}">
                  <a16:creationId xmlns:a16="http://schemas.microsoft.com/office/drawing/2014/main" id="{9839C854-E30A-4831-EBCE-480E2F22B3B2}"/>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p>
          </p:txBody>
        </p:sp>
        <p:sp>
          <p:nvSpPr>
            <p:cNvPr id="49" name="Freeform: Shape 15">
              <a:extLst>
                <a:ext uri="{FF2B5EF4-FFF2-40B4-BE49-F238E27FC236}">
                  <a16:creationId xmlns:a16="http://schemas.microsoft.com/office/drawing/2014/main" id="{B144DA6E-DFC5-686B-FADC-2DA8E65128B6}"/>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p>
          </p:txBody>
        </p:sp>
        <p:sp>
          <p:nvSpPr>
            <p:cNvPr id="50" name="Freeform: Shape 16">
              <a:extLst>
                <a:ext uri="{FF2B5EF4-FFF2-40B4-BE49-F238E27FC236}">
                  <a16:creationId xmlns:a16="http://schemas.microsoft.com/office/drawing/2014/main" id="{4E41BFFC-EE41-FBE7-69E9-26423ACD4236}"/>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p>
          </p:txBody>
        </p:sp>
        <p:sp>
          <p:nvSpPr>
            <p:cNvPr id="51" name="Freeform: Shape 17">
              <a:extLst>
                <a:ext uri="{FF2B5EF4-FFF2-40B4-BE49-F238E27FC236}">
                  <a16:creationId xmlns:a16="http://schemas.microsoft.com/office/drawing/2014/main" id="{70F4C0BF-16CA-5D17-F93B-BFFE57168AEA}"/>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p>
          </p:txBody>
        </p:sp>
        <p:sp>
          <p:nvSpPr>
            <p:cNvPr id="52" name="Freeform: Shape 18">
              <a:extLst>
                <a:ext uri="{FF2B5EF4-FFF2-40B4-BE49-F238E27FC236}">
                  <a16:creationId xmlns:a16="http://schemas.microsoft.com/office/drawing/2014/main" id="{4C3A4C8C-6493-BE7B-60F4-D91133FF6C9C}"/>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p>
          </p:txBody>
        </p:sp>
        <p:sp>
          <p:nvSpPr>
            <p:cNvPr id="53" name="Freeform: Shape 19">
              <a:extLst>
                <a:ext uri="{FF2B5EF4-FFF2-40B4-BE49-F238E27FC236}">
                  <a16:creationId xmlns:a16="http://schemas.microsoft.com/office/drawing/2014/main" id="{5A616AA1-B574-34B2-9493-5FC82813B7A1}"/>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p>
          </p:txBody>
        </p:sp>
        <p:sp>
          <p:nvSpPr>
            <p:cNvPr id="54" name="Freeform: Shape 20">
              <a:extLst>
                <a:ext uri="{FF2B5EF4-FFF2-40B4-BE49-F238E27FC236}">
                  <a16:creationId xmlns:a16="http://schemas.microsoft.com/office/drawing/2014/main" id="{C29E207B-313D-3A5A-25B2-B0E70E71017A}"/>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p>
          </p:txBody>
        </p:sp>
        <p:sp>
          <p:nvSpPr>
            <p:cNvPr id="55" name="Freeform: Shape 21">
              <a:extLst>
                <a:ext uri="{FF2B5EF4-FFF2-40B4-BE49-F238E27FC236}">
                  <a16:creationId xmlns:a16="http://schemas.microsoft.com/office/drawing/2014/main" id="{B7114406-F44C-54A5-6396-E7DA9A90648A}"/>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p>
          </p:txBody>
        </p:sp>
        <p:sp>
          <p:nvSpPr>
            <p:cNvPr id="56" name="Freeform: Shape 22">
              <a:extLst>
                <a:ext uri="{FF2B5EF4-FFF2-40B4-BE49-F238E27FC236}">
                  <a16:creationId xmlns:a16="http://schemas.microsoft.com/office/drawing/2014/main" id="{EB752763-F6D5-22A7-D2CC-BDDBA8230785}"/>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p>
          </p:txBody>
        </p:sp>
        <p:sp>
          <p:nvSpPr>
            <p:cNvPr id="57" name="Freeform: Shape 23">
              <a:extLst>
                <a:ext uri="{FF2B5EF4-FFF2-40B4-BE49-F238E27FC236}">
                  <a16:creationId xmlns:a16="http://schemas.microsoft.com/office/drawing/2014/main" id="{C07C6E36-25DD-DBE4-586A-F99BD94C8D76}"/>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p>
          </p:txBody>
        </p:sp>
        <p:sp>
          <p:nvSpPr>
            <p:cNvPr id="58" name="Freeform: Shape 24">
              <a:extLst>
                <a:ext uri="{FF2B5EF4-FFF2-40B4-BE49-F238E27FC236}">
                  <a16:creationId xmlns:a16="http://schemas.microsoft.com/office/drawing/2014/main" id="{E5F37716-72D3-01BA-9A62-2A8964D4B475}"/>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p>
          </p:txBody>
        </p:sp>
        <p:sp>
          <p:nvSpPr>
            <p:cNvPr id="59" name="Freeform: Shape 25">
              <a:extLst>
                <a:ext uri="{FF2B5EF4-FFF2-40B4-BE49-F238E27FC236}">
                  <a16:creationId xmlns:a16="http://schemas.microsoft.com/office/drawing/2014/main" id="{0BE6737D-AAA8-1C2C-248C-4C4BAC813277}"/>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p>
          </p:txBody>
        </p:sp>
        <p:sp>
          <p:nvSpPr>
            <p:cNvPr id="60" name="Freeform: Shape 26">
              <a:extLst>
                <a:ext uri="{FF2B5EF4-FFF2-40B4-BE49-F238E27FC236}">
                  <a16:creationId xmlns:a16="http://schemas.microsoft.com/office/drawing/2014/main" id="{B6F0FE35-E9E6-F572-0ECB-B924FB566084}"/>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p>
          </p:txBody>
        </p:sp>
      </p:grpSp>
      <p:sp>
        <p:nvSpPr>
          <p:cNvPr id="61" name="Title 1">
            <a:extLst>
              <a:ext uri="{FF2B5EF4-FFF2-40B4-BE49-F238E27FC236}">
                <a16:creationId xmlns:a16="http://schemas.microsoft.com/office/drawing/2014/main" id="{84A47278-038A-E352-94CA-258CEF3DA586}"/>
              </a:ext>
            </a:extLst>
          </p:cNvPr>
          <p:cNvSpPr>
            <a:spLocks noGrp="1"/>
          </p:cNvSpPr>
          <p:nvPr>
            <p:ph type="title" hasCustomPrompt="1"/>
          </p:nvPr>
        </p:nvSpPr>
        <p:spPr>
          <a:xfrm>
            <a:off x="839788" y="519426"/>
            <a:ext cx="10515600" cy="1325563"/>
          </a:xfrm>
        </p:spPr>
        <p:txBody>
          <a:bodyPr anchor="ctr"/>
          <a:lstStyle>
            <a:lvl1pPr algn="ctr">
              <a:defRPr>
                <a:solidFill>
                  <a:schemeClr val="bg1"/>
                </a:solidFill>
              </a:defRPr>
            </a:lvl1pPr>
          </a:lstStyle>
          <a:p>
            <a:r>
              <a:rPr lang="en-US"/>
              <a:t>2-Column Comparison Layout</a:t>
            </a:r>
          </a:p>
        </p:txBody>
      </p:sp>
      <p:sp>
        <p:nvSpPr>
          <p:cNvPr id="2" name="Content Placeholder 3">
            <a:extLst>
              <a:ext uri="{FF2B5EF4-FFF2-40B4-BE49-F238E27FC236}">
                <a16:creationId xmlns:a16="http://schemas.microsoft.com/office/drawing/2014/main" id="{757618CE-AA05-B4E6-872D-0BC550134213}"/>
              </a:ext>
            </a:extLst>
          </p:cNvPr>
          <p:cNvSpPr>
            <a:spLocks noGrp="1"/>
          </p:cNvSpPr>
          <p:nvPr>
            <p:ph sz="half" idx="14"/>
          </p:nvPr>
        </p:nvSpPr>
        <p:spPr bwMode="ltGray">
          <a:xfrm>
            <a:off x="6440787" y="2374630"/>
            <a:ext cx="3530904" cy="3284036"/>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90216249"/>
      </p:ext>
    </p:extLst>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Comparison - Stroked on Light Bg">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401C5765-43BC-4387-261E-F79CD2129EF6}"/>
              </a:ext>
            </a:extLst>
          </p:cNvPr>
          <p:cNvSpPr/>
          <p:nvPr userDrawn="1"/>
        </p:nvSpPr>
        <p:spPr>
          <a:xfrm>
            <a:off x="624348" y="350698"/>
            <a:ext cx="10943303" cy="5952519"/>
          </a:xfrm>
          <a:prstGeom prst="rect">
            <a:avLst/>
          </a:prstGeom>
          <a:solidFill>
            <a:srgbClr val="4400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BBCF2E2-C158-42C8-966A-12FC2DC18EEA}"/>
              </a:ext>
            </a:extLst>
          </p:cNvPr>
          <p:cNvSpPr>
            <a:spLocks noGrp="1"/>
          </p:cNvSpPr>
          <p:nvPr>
            <p:ph type="title" hasCustomPrompt="1"/>
          </p:nvPr>
        </p:nvSpPr>
        <p:spPr>
          <a:xfrm>
            <a:off x="839788" y="519426"/>
            <a:ext cx="10515600" cy="1325563"/>
          </a:xfrm>
        </p:spPr>
        <p:txBody>
          <a:bodyPr anchor="ctr"/>
          <a:lstStyle>
            <a:lvl1pPr algn="ctr">
              <a:defRPr>
                <a:solidFill>
                  <a:schemeClr val="bg1"/>
                </a:solidFill>
              </a:defRPr>
            </a:lvl1pPr>
          </a:lstStyle>
          <a:p>
            <a:r>
              <a:rPr lang="en-US"/>
              <a:t>2-Column Comparison Layout</a:t>
            </a:r>
          </a:p>
        </p:txBody>
      </p:sp>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lvl1pPr>
              <a:defRPr>
                <a:solidFill>
                  <a:schemeClr val="bg1"/>
                </a:solidFill>
              </a:defRPr>
            </a:lvl1pPr>
          </a:lstStyle>
          <a:p>
            <a:fld id="{2D906BD4-2413-4A90-B04A-7B96E026DD1E}" type="datetime1">
              <a:rPr lang="en-US" smtClean="0"/>
              <a:pPr/>
              <a:t>8/14/24</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a:xfrm>
            <a:off x="839788" y="6394105"/>
            <a:ext cx="9762973" cy="365125"/>
          </a:xfrm>
        </p:spPr>
        <p:txBody>
          <a:bodyPr/>
          <a:lstStyle>
            <a:lvl1pPr>
              <a:defRPr>
                <a:solidFill>
                  <a:schemeClr val="bg1"/>
                </a:solidFill>
              </a:defRPr>
            </a:lvl1pPr>
          </a:lstStyle>
          <a:p>
            <a:endParaRPr lang="en-US"/>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a:ln>
            <a:solidFill>
              <a:schemeClr val="bg1"/>
            </a:solidFill>
          </a:ln>
        </p:spPr>
        <p:txBody>
          <a:bodyPr/>
          <a:lstStyle>
            <a:lvl1pPr>
              <a:defRPr>
                <a:solidFill>
                  <a:schemeClr val="bg1"/>
                </a:solidFill>
              </a:defRPr>
            </a:lvl1pPr>
          </a:lstStyle>
          <a:p>
            <a:fld id="{545951DD-1C6A-495F-8185-4C73F8F8B75A}" type="slidenum">
              <a:rPr lang="en-US" smtClean="0"/>
              <a:pPr/>
              <a:t>‹#›</a:t>
            </a:fld>
            <a:endParaRPr lang="en-US"/>
          </a:p>
        </p:txBody>
      </p:sp>
      <p:grpSp>
        <p:nvGrpSpPr>
          <p:cNvPr id="12" name="Graphic 11">
            <a:extLst>
              <a:ext uri="{FF2B5EF4-FFF2-40B4-BE49-F238E27FC236}">
                <a16:creationId xmlns:a16="http://schemas.microsoft.com/office/drawing/2014/main" id="{0A7F6100-F583-4F7E-BAEE-005425A8513D}"/>
              </a:ext>
            </a:extLst>
          </p:cNvPr>
          <p:cNvGrpSpPr/>
          <p:nvPr userDrawn="1"/>
        </p:nvGrpSpPr>
        <p:grpSpPr>
          <a:xfrm rot="16200000">
            <a:off x="11384220" y="6170961"/>
            <a:ext cx="912230" cy="242400"/>
            <a:chOff x="11384220" y="6170961"/>
            <a:chExt cx="912230" cy="242400"/>
          </a:xfrm>
          <a:solidFill>
            <a:schemeClr val="bg1"/>
          </a:solidFill>
        </p:grpSpPr>
        <p:sp>
          <p:nvSpPr>
            <p:cNvPr id="13" name="Freeform: Shape 12">
              <a:extLst>
                <a:ext uri="{FF2B5EF4-FFF2-40B4-BE49-F238E27FC236}">
                  <a16:creationId xmlns:a16="http://schemas.microsoft.com/office/drawing/2014/main" id="{32419910-49D9-4DB3-98D2-1917CE78DDC5}"/>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1A1B71FE-5B58-4449-9C51-ED464C6DE536}"/>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6C729E27-7293-48B3-A2DC-0B8D98B8E0D8}"/>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F6B24689-FE85-47BB-804A-58C7F8F6EE71}"/>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CC36FDF5-5725-46EC-8F94-12C18079D8FE}"/>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AE21A98E-DBBB-4598-936C-63B4732F8C8B}"/>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0ACDE724-36AA-4EE8-BBA8-D9C279EBD9C2}"/>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2887B1FD-6F89-493A-8126-8D208FCAF598}"/>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16D70DF5-56D8-4111-9CD7-7243612FA7F2}"/>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4050B6B0-A6C8-496F-BB2F-B491FC0E90B1}"/>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A1D58504-A63B-454E-8C5C-0E1E4CA769CE}"/>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EBB74CBF-BCCF-45AC-881F-5E1BA9AF5EB6}"/>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5825A49A-5567-41AE-A0DE-717D6AC2FB70}"/>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478B2DF0-F588-4E63-B3C3-04D17E6D3C33}"/>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E4DE7CAC-68B6-4773-90E1-C301B68B361C}"/>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47B81F84-A5AB-42F3-9EE3-B4A95FD907F6}"/>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B2612E94-0C2C-425B-8FD7-B3FA6B1B6002}"/>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2C14BCE4-E20F-4BCB-8AF8-0B768A37BB42}"/>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p>
          </p:txBody>
        </p:sp>
      </p:grpSp>
      <p:sp>
        <p:nvSpPr>
          <p:cNvPr id="11" name="Text Placeholder 2">
            <a:extLst>
              <a:ext uri="{FF2B5EF4-FFF2-40B4-BE49-F238E27FC236}">
                <a16:creationId xmlns:a16="http://schemas.microsoft.com/office/drawing/2014/main" id="{3F54F572-40B2-4DF4-DCEF-BD0FBBA6CBE4}"/>
              </a:ext>
            </a:extLst>
          </p:cNvPr>
          <p:cNvSpPr>
            <a:spLocks noGrp="1"/>
          </p:cNvSpPr>
          <p:nvPr>
            <p:ph type="body" idx="1" hasCustomPrompt="1"/>
          </p:nvPr>
        </p:nvSpPr>
        <p:spPr>
          <a:xfrm>
            <a:off x="2298555" y="1973128"/>
            <a:ext cx="3530904" cy="303663"/>
          </a:xfrm>
          <a:noFill/>
        </p:spPr>
        <p:txBody>
          <a:bodyPr lIns="0" tIns="91440" rIns="0" bIns="91440" anchor="ctr"/>
          <a:lstStyle>
            <a:lvl1pPr marL="0" indent="0" algn="l">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4" name="Text Placeholder 2">
            <a:extLst>
              <a:ext uri="{FF2B5EF4-FFF2-40B4-BE49-F238E27FC236}">
                <a16:creationId xmlns:a16="http://schemas.microsoft.com/office/drawing/2014/main" id="{F7465710-8A94-E492-CA82-FC8726BFC9E3}"/>
              </a:ext>
            </a:extLst>
          </p:cNvPr>
          <p:cNvSpPr>
            <a:spLocks noGrp="1"/>
          </p:cNvSpPr>
          <p:nvPr>
            <p:ph type="body" idx="13" hasCustomPrompt="1"/>
          </p:nvPr>
        </p:nvSpPr>
        <p:spPr>
          <a:xfrm>
            <a:off x="6434327" y="1973128"/>
            <a:ext cx="3530904" cy="303663"/>
          </a:xfrm>
          <a:noFill/>
        </p:spPr>
        <p:txBody>
          <a:bodyPr lIns="0" tIns="91440" rIns="0" bIns="91440" anchor="ctr"/>
          <a:lstStyle>
            <a:lvl1pPr marL="0" indent="0" algn="l">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 name="Content Placeholder 3">
            <a:extLst>
              <a:ext uri="{FF2B5EF4-FFF2-40B4-BE49-F238E27FC236}">
                <a16:creationId xmlns:a16="http://schemas.microsoft.com/office/drawing/2014/main" id="{F7E92C58-C16A-48B5-4649-1F879374E8B4}"/>
              </a:ext>
            </a:extLst>
          </p:cNvPr>
          <p:cNvSpPr>
            <a:spLocks noGrp="1"/>
          </p:cNvSpPr>
          <p:nvPr>
            <p:ph sz="half" idx="2"/>
          </p:nvPr>
        </p:nvSpPr>
        <p:spPr bwMode="ltGray">
          <a:xfrm>
            <a:off x="2298555" y="2378357"/>
            <a:ext cx="3530904" cy="3284036"/>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5414898-020C-D28D-70B3-726EE9DB9E3D}"/>
              </a:ext>
            </a:extLst>
          </p:cNvPr>
          <p:cNvSpPr>
            <a:spLocks noGrp="1"/>
          </p:cNvSpPr>
          <p:nvPr>
            <p:ph sz="half" idx="14"/>
          </p:nvPr>
        </p:nvSpPr>
        <p:spPr bwMode="ltGray">
          <a:xfrm>
            <a:off x="6440787" y="2378357"/>
            <a:ext cx="3530904" cy="3284036"/>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37213060"/>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Comparison - Dark on Light Bg">
    <p:bg>
      <p:bgRef idx="1001">
        <a:schemeClr val="bg1"/>
      </p:bgRef>
    </p:bg>
    <p:spTree>
      <p:nvGrpSpPr>
        <p:cNvPr id="1" name=""/>
        <p:cNvGrpSpPr/>
        <p:nvPr/>
      </p:nvGrpSpPr>
      <p:grpSpPr>
        <a:xfrm>
          <a:off x="0" y="0"/>
          <a:ext cx="0" cy="0"/>
          <a:chOff x="0" y="0"/>
          <a:chExt cx="0" cy="0"/>
        </a:xfrm>
      </p:grpSpPr>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p>
            <a:fld id="{2D906BD4-2413-4A90-B04A-7B96E026DD1E}" type="datetime1">
              <a:rPr lang="en-US" smtClean="0"/>
              <a:t>8/14/24</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p:txBody>
          <a:bodyPr/>
          <a:lstStyle/>
          <a:p>
            <a:fld id="{545951DD-1C6A-495F-8185-4C73F8F8B75A}" type="slidenum">
              <a:rPr lang="en-US" smtClean="0"/>
              <a:t>‹#›</a:t>
            </a:fld>
            <a:endParaRPr lang="en-US"/>
          </a:p>
        </p:txBody>
      </p:sp>
      <p:grpSp>
        <p:nvGrpSpPr>
          <p:cNvPr id="12" name="Graphic 11">
            <a:extLst>
              <a:ext uri="{FF2B5EF4-FFF2-40B4-BE49-F238E27FC236}">
                <a16:creationId xmlns:a16="http://schemas.microsoft.com/office/drawing/2014/main" id="{992BE47C-90C2-46CE-90AE-CEFE0732F1BC}"/>
              </a:ext>
            </a:extLst>
          </p:cNvPr>
          <p:cNvGrpSpPr/>
          <p:nvPr userDrawn="1"/>
        </p:nvGrpSpPr>
        <p:grpSpPr>
          <a:xfrm rot="16200000">
            <a:off x="11384220" y="6170961"/>
            <a:ext cx="912230" cy="242400"/>
            <a:chOff x="11384220" y="6170961"/>
            <a:chExt cx="912230" cy="242400"/>
          </a:xfrm>
          <a:solidFill>
            <a:schemeClr val="tx1"/>
          </a:solidFill>
        </p:grpSpPr>
        <p:sp>
          <p:nvSpPr>
            <p:cNvPr id="13" name="Freeform: Shape 12">
              <a:extLst>
                <a:ext uri="{FF2B5EF4-FFF2-40B4-BE49-F238E27FC236}">
                  <a16:creationId xmlns:a16="http://schemas.microsoft.com/office/drawing/2014/main" id="{E52677E4-BD7F-4053-89FC-3C6E4C056923}"/>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450A4F6A-7B4C-42B6-937B-62EA8200162F}"/>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4EDA4297-BDC6-48EA-909D-1908E17A6248}"/>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56EDADE1-DDA0-4011-9FA5-4B9E24FA90DB}"/>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3F641A17-5BE6-4EC0-91EE-2EA283B0A277}"/>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6198556E-AB9C-4176-81F5-3279D8A7A708}"/>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9B5272D2-885B-4C4C-BD01-F486F00D730C}"/>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B0FEA1AF-56EB-415B-BFB7-0E033209AAE8}"/>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75FA9EEF-FCC0-466B-BAD9-E9F943715CA6}"/>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05DE07C2-6761-40DB-A2DD-9EFAC1FADA0C}"/>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0771909B-04CA-49D9-9291-319F1820E0A3}"/>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DC8388B3-3736-4BF2-B20F-40EE94022DD1}"/>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97425CE4-0046-4A66-A0CD-6EEEAB2B75B9}"/>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A08D9CA7-8BD3-43CD-AE33-89F3FA2277E1}"/>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400D16D8-9CAD-4182-99F6-07CF6DE182E1}"/>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E5FA30EF-A221-46D7-A158-C151592E944C}"/>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1490DF44-9E14-4CBC-B661-843360D66995}"/>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A61335D3-D5E5-40BD-A027-169B7D0FB492}"/>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sp>
        <p:nvSpPr>
          <p:cNvPr id="11" name="Text Placeholder 2">
            <a:extLst>
              <a:ext uri="{FF2B5EF4-FFF2-40B4-BE49-F238E27FC236}">
                <a16:creationId xmlns:a16="http://schemas.microsoft.com/office/drawing/2014/main" id="{4946EA5B-1D77-F90D-48B2-573255F27523}"/>
              </a:ext>
            </a:extLst>
          </p:cNvPr>
          <p:cNvSpPr>
            <a:spLocks noGrp="1"/>
          </p:cNvSpPr>
          <p:nvPr>
            <p:ph type="body" idx="1" hasCustomPrompt="1"/>
          </p:nvPr>
        </p:nvSpPr>
        <p:spPr>
          <a:xfrm>
            <a:off x="2298555" y="1973128"/>
            <a:ext cx="3530904" cy="303663"/>
          </a:xfrm>
          <a:noFill/>
        </p:spPr>
        <p:txBody>
          <a:bodyPr lIns="0" tIns="91440" rIns="0" bIns="91440" anchor="ctr"/>
          <a:lstStyle>
            <a:lvl1pPr marL="0" indent="0" algn="l">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7" name="Text Placeholder 2">
            <a:extLst>
              <a:ext uri="{FF2B5EF4-FFF2-40B4-BE49-F238E27FC236}">
                <a16:creationId xmlns:a16="http://schemas.microsoft.com/office/drawing/2014/main" id="{4A77FD70-D677-909E-82E5-DD8B131154EB}"/>
              </a:ext>
            </a:extLst>
          </p:cNvPr>
          <p:cNvSpPr>
            <a:spLocks noGrp="1"/>
          </p:cNvSpPr>
          <p:nvPr>
            <p:ph type="body" idx="13" hasCustomPrompt="1"/>
          </p:nvPr>
        </p:nvSpPr>
        <p:spPr>
          <a:xfrm>
            <a:off x="6434327" y="1973128"/>
            <a:ext cx="3530904" cy="303663"/>
          </a:xfrm>
          <a:noFill/>
        </p:spPr>
        <p:txBody>
          <a:bodyPr lIns="0" tIns="91440" rIns="0" bIns="91440" anchor="ctr"/>
          <a:lstStyle>
            <a:lvl1pPr marL="0" indent="0" algn="l">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9" name="Title 1">
            <a:extLst>
              <a:ext uri="{FF2B5EF4-FFF2-40B4-BE49-F238E27FC236}">
                <a16:creationId xmlns:a16="http://schemas.microsoft.com/office/drawing/2014/main" id="{1D1FAD5B-7F52-B925-BD41-F2326F121ACC}"/>
              </a:ext>
            </a:extLst>
          </p:cNvPr>
          <p:cNvSpPr>
            <a:spLocks noGrp="1"/>
          </p:cNvSpPr>
          <p:nvPr>
            <p:ph type="title" hasCustomPrompt="1"/>
          </p:nvPr>
        </p:nvSpPr>
        <p:spPr>
          <a:xfrm>
            <a:off x="839788" y="519426"/>
            <a:ext cx="10515600" cy="1325563"/>
          </a:xfrm>
        </p:spPr>
        <p:txBody>
          <a:bodyPr anchor="ctr"/>
          <a:lstStyle>
            <a:lvl1pPr algn="ctr">
              <a:defRPr>
                <a:solidFill>
                  <a:schemeClr val="accent1"/>
                </a:solidFill>
              </a:defRPr>
            </a:lvl1pPr>
          </a:lstStyle>
          <a:p>
            <a:r>
              <a:rPr lang="en-US"/>
              <a:t>2-Column Comparison Layout</a:t>
            </a:r>
          </a:p>
        </p:txBody>
      </p:sp>
      <p:pic>
        <p:nvPicPr>
          <p:cNvPr id="40" name="Picture 39">
            <a:extLst>
              <a:ext uri="{FF2B5EF4-FFF2-40B4-BE49-F238E27FC236}">
                <a16:creationId xmlns:a16="http://schemas.microsoft.com/office/drawing/2014/main" id="{50C03FB4-920B-8A6E-3B6D-9510A3EC846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9202" b="76200"/>
          <a:stretch/>
        </p:blipFill>
        <p:spPr>
          <a:xfrm>
            <a:off x="0" y="0"/>
            <a:ext cx="12191999" cy="342579"/>
          </a:xfrm>
          <a:prstGeom prst="rect">
            <a:avLst/>
          </a:prstGeom>
        </p:spPr>
      </p:pic>
      <p:sp>
        <p:nvSpPr>
          <p:cNvPr id="41" name="Content Placeholder 3">
            <a:extLst>
              <a:ext uri="{FF2B5EF4-FFF2-40B4-BE49-F238E27FC236}">
                <a16:creationId xmlns:a16="http://schemas.microsoft.com/office/drawing/2014/main" id="{35F4C2E9-F1B0-1474-4F6B-91A53F854FFB}"/>
              </a:ext>
            </a:extLst>
          </p:cNvPr>
          <p:cNvSpPr>
            <a:spLocks noGrp="1"/>
          </p:cNvSpPr>
          <p:nvPr>
            <p:ph sz="half" idx="14"/>
          </p:nvPr>
        </p:nvSpPr>
        <p:spPr bwMode="ltGray">
          <a:xfrm>
            <a:off x="6432565" y="2386646"/>
            <a:ext cx="3530904" cy="3284036"/>
          </a:xfrm>
          <a:prstGeom prst="rect">
            <a:avLst/>
          </a:prstGeom>
          <a:noFill/>
          <a:ln>
            <a:noFill/>
          </a:ln>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2" name="Content Placeholder 3">
            <a:extLst>
              <a:ext uri="{FF2B5EF4-FFF2-40B4-BE49-F238E27FC236}">
                <a16:creationId xmlns:a16="http://schemas.microsoft.com/office/drawing/2014/main" id="{9CE62C7A-C92B-0102-D4E5-4E0638E6103C}"/>
              </a:ext>
            </a:extLst>
          </p:cNvPr>
          <p:cNvSpPr>
            <a:spLocks noGrp="1"/>
          </p:cNvSpPr>
          <p:nvPr>
            <p:ph sz="half" idx="2"/>
          </p:nvPr>
        </p:nvSpPr>
        <p:spPr bwMode="ltGray">
          <a:xfrm>
            <a:off x="2298555" y="2386646"/>
            <a:ext cx="3530904" cy="3284036"/>
          </a:xfrm>
          <a:prstGeom prst="rect">
            <a:avLst/>
          </a:prstGeom>
          <a:noFill/>
          <a:ln>
            <a:noFill/>
          </a:ln>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33485310"/>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3-Column Comparison">
    <p:bg>
      <p:bgPr>
        <a:solidFill>
          <a:schemeClr val="accent1"/>
        </a:solidFill>
        <a:effectLst/>
      </p:bgPr>
    </p:bg>
    <p:spTree>
      <p:nvGrpSpPr>
        <p:cNvPr id="1" name=""/>
        <p:cNvGrpSpPr/>
        <p:nvPr/>
      </p:nvGrpSpPr>
      <p:grpSpPr>
        <a:xfrm>
          <a:off x="0" y="0"/>
          <a:ext cx="0" cy="0"/>
          <a:chOff x="0" y="0"/>
          <a:chExt cx="0" cy="0"/>
        </a:xfrm>
      </p:grpSpPr>
      <p:sp>
        <p:nvSpPr>
          <p:cNvPr id="15" name="Text Placeholder 2">
            <a:extLst>
              <a:ext uri="{FF2B5EF4-FFF2-40B4-BE49-F238E27FC236}">
                <a16:creationId xmlns:a16="http://schemas.microsoft.com/office/drawing/2014/main" id="{B6678BE2-75EF-1F1C-8F1C-A3E0126B2D40}"/>
              </a:ext>
            </a:extLst>
          </p:cNvPr>
          <p:cNvSpPr>
            <a:spLocks noGrp="1"/>
          </p:cNvSpPr>
          <p:nvPr>
            <p:ph type="body" idx="16" hasCustomPrompt="1"/>
          </p:nvPr>
        </p:nvSpPr>
        <p:spPr>
          <a:xfrm>
            <a:off x="836612" y="1954596"/>
            <a:ext cx="3303380"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CCA4325-2A16-4E59-984D-DD439B3D42A9}"/>
              </a:ext>
            </a:extLst>
          </p:cNvPr>
          <p:cNvSpPr>
            <a:spLocks noGrp="1"/>
          </p:cNvSpPr>
          <p:nvPr>
            <p:ph sz="half" idx="2"/>
          </p:nvPr>
        </p:nvSpPr>
        <p:spPr bwMode="ltGray">
          <a:xfrm>
            <a:off x="839788" y="2378216"/>
            <a:ext cx="3304615" cy="3684588"/>
          </a:xfrm>
          <a:prstGeom prst="rect">
            <a:avLst/>
          </a:prstGeom>
          <a:noFill/>
        </p:spPr>
        <p:txBody>
          <a:bodyPr lIns="0" tIns="91440" rIns="0" bIns="0"/>
          <a:lstStyle>
            <a:lvl1pPr>
              <a:buClr>
                <a:schemeClr val="accent4"/>
              </a:buClr>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lvl3pPr>
            <a:lvl4pPr marL="573088" indent="-115888">
              <a:defRPr sz="900"/>
            </a:lvl4pPr>
            <a:lvl5pPr marL="687388" indent="-111125">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p>
            <a:fld id="{65DF209C-A28E-4A04-8EE4-E2684080C509}" type="datetime1">
              <a:rPr lang="en-US" smtClean="0"/>
              <a:t>8/14/24</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p:txBody>
          <a:bodyPr/>
          <a:lstStyle/>
          <a:p>
            <a:fld id="{545951DD-1C6A-495F-8185-4C73F8F8B75A}" type="slidenum">
              <a:rPr lang="en-US" smtClean="0"/>
              <a:t>‹#›</a:t>
            </a:fld>
            <a:endParaRPr lang="en-US"/>
          </a:p>
        </p:txBody>
      </p:sp>
      <p:sp>
        <p:nvSpPr>
          <p:cNvPr id="17" name="Text Placeholder 2">
            <a:extLst>
              <a:ext uri="{FF2B5EF4-FFF2-40B4-BE49-F238E27FC236}">
                <a16:creationId xmlns:a16="http://schemas.microsoft.com/office/drawing/2014/main" id="{B2B390B0-37FD-1C66-A829-A0D06E14382D}"/>
              </a:ext>
            </a:extLst>
          </p:cNvPr>
          <p:cNvSpPr>
            <a:spLocks noGrp="1"/>
          </p:cNvSpPr>
          <p:nvPr>
            <p:ph type="body" idx="17" hasCustomPrompt="1"/>
          </p:nvPr>
        </p:nvSpPr>
        <p:spPr>
          <a:xfrm>
            <a:off x="4420640" y="1954596"/>
            <a:ext cx="3303380"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2">
            <a:extLst>
              <a:ext uri="{FF2B5EF4-FFF2-40B4-BE49-F238E27FC236}">
                <a16:creationId xmlns:a16="http://schemas.microsoft.com/office/drawing/2014/main" id="{6EEACA0D-7DC5-01F3-8464-D4BA9640AE24}"/>
              </a:ext>
            </a:extLst>
          </p:cNvPr>
          <p:cNvSpPr>
            <a:spLocks noGrp="1"/>
          </p:cNvSpPr>
          <p:nvPr>
            <p:ph type="body" idx="19" hasCustomPrompt="1"/>
          </p:nvPr>
        </p:nvSpPr>
        <p:spPr>
          <a:xfrm>
            <a:off x="8036199" y="1954596"/>
            <a:ext cx="3303380"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Title 1">
            <a:extLst>
              <a:ext uri="{FF2B5EF4-FFF2-40B4-BE49-F238E27FC236}">
                <a16:creationId xmlns:a16="http://schemas.microsoft.com/office/drawing/2014/main" id="{4FDB0CA3-9633-8290-5CA4-4B77E1935CD2}"/>
              </a:ext>
            </a:extLst>
          </p:cNvPr>
          <p:cNvSpPr>
            <a:spLocks noGrp="1"/>
          </p:cNvSpPr>
          <p:nvPr>
            <p:ph type="title" hasCustomPrompt="1"/>
          </p:nvPr>
        </p:nvSpPr>
        <p:spPr>
          <a:xfrm>
            <a:off x="839788" y="519426"/>
            <a:ext cx="10515600" cy="1325563"/>
          </a:xfrm>
        </p:spPr>
        <p:txBody>
          <a:bodyPr anchor="ctr"/>
          <a:lstStyle>
            <a:lvl1pPr algn="ctr">
              <a:defRPr baseline="0">
                <a:solidFill>
                  <a:schemeClr val="tx1">
                    <a:lumMod val="95000"/>
                  </a:schemeClr>
                </a:solidFill>
              </a:defRPr>
            </a:lvl1pPr>
          </a:lstStyle>
          <a:p>
            <a:r>
              <a:rPr lang="en-US"/>
              <a:t>3-Column Comparison Layout</a:t>
            </a:r>
          </a:p>
        </p:txBody>
      </p:sp>
      <p:sp>
        <p:nvSpPr>
          <p:cNvPr id="3" name="Content Placeholder 3">
            <a:extLst>
              <a:ext uri="{FF2B5EF4-FFF2-40B4-BE49-F238E27FC236}">
                <a16:creationId xmlns:a16="http://schemas.microsoft.com/office/drawing/2014/main" id="{CF7CAE34-33F8-0A69-52D3-B435DFAF0F8C}"/>
              </a:ext>
            </a:extLst>
          </p:cNvPr>
          <p:cNvSpPr>
            <a:spLocks noGrp="1"/>
          </p:cNvSpPr>
          <p:nvPr>
            <p:ph sz="half" idx="20"/>
          </p:nvPr>
        </p:nvSpPr>
        <p:spPr bwMode="ltGray">
          <a:xfrm>
            <a:off x="4402794" y="2378216"/>
            <a:ext cx="3304615" cy="3684588"/>
          </a:xfrm>
          <a:prstGeom prst="rect">
            <a:avLst/>
          </a:prstGeom>
          <a:noFill/>
        </p:spPr>
        <p:txBody>
          <a:bodyPr lIns="0" tIns="91440" rIns="0" bIns="0"/>
          <a:lstStyle>
            <a:lvl1pPr>
              <a:buClr>
                <a:schemeClr val="accent4"/>
              </a:buClr>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lvl3pPr>
            <a:lvl4pPr marL="573088" indent="-115888">
              <a:defRPr sz="900"/>
            </a:lvl4pPr>
            <a:lvl5pPr marL="687388" indent="-111125">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a16="http://schemas.microsoft.com/office/drawing/2014/main" id="{46707D49-09D3-7E2A-4112-92EB98F04713}"/>
              </a:ext>
            </a:extLst>
          </p:cNvPr>
          <p:cNvSpPr>
            <a:spLocks noGrp="1"/>
          </p:cNvSpPr>
          <p:nvPr>
            <p:ph sz="half" idx="21"/>
          </p:nvPr>
        </p:nvSpPr>
        <p:spPr bwMode="ltGray">
          <a:xfrm>
            <a:off x="8018352" y="2378216"/>
            <a:ext cx="3304615" cy="3684588"/>
          </a:xfrm>
          <a:prstGeom prst="rect">
            <a:avLst/>
          </a:prstGeom>
          <a:noFill/>
        </p:spPr>
        <p:txBody>
          <a:bodyPr lIns="0" tIns="91440" rIns="0" bIns="0"/>
          <a:lstStyle>
            <a:lvl1pPr>
              <a:buClr>
                <a:schemeClr val="accent4"/>
              </a:buClr>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lvl3pPr>
            <a:lvl4pPr marL="573088" indent="-115888">
              <a:defRPr sz="900"/>
            </a:lvl4pPr>
            <a:lvl5pPr marL="687388" indent="-111125">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Picture 9">
            <a:extLst>
              <a:ext uri="{FF2B5EF4-FFF2-40B4-BE49-F238E27FC236}">
                <a16:creationId xmlns:a16="http://schemas.microsoft.com/office/drawing/2014/main" id="{EC1FE095-1FC2-2EBA-56C9-99D255475BE6}"/>
              </a:ext>
            </a:extLst>
          </p:cNvPr>
          <p:cNvPicPr>
            <a:picLocks noChangeAspect="1"/>
          </p:cNvPicPr>
          <p:nvPr userDrawn="1"/>
        </p:nvPicPr>
        <p:blipFill>
          <a:blip r:embed="rId2"/>
          <a:stretch>
            <a:fillRect/>
          </a:stretch>
        </p:blipFill>
        <p:spPr>
          <a:xfrm>
            <a:off x="0" y="0"/>
            <a:ext cx="12192000" cy="304800"/>
          </a:xfrm>
          <a:prstGeom prst="rect">
            <a:avLst/>
          </a:prstGeom>
        </p:spPr>
      </p:pic>
    </p:spTree>
    <p:extLst>
      <p:ext uri="{BB962C8B-B14F-4D97-AF65-F5344CB8AC3E}">
        <p14:creationId xmlns:p14="http://schemas.microsoft.com/office/powerpoint/2010/main" val="115863779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3-Column Comparison on Lt Purple">
    <p:bg>
      <p:bgPr>
        <a:solidFill>
          <a:schemeClr val="accent2"/>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627E39E-887E-F7BD-05D9-E63C92A5F37F}"/>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21" r="221"/>
          <a:stretch/>
        </p:blipFill>
        <p:spPr>
          <a:xfrm>
            <a:off x="9014" y="0"/>
            <a:ext cx="12182985" cy="6881992"/>
          </a:xfrm>
          <a:prstGeom prst="rect">
            <a:avLst/>
          </a:prstGeom>
        </p:spPr>
      </p:pic>
      <p:sp>
        <p:nvSpPr>
          <p:cNvPr id="5" name="Rectangle 4">
            <a:extLst>
              <a:ext uri="{FF2B5EF4-FFF2-40B4-BE49-F238E27FC236}">
                <a16:creationId xmlns:a16="http://schemas.microsoft.com/office/drawing/2014/main" id="{51D04206-384F-3335-8E56-80FA86D76127}"/>
              </a:ext>
            </a:extLst>
          </p:cNvPr>
          <p:cNvSpPr/>
          <p:nvPr userDrawn="1"/>
        </p:nvSpPr>
        <p:spPr>
          <a:xfrm>
            <a:off x="624348" y="1"/>
            <a:ext cx="10943303" cy="629533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2" name="Graphic 11">
            <a:extLst>
              <a:ext uri="{FF2B5EF4-FFF2-40B4-BE49-F238E27FC236}">
                <a16:creationId xmlns:a16="http://schemas.microsoft.com/office/drawing/2014/main" id="{DFCEA103-2BA6-4E0B-B138-7F7C90C25338}"/>
              </a:ext>
            </a:extLst>
          </p:cNvPr>
          <p:cNvGrpSpPr/>
          <p:nvPr userDrawn="1"/>
        </p:nvGrpSpPr>
        <p:grpSpPr>
          <a:xfrm rot="16200000">
            <a:off x="11384220" y="6170961"/>
            <a:ext cx="912230" cy="242400"/>
            <a:chOff x="11384220" y="6170961"/>
            <a:chExt cx="912230" cy="242400"/>
          </a:xfrm>
          <a:solidFill>
            <a:schemeClr val="bg1"/>
          </a:solidFill>
        </p:grpSpPr>
        <p:sp>
          <p:nvSpPr>
            <p:cNvPr id="33" name="Freeform: Shape 32">
              <a:extLst>
                <a:ext uri="{FF2B5EF4-FFF2-40B4-BE49-F238E27FC236}">
                  <a16:creationId xmlns:a16="http://schemas.microsoft.com/office/drawing/2014/main" id="{9F6A2A6F-EEFF-463D-BFA4-1D0418152A2D}"/>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6FD8DEE0-57EA-4A59-9DF9-F924AC7DCB98}"/>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0014A642-9127-4D21-9EE4-17051BAEDCF0}"/>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2A1F0C59-EE67-4F87-83FB-13A93F87F411}"/>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511786CC-8040-4477-A871-ADE22F9B29C9}"/>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E8E449A1-7C20-41CA-BE11-D636F62A9839}"/>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680FD0E3-F2A6-4243-BDAE-ACE818FCEFBD}"/>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A64D691E-23AB-4618-9323-3DC7D40A1E02}"/>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FEABC8CF-098E-442B-879A-BC7FE3375EF3}"/>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78D1F85B-9929-423F-B414-C43E2E112629}"/>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03CDF06E-4F69-48FE-9843-E12AF6997D2A}"/>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4A1901CB-658C-4F36-811F-4FCFBBCE78D9}"/>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122D3737-E1F2-407C-9DB8-26AC64423CDC}"/>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664C6A77-AE22-4385-8AB0-DE3FBF08ACAD}"/>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0FE03CF2-CF56-4FA0-8969-F2FDE22967E0}"/>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E1E1D51F-A63E-4CCB-982A-50BE091F5FAA}"/>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31E4B643-7132-47F4-950F-7B6F450B5768}"/>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09DAC575-6ADD-4DE9-9550-514D0E4EF14B}"/>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p>
          </p:txBody>
        </p:sp>
      </p:grpSp>
      <p:sp>
        <p:nvSpPr>
          <p:cNvPr id="26" name="Text Placeholder 2">
            <a:extLst>
              <a:ext uri="{FF2B5EF4-FFF2-40B4-BE49-F238E27FC236}">
                <a16:creationId xmlns:a16="http://schemas.microsoft.com/office/drawing/2014/main" id="{5F3110BE-105D-CC26-DDEB-7331AE1964BA}"/>
              </a:ext>
            </a:extLst>
          </p:cNvPr>
          <p:cNvSpPr>
            <a:spLocks noGrp="1"/>
          </p:cNvSpPr>
          <p:nvPr>
            <p:ph type="body" idx="16" hasCustomPrompt="1"/>
          </p:nvPr>
        </p:nvSpPr>
        <p:spPr>
          <a:xfrm>
            <a:off x="836612" y="1962965"/>
            <a:ext cx="3303380"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8" name="Content Placeholder 3">
            <a:extLst>
              <a:ext uri="{FF2B5EF4-FFF2-40B4-BE49-F238E27FC236}">
                <a16:creationId xmlns:a16="http://schemas.microsoft.com/office/drawing/2014/main" id="{B4654FB0-09A1-6719-CA4D-E46CD3C33B9D}"/>
              </a:ext>
            </a:extLst>
          </p:cNvPr>
          <p:cNvSpPr>
            <a:spLocks noGrp="1"/>
          </p:cNvSpPr>
          <p:nvPr>
            <p:ph sz="half" idx="2"/>
          </p:nvPr>
        </p:nvSpPr>
        <p:spPr bwMode="ltGray">
          <a:xfrm>
            <a:off x="839788" y="2386585"/>
            <a:ext cx="3304615" cy="3684588"/>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9" name="Date Placeholder 6">
            <a:extLst>
              <a:ext uri="{FF2B5EF4-FFF2-40B4-BE49-F238E27FC236}">
                <a16:creationId xmlns:a16="http://schemas.microsoft.com/office/drawing/2014/main" id="{BC0ACF3E-B411-3A6B-87AB-035727C10BDA}"/>
              </a:ext>
            </a:extLst>
          </p:cNvPr>
          <p:cNvSpPr>
            <a:spLocks noGrp="1"/>
          </p:cNvSpPr>
          <p:nvPr>
            <p:ph type="dt" sz="half" idx="10"/>
          </p:nvPr>
        </p:nvSpPr>
        <p:spPr>
          <a:xfrm>
            <a:off x="10602762" y="6382494"/>
            <a:ext cx="692767" cy="365125"/>
          </a:xfrm>
        </p:spPr>
        <p:txBody>
          <a:bodyPr/>
          <a:lstStyle>
            <a:lvl1pPr>
              <a:defRPr>
                <a:solidFill>
                  <a:schemeClr val="bg1"/>
                </a:solidFill>
              </a:defRPr>
            </a:lvl1pPr>
          </a:lstStyle>
          <a:p>
            <a:fld id="{65DF209C-A28E-4A04-8EE4-E2684080C509}" type="datetime1">
              <a:rPr lang="en-US" smtClean="0"/>
              <a:pPr/>
              <a:t>8/14/24</a:t>
            </a:fld>
            <a:endParaRPr lang="en-US"/>
          </a:p>
        </p:txBody>
      </p:sp>
      <p:sp>
        <p:nvSpPr>
          <p:cNvPr id="30" name="Footer Placeholder 7">
            <a:extLst>
              <a:ext uri="{FF2B5EF4-FFF2-40B4-BE49-F238E27FC236}">
                <a16:creationId xmlns:a16="http://schemas.microsoft.com/office/drawing/2014/main" id="{B7ABC10F-1230-6D1F-8FB1-A5953EECE31F}"/>
              </a:ext>
            </a:extLst>
          </p:cNvPr>
          <p:cNvSpPr>
            <a:spLocks noGrp="1"/>
          </p:cNvSpPr>
          <p:nvPr>
            <p:ph type="ftr" sz="quarter" idx="11"/>
          </p:nvPr>
        </p:nvSpPr>
        <p:spPr>
          <a:xfrm>
            <a:off x="342900" y="6394105"/>
            <a:ext cx="10259861" cy="365125"/>
          </a:xfrm>
        </p:spPr>
        <p:txBody>
          <a:bodyPr/>
          <a:lstStyle>
            <a:lvl1pPr>
              <a:defRPr>
                <a:solidFill>
                  <a:schemeClr val="bg1"/>
                </a:solidFill>
              </a:defRPr>
            </a:lvl1pPr>
          </a:lstStyle>
          <a:p>
            <a:endParaRPr lang="en-US"/>
          </a:p>
        </p:txBody>
      </p:sp>
      <p:sp>
        <p:nvSpPr>
          <p:cNvPr id="31" name="Slide Number Placeholder 8">
            <a:extLst>
              <a:ext uri="{FF2B5EF4-FFF2-40B4-BE49-F238E27FC236}">
                <a16:creationId xmlns:a16="http://schemas.microsoft.com/office/drawing/2014/main" id="{8513861D-1909-CDF7-1F11-AD2069C51FC6}"/>
              </a:ext>
            </a:extLst>
          </p:cNvPr>
          <p:cNvSpPr>
            <a:spLocks noGrp="1"/>
          </p:cNvSpPr>
          <p:nvPr>
            <p:ph type="sldNum" sz="quarter" idx="12"/>
          </p:nvPr>
        </p:nvSpPr>
        <p:spPr>
          <a:xfrm>
            <a:off x="11674225" y="5477347"/>
            <a:ext cx="305503" cy="306298"/>
          </a:xfrm>
          <a:ln>
            <a:solidFill>
              <a:schemeClr val="bg1"/>
            </a:solidFill>
          </a:ln>
        </p:spPr>
        <p:txBody>
          <a:bodyPr/>
          <a:lstStyle>
            <a:lvl1pPr>
              <a:defRPr>
                <a:solidFill>
                  <a:schemeClr val="bg1"/>
                </a:solidFill>
              </a:defRPr>
            </a:lvl1pPr>
          </a:lstStyle>
          <a:p>
            <a:fld id="{545951DD-1C6A-495F-8185-4C73F8F8B75A}" type="slidenum">
              <a:rPr lang="en-US" smtClean="0"/>
              <a:pPr/>
              <a:t>‹#›</a:t>
            </a:fld>
            <a:endParaRPr lang="en-US"/>
          </a:p>
        </p:txBody>
      </p:sp>
      <p:sp>
        <p:nvSpPr>
          <p:cNvPr id="52" name="Text Placeholder 2">
            <a:extLst>
              <a:ext uri="{FF2B5EF4-FFF2-40B4-BE49-F238E27FC236}">
                <a16:creationId xmlns:a16="http://schemas.microsoft.com/office/drawing/2014/main" id="{EB3D3630-FE0D-8337-ABFF-0DB657F09620}"/>
              </a:ext>
            </a:extLst>
          </p:cNvPr>
          <p:cNvSpPr>
            <a:spLocks noGrp="1"/>
          </p:cNvSpPr>
          <p:nvPr>
            <p:ph type="body" idx="17" hasCustomPrompt="1"/>
          </p:nvPr>
        </p:nvSpPr>
        <p:spPr>
          <a:xfrm>
            <a:off x="4420640" y="1962965"/>
            <a:ext cx="3303380"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5" name="Text Placeholder 2">
            <a:extLst>
              <a:ext uri="{FF2B5EF4-FFF2-40B4-BE49-F238E27FC236}">
                <a16:creationId xmlns:a16="http://schemas.microsoft.com/office/drawing/2014/main" id="{0B90BB25-0474-4262-7C7A-53E4D28AC452}"/>
              </a:ext>
            </a:extLst>
          </p:cNvPr>
          <p:cNvSpPr>
            <a:spLocks noGrp="1"/>
          </p:cNvSpPr>
          <p:nvPr>
            <p:ph type="body" idx="19" hasCustomPrompt="1"/>
          </p:nvPr>
        </p:nvSpPr>
        <p:spPr>
          <a:xfrm>
            <a:off x="8036199" y="1962965"/>
            <a:ext cx="3303380"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Content Placeholder 3">
            <a:extLst>
              <a:ext uri="{FF2B5EF4-FFF2-40B4-BE49-F238E27FC236}">
                <a16:creationId xmlns:a16="http://schemas.microsoft.com/office/drawing/2014/main" id="{28E7A0A2-0E31-8725-90B3-D20101CAE128}"/>
              </a:ext>
            </a:extLst>
          </p:cNvPr>
          <p:cNvSpPr>
            <a:spLocks noGrp="1"/>
          </p:cNvSpPr>
          <p:nvPr>
            <p:ph sz="half" idx="20"/>
          </p:nvPr>
        </p:nvSpPr>
        <p:spPr bwMode="ltGray">
          <a:xfrm>
            <a:off x="4415092" y="2386585"/>
            <a:ext cx="3304615" cy="3684588"/>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3">
            <a:extLst>
              <a:ext uri="{FF2B5EF4-FFF2-40B4-BE49-F238E27FC236}">
                <a16:creationId xmlns:a16="http://schemas.microsoft.com/office/drawing/2014/main" id="{5435E167-979E-BCAD-653E-C1532BCA0880}"/>
              </a:ext>
            </a:extLst>
          </p:cNvPr>
          <p:cNvSpPr>
            <a:spLocks noGrp="1"/>
          </p:cNvSpPr>
          <p:nvPr>
            <p:ph sz="half" idx="21"/>
          </p:nvPr>
        </p:nvSpPr>
        <p:spPr bwMode="ltGray">
          <a:xfrm>
            <a:off x="8036116" y="2386585"/>
            <a:ext cx="3304615" cy="3684588"/>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1">
            <a:extLst>
              <a:ext uri="{FF2B5EF4-FFF2-40B4-BE49-F238E27FC236}">
                <a16:creationId xmlns:a16="http://schemas.microsoft.com/office/drawing/2014/main" id="{D1B250E5-1624-59FD-A02C-AB9B82EAC5FC}"/>
              </a:ext>
            </a:extLst>
          </p:cNvPr>
          <p:cNvSpPr>
            <a:spLocks noGrp="1"/>
          </p:cNvSpPr>
          <p:nvPr>
            <p:ph type="title" hasCustomPrompt="1"/>
          </p:nvPr>
        </p:nvSpPr>
        <p:spPr>
          <a:xfrm>
            <a:off x="839788" y="519426"/>
            <a:ext cx="10515600" cy="1325563"/>
          </a:xfrm>
        </p:spPr>
        <p:txBody>
          <a:bodyPr anchor="ctr"/>
          <a:lstStyle>
            <a:lvl1pPr algn="ctr">
              <a:defRPr>
                <a:solidFill>
                  <a:schemeClr val="bg1"/>
                </a:solidFill>
              </a:defRPr>
            </a:lvl1pPr>
          </a:lstStyle>
          <a:p>
            <a:r>
              <a:rPr lang="en-US"/>
              <a:t>3-Column Comparison Layout</a:t>
            </a:r>
            <a:br>
              <a:rPr lang="en-US"/>
            </a:br>
            <a:r>
              <a:rPr lang="en-US"/>
              <a:t>Two Lines</a:t>
            </a:r>
          </a:p>
        </p:txBody>
      </p:sp>
    </p:spTree>
    <p:extLst>
      <p:ext uri="{BB962C8B-B14F-4D97-AF65-F5344CB8AC3E}">
        <p14:creationId xmlns:p14="http://schemas.microsoft.com/office/powerpoint/2010/main" val="556558282"/>
      </p:ext>
    </p:extLst>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3-Column Comparison - Stroked on Light Bg">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65" name="Rectangle 64">
            <a:extLst>
              <a:ext uri="{FF2B5EF4-FFF2-40B4-BE49-F238E27FC236}">
                <a16:creationId xmlns:a16="http://schemas.microsoft.com/office/drawing/2014/main" id="{74ECEDFA-1992-0888-813F-86DAFA2DDDF5}"/>
              </a:ext>
            </a:extLst>
          </p:cNvPr>
          <p:cNvSpPr/>
          <p:nvPr userDrawn="1"/>
        </p:nvSpPr>
        <p:spPr>
          <a:xfrm>
            <a:off x="624348" y="426011"/>
            <a:ext cx="10943303" cy="5912563"/>
          </a:xfrm>
          <a:prstGeom prst="rect">
            <a:avLst/>
          </a:prstGeom>
          <a:solidFill>
            <a:srgbClr val="4400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3" name="Graphic 11">
            <a:extLst>
              <a:ext uri="{FF2B5EF4-FFF2-40B4-BE49-F238E27FC236}">
                <a16:creationId xmlns:a16="http://schemas.microsoft.com/office/drawing/2014/main" id="{3A343C29-3E88-04BA-B5B7-0882AB09F565}"/>
              </a:ext>
            </a:extLst>
          </p:cNvPr>
          <p:cNvGrpSpPr/>
          <p:nvPr userDrawn="1"/>
        </p:nvGrpSpPr>
        <p:grpSpPr>
          <a:xfrm rot="16200000">
            <a:off x="11384220" y="6170961"/>
            <a:ext cx="912230" cy="242400"/>
            <a:chOff x="11384220" y="6170961"/>
            <a:chExt cx="912230" cy="242400"/>
          </a:xfrm>
          <a:solidFill>
            <a:schemeClr val="bg1"/>
          </a:solidFill>
        </p:grpSpPr>
        <p:sp>
          <p:nvSpPr>
            <p:cNvPr id="34" name="Freeform: Shape 32">
              <a:extLst>
                <a:ext uri="{FF2B5EF4-FFF2-40B4-BE49-F238E27FC236}">
                  <a16:creationId xmlns:a16="http://schemas.microsoft.com/office/drawing/2014/main" id="{1737232B-B2FE-CB1C-0389-B0995BEA3F6E}"/>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p>
          </p:txBody>
        </p:sp>
        <p:sp>
          <p:nvSpPr>
            <p:cNvPr id="35" name="Freeform: Shape 33">
              <a:extLst>
                <a:ext uri="{FF2B5EF4-FFF2-40B4-BE49-F238E27FC236}">
                  <a16:creationId xmlns:a16="http://schemas.microsoft.com/office/drawing/2014/main" id="{8882189B-2B72-8F33-FE01-09472D8CD096}"/>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p>
          </p:txBody>
        </p:sp>
        <p:sp>
          <p:nvSpPr>
            <p:cNvPr id="36" name="Freeform: Shape 34">
              <a:extLst>
                <a:ext uri="{FF2B5EF4-FFF2-40B4-BE49-F238E27FC236}">
                  <a16:creationId xmlns:a16="http://schemas.microsoft.com/office/drawing/2014/main" id="{5489615C-1F22-A4A6-139A-3E4023915B5E}"/>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p>
          </p:txBody>
        </p:sp>
        <p:sp>
          <p:nvSpPr>
            <p:cNvPr id="37" name="Freeform: Shape 35">
              <a:extLst>
                <a:ext uri="{FF2B5EF4-FFF2-40B4-BE49-F238E27FC236}">
                  <a16:creationId xmlns:a16="http://schemas.microsoft.com/office/drawing/2014/main" id="{7A732541-25B0-1D61-5D50-3272F0A72200}"/>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p>
          </p:txBody>
        </p:sp>
        <p:sp>
          <p:nvSpPr>
            <p:cNvPr id="38" name="Freeform: Shape 36">
              <a:extLst>
                <a:ext uri="{FF2B5EF4-FFF2-40B4-BE49-F238E27FC236}">
                  <a16:creationId xmlns:a16="http://schemas.microsoft.com/office/drawing/2014/main" id="{2C0F794D-6F9A-1FEB-496F-A2FC90CCA615}"/>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p>
          </p:txBody>
        </p:sp>
        <p:sp>
          <p:nvSpPr>
            <p:cNvPr id="39" name="Freeform: Shape 37">
              <a:extLst>
                <a:ext uri="{FF2B5EF4-FFF2-40B4-BE49-F238E27FC236}">
                  <a16:creationId xmlns:a16="http://schemas.microsoft.com/office/drawing/2014/main" id="{E61613AA-DDDC-C1A5-25F2-8B55922DE702}"/>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p>
          </p:txBody>
        </p:sp>
        <p:sp>
          <p:nvSpPr>
            <p:cNvPr id="40" name="Freeform: Shape 38">
              <a:extLst>
                <a:ext uri="{FF2B5EF4-FFF2-40B4-BE49-F238E27FC236}">
                  <a16:creationId xmlns:a16="http://schemas.microsoft.com/office/drawing/2014/main" id="{B287282E-7C9A-744E-57FE-002319CF9716}"/>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p>
          </p:txBody>
        </p:sp>
        <p:sp>
          <p:nvSpPr>
            <p:cNvPr id="41" name="Freeform: Shape 39">
              <a:extLst>
                <a:ext uri="{FF2B5EF4-FFF2-40B4-BE49-F238E27FC236}">
                  <a16:creationId xmlns:a16="http://schemas.microsoft.com/office/drawing/2014/main" id="{F81F1CC9-CF1C-78CD-F48F-6270A1A1B8C8}"/>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p>
          </p:txBody>
        </p:sp>
        <p:sp>
          <p:nvSpPr>
            <p:cNvPr id="42" name="Freeform: Shape 40">
              <a:extLst>
                <a:ext uri="{FF2B5EF4-FFF2-40B4-BE49-F238E27FC236}">
                  <a16:creationId xmlns:a16="http://schemas.microsoft.com/office/drawing/2014/main" id="{3B41525D-FE2E-C52B-D794-E58928C1E1F9}"/>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p>
          </p:txBody>
        </p:sp>
        <p:sp>
          <p:nvSpPr>
            <p:cNvPr id="43" name="Freeform: Shape 41">
              <a:extLst>
                <a:ext uri="{FF2B5EF4-FFF2-40B4-BE49-F238E27FC236}">
                  <a16:creationId xmlns:a16="http://schemas.microsoft.com/office/drawing/2014/main" id="{843EA020-907D-9236-3CF1-A8BFB7EAF94A}"/>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p>
          </p:txBody>
        </p:sp>
        <p:sp>
          <p:nvSpPr>
            <p:cNvPr id="44" name="Freeform: Shape 42">
              <a:extLst>
                <a:ext uri="{FF2B5EF4-FFF2-40B4-BE49-F238E27FC236}">
                  <a16:creationId xmlns:a16="http://schemas.microsoft.com/office/drawing/2014/main" id="{4F0C2B75-1631-CE6C-6325-4C159AFA5F76}"/>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p>
          </p:txBody>
        </p:sp>
        <p:sp>
          <p:nvSpPr>
            <p:cNvPr id="45" name="Freeform: Shape 43">
              <a:extLst>
                <a:ext uri="{FF2B5EF4-FFF2-40B4-BE49-F238E27FC236}">
                  <a16:creationId xmlns:a16="http://schemas.microsoft.com/office/drawing/2014/main" id="{22FAEA00-5F8E-912D-1D98-BD8D5835E08F}"/>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p>
          </p:txBody>
        </p:sp>
        <p:sp>
          <p:nvSpPr>
            <p:cNvPr id="46" name="Freeform: Shape 44">
              <a:extLst>
                <a:ext uri="{FF2B5EF4-FFF2-40B4-BE49-F238E27FC236}">
                  <a16:creationId xmlns:a16="http://schemas.microsoft.com/office/drawing/2014/main" id="{BD50FAFF-975A-B4C4-BD48-E45E419619AC}"/>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p>
          </p:txBody>
        </p:sp>
        <p:sp>
          <p:nvSpPr>
            <p:cNvPr id="47" name="Freeform: Shape 45">
              <a:extLst>
                <a:ext uri="{FF2B5EF4-FFF2-40B4-BE49-F238E27FC236}">
                  <a16:creationId xmlns:a16="http://schemas.microsoft.com/office/drawing/2014/main" id="{603C50A9-F859-291D-FB38-868B43A4B7C0}"/>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p>
          </p:txBody>
        </p:sp>
        <p:sp>
          <p:nvSpPr>
            <p:cNvPr id="48" name="Freeform: Shape 46">
              <a:extLst>
                <a:ext uri="{FF2B5EF4-FFF2-40B4-BE49-F238E27FC236}">
                  <a16:creationId xmlns:a16="http://schemas.microsoft.com/office/drawing/2014/main" id="{ED84C083-107A-D235-AB9B-07BD6143A453}"/>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p>
          </p:txBody>
        </p:sp>
        <p:sp>
          <p:nvSpPr>
            <p:cNvPr id="49" name="Freeform: Shape 47">
              <a:extLst>
                <a:ext uri="{FF2B5EF4-FFF2-40B4-BE49-F238E27FC236}">
                  <a16:creationId xmlns:a16="http://schemas.microsoft.com/office/drawing/2014/main" id="{D11429C5-45D2-6832-C3A8-B6075B7DF0A7}"/>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p>
          </p:txBody>
        </p:sp>
        <p:sp>
          <p:nvSpPr>
            <p:cNvPr id="50" name="Freeform: Shape 48">
              <a:extLst>
                <a:ext uri="{FF2B5EF4-FFF2-40B4-BE49-F238E27FC236}">
                  <a16:creationId xmlns:a16="http://schemas.microsoft.com/office/drawing/2014/main" id="{F5DE87FD-D27D-3335-5F42-19AA9CE94CFE}"/>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p>
          </p:txBody>
        </p:sp>
        <p:sp>
          <p:nvSpPr>
            <p:cNvPr id="51" name="Freeform: Shape 49">
              <a:extLst>
                <a:ext uri="{FF2B5EF4-FFF2-40B4-BE49-F238E27FC236}">
                  <a16:creationId xmlns:a16="http://schemas.microsoft.com/office/drawing/2014/main" id="{22B657E2-59E6-936A-4DAA-3AB48E1E94D3}"/>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p>
          </p:txBody>
        </p:sp>
      </p:grpSp>
      <p:sp>
        <p:nvSpPr>
          <p:cNvPr id="52" name="Text Placeholder 2">
            <a:extLst>
              <a:ext uri="{FF2B5EF4-FFF2-40B4-BE49-F238E27FC236}">
                <a16:creationId xmlns:a16="http://schemas.microsoft.com/office/drawing/2014/main" id="{B394BBA9-9E02-6E45-406C-8A87DBF49EB9}"/>
              </a:ext>
            </a:extLst>
          </p:cNvPr>
          <p:cNvSpPr>
            <a:spLocks noGrp="1"/>
          </p:cNvSpPr>
          <p:nvPr>
            <p:ph type="body" idx="16" hasCustomPrompt="1"/>
          </p:nvPr>
        </p:nvSpPr>
        <p:spPr>
          <a:xfrm>
            <a:off x="836612" y="1961516"/>
            <a:ext cx="3303380" cy="303663"/>
          </a:xfrm>
          <a:noFill/>
        </p:spPr>
        <p:txBody>
          <a:bodyPr lIns="0" tIns="91440" rIns="0" bIns="91440" anchor="ctr"/>
          <a:lstStyle>
            <a:lvl1pPr marL="0" indent="0" algn="l">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5" name="Date Placeholder 6">
            <a:extLst>
              <a:ext uri="{FF2B5EF4-FFF2-40B4-BE49-F238E27FC236}">
                <a16:creationId xmlns:a16="http://schemas.microsoft.com/office/drawing/2014/main" id="{AFDA17CB-EE3D-327A-119B-6B0258297CCB}"/>
              </a:ext>
            </a:extLst>
          </p:cNvPr>
          <p:cNvSpPr>
            <a:spLocks noGrp="1"/>
          </p:cNvSpPr>
          <p:nvPr>
            <p:ph type="dt" sz="half" idx="10"/>
          </p:nvPr>
        </p:nvSpPr>
        <p:spPr>
          <a:xfrm>
            <a:off x="10602762" y="6382494"/>
            <a:ext cx="692767" cy="365125"/>
          </a:xfrm>
        </p:spPr>
        <p:txBody>
          <a:bodyPr/>
          <a:lstStyle/>
          <a:p>
            <a:fld id="{65DF209C-A28E-4A04-8EE4-E2684080C509}" type="datetime1">
              <a:rPr lang="en-US" smtClean="0"/>
              <a:t>8/14/24</a:t>
            </a:fld>
            <a:endParaRPr lang="en-US"/>
          </a:p>
        </p:txBody>
      </p:sp>
      <p:sp>
        <p:nvSpPr>
          <p:cNvPr id="56" name="Footer Placeholder 7">
            <a:extLst>
              <a:ext uri="{FF2B5EF4-FFF2-40B4-BE49-F238E27FC236}">
                <a16:creationId xmlns:a16="http://schemas.microsoft.com/office/drawing/2014/main" id="{E27D7A34-902E-7AB9-EC17-2EE3643E7264}"/>
              </a:ext>
            </a:extLst>
          </p:cNvPr>
          <p:cNvSpPr>
            <a:spLocks noGrp="1"/>
          </p:cNvSpPr>
          <p:nvPr>
            <p:ph type="ftr" sz="quarter" idx="11"/>
          </p:nvPr>
        </p:nvSpPr>
        <p:spPr>
          <a:xfrm>
            <a:off x="342900" y="6394105"/>
            <a:ext cx="10259861" cy="365125"/>
          </a:xfrm>
        </p:spPr>
        <p:txBody>
          <a:bodyPr/>
          <a:lstStyle/>
          <a:p>
            <a:endParaRPr lang="en-US"/>
          </a:p>
        </p:txBody>
      </p:sp>
      <p:sp>
        <p:nvSpPr>
          <p:cNvPr id="57" name="Slide Number Placeholder 8">
            <a:extLst>
              <a:ext uri="{FF2B5EF4-FFF2-40B4-BE49-F238E27FC236}">
                <a16:creationId xmlns:a16="http://schemas.microsoft.com/office/drawing/2014/main" id="{3F40C638-2B10-D4C5-D97D-7F47A8EEFE6C}"/>
              </a:ext>
            </a:extLst>
          </p:cNvPr>
          <p:cNvSpPr>
            <a:spLocks noGrp="1"/>
          </p:cNvSpPr>
          <p:nvPr>
            <p:ph type="sldNum" sz="quarter" idx="12"/>
          </p:nvPr>
        </p:nvSpPr>
        <p:spPr>
          <a:xfrm>
            <a:off x="11674225" y="5477347"/>
            <a:ext cx="305503" cy="306298"/>
          </a:xfrm>
          <a:ln>
            <a:solidFill>
              <a:schemeClr val="bg1"/>
            </a:solidFill>
          </a:ln>
        </p:spPr>
        <p:txBody>
          <a:bodyPr/>
          <a:lstStyle>
            <a:lvl1pPr>
              <a:defRPr>
                <a:solidFill>
                  <a:schemeClr val="bg1"/>
                </a:solidFill>
              </a:defRPr>
            </a:lvl1pPr>
          </a:lstStyle>
          <a:p>
            <a:fld id="{545951DD-1C6A-495F-8185-4C73F8F8B75A}" type="slidenum">
              <a:rPr lang="en-US" smtClean="0"/>
              <a:pPr/>
              <a:t>‹#›</a:t>
            </a:fld>
            <a:endParaRPr lang="en-US"/>
          </a:p>
        </p:txBody>
      </p:sp>
      <p:sp>
        <p:nvSpPr>
          <p:cNvPr id="59" name="Text Placeholder 2">
            <a:extLst>
              <a:ext uri="{FF2B5EF4-FFF2-40B4-BE49-F238E27FC236}">
                <a16:creationId xmlns:a16="http://schemas.microsoft.com/office/drawing/2014/main" id="{411EF4D5-9EDE-B027-CC6F-0356FBF5C7A3}"/>
              </a:ext>
            </a:extLst>
          </p:cNvPr>
          <p:cNvSpPr>
            <a:spLocks noGrp="1"/>
          </p:cNvSpPr>
          <p:nvPr>
            <p:ph type="body" idx="17" hasCustomPrompt="1"/>
          </p:nvPr>
        </p:nvSpPr>
        <p:spPr>
          <a:xfrm>
            <a:off x="4420640" y="1961516"/>
            <a:ext cx="3303380" cy="303663"/>
          </a:xfrm>
          <a:noFill/>
        </p:spPr>
        <p:txBody>
          <a:bodyPr lIns="0" tIns="91440" rIns="0" bIns="91440" anchor="ctr"/>
          <a:lstStyle>
            <a:lvl1pPr marL="0" indent="0" algn="l">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2" name="Text Placeholder 2">
            <a:extLst>
              <a:ext uri="{FF2B5EF4-FFF2-40B4-BE49-F238E27FC236}">
                <a16:creationId xmlns:a16="http://schemas.microsoft.com/office/drawing/2014/main" id="{91D7EA73-48FB-3B84-6A9B-CB23A88B0D32}"/>
              </a:ext>
            </a:extLst>
          </p:cNvPr>
          <p:cNvSpPr>
            <a:spLocks noGrp="1"/>
          </p:cNvSpPr>
          <p:nvPr>
            <p:ph type="body" idx="19" hasCustomPrompt="1"/>
          </p:nvPr>
        </p:nvSpPr>
        <p:spPr>
          <a:xfrm>
            <a:off x="8036199" y="1961516"/>
            <a:ext cx="3303380" cy="303663"/>
          </a:xfrm>
          <a:noFill/>
        </p:spPr>
        <p:txBody>
          <a:bodyPr lIns="0" tIns="91440" rIns="0" bIns="91440" anchor="ctr"/>
          <a:lstStyle>
            <a:lvl1pPr marL="0" indent="0" algn="l">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Content Placeholder 3">
            <a:extLst>
              <a:ext uri="{FF2B5EF4-FFF2-40B4-BE49-F238E27FC236}">
                <a16:creationId xmlns:a16="http://schemas.microsoft.com/office/drawing/2014/main" id="{93F0FC42-22F5-977D-7CAE-2B9E0D2375CA}"/>
              </a:ext>
            </a:extLst>
          </p:cNvPr>
          <p:cNvSpPr>
            <a:spLocks noGrp="1"/>
          </p:cNvSpPr>
          <p:nvPr>
            <p:ph sz="half" idx="2"/>
          </p:nvPr>
        </p:nvSpPr>
        <p:spPr bwMode="ltGray">
          <a:xfrm>
            <a:off x="839788" y="2385136"/>
            <a:ext cx="3304615" cy="3684588"/>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3">
            <a:extLst>
              <a:ext uri="{FF2B5EF4-FFF2-40B4-BE49-F238E27FC236}">
                <a16:creationId xmlns:a16="http://schemas.microsoft.com/office/drawing/2014/main" id="{A391619A-E02C-762F-EC42-2B9BC4F92334}"/>
              </a:ext>
            </a:extLst>
          </p:cNvPr>
          <p:cNvSpPr>
            <a:spLocks noGrp="1"/>
          </p:cNvSpPr>
          <p:nvPr>
            <p:ph sz="half" idx="20"/>
          </p:nvPr>
        </p:nvSpPr>
        <p:spPr bwMode="ltGray">
          <a:xfrm>
            <a:off x="4415092" y="2385136"/>
            <a:ext cx="3304615" cy="3684588"/>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2B9A5A8-7F77-8233-C0A5-FBDDF05FB48A}"/>
              </a:ext>
            </a:extLst>
          </p:cNvPr>
          <p:cNvSpPr>
            <a:spLocks noGrp="1"/>
          </p:cNvSpPr>
          <p:nvPr>
            <p:ph sz="half" idx="21"/>
          </p:nvPr>
        </p:nvSpPr>
        <p:spPr bwMode="ltGray">
          <a:xfrm>
            <a:off x="8036116" y="2385136"/>
            <a:ext cx="3304615" cy="3684588"/>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1">
            <a:extLst>
              <a:ext uri="{FF2B5EF4-FFF2-40B4-BE49-F238E27FC236}">
                <a16:creationId xmlns:a16="http://schemas.microsoft.com/office/drawing/2014/main" id="{46A8E62E-89F2-EC42-6BAD-F147C0078E59}"/>
              </a:ext>
            </a:extLst>
          </p:cNvPr>
          <p:cNvSpPr>
            <a:spLocks noGrp="1"/>
          </p:cNvSpPr>
          <p:nvPr>
            <p:ph type="title" hasCustomPrompt="1"/>
          </p:nvPr>
        </p:nvSpPr>
        <p:spPr>
          <a:xfrm>
            <a:off x="839788" y="519426"/>
            <a:ext cx="10515600" cy="1325563"/>
          </a:xfrm>
        </p:spPr>
        <p:txBody>
          <a:bodyPr anchor="ctr"/>
          <a:lstStyle>
            <a:lvl1pPr algn="ctr">
              <a:defRPr baseline="0">
                <a:solidFill>
                  <a:schemeClr val="bg1">
                    <a:lumMod val="95000"/>
                  </a:schemeClr>
                </a:solidFill>
              </a:defRPr>
            </a:lvl1pPr>
          </a:lstStyle>
          <a:p>
            <a:r>
              <a:rPr lang="en-US"/>
              <a:t>3-Column Comparison Layout</a:t>
            </a:r>
            <a:br>
              <a:rPr lang="en-US"/>
            </a:br>
            <a:r>
              <a:rPr lang="en-US"/>
              <a:t>Two Lines</a:t>
            </a:r>
          </a:p>
        </p:txBody>
      </p:sp>
    </p:spTree>
    <p:extLst>
      <p:ext uri="{BB962C8B-B14F-4D97-AF65-F5344CB8AC3E}">
        <p14:creationId xmlns:p14="http://schemas.microsoft.com/office/powerpoint/2010/main" val="2227315438"/>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3-Column Comparison - Dark on Light Bg">
    <p:bg>
      <p:bgRef idx="1001">
        <a:schemeClr val="bg1"/>
      </p:bgRef>
    </p:bg>
    <p:spTree>
      <p:nvGrpSpPr>
        <p:cNvPr id="1" name=""/>
        <p:cNvGrpSpPr/>
        <p:nvPr/>
      </p:nvGrpSpPr>
      <p:grpSpPr>
        <a:xfrm>
          <a:off x="0" y="0"/>
          <a:ext cx="0" cy="0"/>
          <a:chOff x="0" y="0"/>
          <a:chExt cx="0" cy="0"/>
        </a:xfrm>
      </p:grpSpPr>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p>
            <a:fld id="{65DF209C-A28E-4A04-8EE4-E2684080C509}" type="datetime1">
              <a:rPr lang="en-US" smtClean="0"/>
              <a:t>8/14/24</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p:txBody>
          <a:bodyPr/>
          <a:lstStyle/>
          <a:p>
            <a:fld id="{545951DD-1C6A-495F-8185-4C73F8F8B75A}" type="slidenum">
              <a:rPr lang="en-US" smtClean="0"/>
              <a:t>‹#›</a:t>
            </a:fld>
            <a:endParaRPr lang="en-US"/>
          </a:p>
        </p:txBody>
      </p:sp>
      <p:grpSp>
        <p:nvGrpSpPr>
          <p:cNvPr id="14" name="Graphic 11">
            <a:extLst>
              <a:ext uri="{FF2B5EF4-FFF2-40B4-BE49-F238E27FC236}">
                <a16:creationId xmlns:a16="http://schemas.microsoft.com/office/drawing/2014/main" id="{E734450A-E639-4566-9F53-B91CF6F0FA16}"/>
              </a:ext>
            </a:extLst>
          </p:cNvPr>
          <p:cNvGrpSpPr/>
          <p:nvPr userDrawn="1"/>
        </p:nvGrpSpPr>
        <p:grpSpPr>
          <a:xfrm rot="16200000">
            <a:off x="11384220" y="6170961"/>
            <a:ext cx="912230" cy="242400"/>
            <a:chOff x="11384220" y="6170961"/>
            <a:chExt cx="912230" cy="242400"/>
          </a:xfrm>
          <a:solidFill>
            <a:schemeClr val="tx1"/>
          </a:solidFill>
        </p:grpSpPr>
        <p:sp>
          <p:nvSpPr>
            <p:cNvPr id="15" name="Freeform: Shape 14">
              <a:extLst>
                <a:ext uri="{FF2B5EF4-FFF2-40B4-BE49-F238E27FC236}">
                  <a16:creationId xmlns:a16="http://schemas.microsoft.com/office/drawing/2014/main" id="{EDFEB29C-B09F-40AE-AC36-5E7F5F8CBFA5}"/>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BBDA7F9F-C18E-48E8-B2F6-2D6CACE8804B}"/>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F0977B1F-105E-46F3-928E-37A18C8280B9}"/>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9C4801DE-C7FB-4918-B741-43F0F50A9D38}"/>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DD65476E-58E1-496E-8BA5-E06618D806BA}"/>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4A420B6E-3BEE-4889-A93D-063D45C72354}"/>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8640DDE0-8B3D-425B-99F2-82714E1B59E0}"/>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8C2E6409-1210-477C-A6FD-A82437EB49C7}"/>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77994FA0-51C4-4F29-9643-7E5DD192D3CB}"/>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DEFC84B2-F789-4F5C-8CEA-7F4E53AF3F3D}"/>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A573A645-1D1A-477E-B19E-629853E8DF16}"/>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B15E9AEA-3C62-4FB2-A648-B9189168BEA9}"/>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646A4CF7-0639-4F0D-9A0D-1E9E8566FEB3}"/>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15D68DCA-9592-4BCA-BC05-37E99EC7C867}"/>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45FA4983-DB27-4130-A5AA-CC0E13DA0F17}"/>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C7E125BB-CF6D-4B8A-810C-6798718C09F6}"/>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DC9F9BD7-0EB0-4AC2-8113-F7CB907A9470}"/>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68C85652-692F-4060-AD1C-65CD00C15F02}"/>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sp>
        <p:nvSpPr>
          <p:cNvPr id="13" name="Text Placeholder 2">
            <a:extLst>
              <a:ext uri="{FF2B5EF4-FFF2-40B4-BE49-F238E27FC236}">
                <a16:creationId xmlns:a16="http://schemas.microsoft.com/office/drawing/2014/main" id="{57AE3F3B-ED01-81B9-987D-DF2D8D987775}"/>
              </a:ext>
            </a:extLst>
          </p:cNvPr>
          <p:cNvSpPr>
            <a:spLocks noGrp="1"/>
          </p:cNvSpPr>
          <p:nvPr>
            <p:ph type="body" idx="16" hasCustomPrompt="1"/>
          </p:nvPr>
        </p:nvSpPr>
        <p:spPr>
          <a:xfrm>
            <a:off x="836612" y="1952025"/>
            <a:ext cx="3303380" cy="303663"/>
          </a:xfrm>
          <a:noFill/>
        </p:spPr>
        <p:txBody>
          <a:bodyPr lIns="0" tIns="91440" rIns="0" bIns="91440" anchor="ctr"/>
          <a:lstStyle>
            <a:lvl1pPr marL="0" indent="0" algn="l">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6" name="Text Placeholder 2">
            <a:extLst>
              <a:ext uri="{FF2B5EF4-FFF2-40B4-BE49-F238E27FC236}">
                <a16:creationId xmlns:a16="http://schemas.microsoft.com/office/drawing/2014/main" id="{ADC0BF52-4389-128A-B9AD-17207C4ACA4A}"/>
              </a:ext>
            </a:extLst>
          </p:cNvPr>
          <p:cNvSpPr>
            <a:spLocks noGrp="1"/>
          </p:cNvSpPr>
          <p:nvPr>
            <p:ph type="body" idx="17" hasCustomPrompt="1"/>
          </p:nvPr>
        </p:nvSpPr>
        <p:spPr>
          <a:xfrm>
            <a:off x="4420640" y="1952025"/>
            <a:ext cx="3303380" cy="303663"/>
          </a:xfrm>
          <a:noFill/>
        </p:spPr>
        <p:txBody>
          <a:bodyPr lIns="0" tIns="91440" rIns="0" bIns="91440" anchor="ctr"/>
          <a:lstStyle>
            <a:lvl1pPr marL="0" indent="0" algn="l">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9" name="Text Placeholder 2">
            <a:extLst>
              <a:ext uri="{FF2B5EF4-FFF2-40B4-BE49-F238E27FC236}">
                <a16:creationId xmlns:a16="http://schemas.microsoft.com/office/drawing/2014/main" id="{161770FA-79AA-C403-6AB6-76D1EA0225F9}"/>
              </a:ext>
            </a:extLst>
          </p:cNvPr>
          <p:cNvSpPr>
            <a:spLocks noGrp="1"/>
          </p:cNvSpPr>
          <p:nvPr>
            <p:ph type="body" idx="19" hasCustomPrompt="1"/>
          </p:nvPr>
        </p:nvSpPr>
        <p:spPr>
          <a:xfrm>
            <a:off x="8036199" y="1952025"/>
            <a:ext cx="3303380" cy="303663"/>
          </a:xfrm>
          <a:noFill/>
        </p:spPr>
        <p:txBody>
          <a:bodyPr lIns="0" tIns="91440" rIns="0" bIns="91440" anchor="ctr"/>
          <a:lstStyle>
            <a:lvl1pPr marL="0" indent="0" algn="l">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Title 1">
            <a:extLst>
              <a:ext uri="{FF2B5EF4-FFF2-40B4-BE49-F238E27FC236}">
                <a16:creationId xmlns:a16="http://schemas.microsoft.com/office/drawing/2014/main" id="{3881196E-6896-D896-E421-1DB5E65A1944}"/>
              </a:ext>
            </a:extLst>
          </p:cNvPr>
          <p:cNvSpPr>
            <a:spLocks noGrp="1"/>
          </p:cNvSpPr>
          <p:nvPr>
            <p:ph type="title" hasCustomPrompt="1"/>
          </p:nvPr>
        </p:nvSpPr>
        <p:spPr>
          <a:xfrm>
            <a:off x="839788" y="519426"/>
            <a:ext cx="10515600" cy="1325563"/>
          </a:xfrm>
        </p:spPr>
        <p:txBody>
          <a:bodyPr anchor="ctr"/>
          <a:lstStyle>
            <a:lvl1pPr algn="ctr">
              <a:defRPr>
                <a:solidFill>
                  <a:schemeClr val="accent1"/>
                </a:solidFill>
              </a:defRPr>
            </a:lvl1pPr>
          </a:lstStyle>
          <a:p>
            <a:r>
              <a:rPr lang="en-US"/>
              <a:t>3-Column Comparison Layout</a:t>
            </a:r>
          </a:p>
        </p:txBody>
      </p:sp>
      <p:sp>
        <p:nvSpPr>
          <p:cNvPr id="3" name="Content Placeholder 3">
            <a:extLst>
              <a:ext uri="{FF2B5EF4-FFF2-40B4-BE49-F238E27FC236}">
                <a16:creationId xmlns:a16="http://schemas.microsoft.com/office/drawing/2014/main" id="{180BF7BC-FF91-7EC7-06B5-9C0313F347ED}"/>
              </a:ext>
            </a:extLst>
          </p:cNvPr>
          <p:cNvSpPr>
            <a:spLocks noGrp="1"/>
          </p:cNvSpPr>
          <p:nvPr>
            <p:ph sz="half" idx="2"/>
          </p:nvPr>
        </p:nvSpPr>
        <p:spPr bwMode="ltGray">
          <a:xfrm>
            <a:off x="839788" y="2375645"/>
            <a:ext cx="3304615" cy="3684588"/>
          </a:xfrm>
          <a:prstGeom prst="rect">
            <a:avLst/>
          </a:prstGeom>
          <a:noFill/>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24146B6C-13E9-ED4A-07F2-7BCAFBECE6D8}"/>
              </a:ext>
            </a:extLst>
          </p:cNvPr>
          <p:cNvSpPr>
            <a:spLocks noGrp="1"/>
          </p:cNvSpPr>
          <p:nvPr>
            <p:ph sz="half" idx="20"/>
          </p:nvPr>
        </p:nvSpPr>
        <p:spPr bwMode="ltGray">
          <a:xfrm>
            <a:off x="4413305" y="2375645"/>
            <a:ext cx="3304615" cy="3684588"/>
          </a:xfrm>
          <a:prstGeom prst="rect">
            <a:avLst/>
          </a:prstGeom>
          <a:noFill/>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3">
            <a:extLst>
              <a:ext uri="{FF2B5EF4-FFF2-40B4-BE49-F238E27FC236}">
                <a16:creationId xmlns:a16="http://schemas.microsoft.com/office/drawing/2014/main" id="{5FD95544-D4E5-3345-5344-FCDE956285B9}"/>
              </a:ext>
            </a:extLst>
          </p:cNvPr>
          <p:cNvSpPr>
            <a:spLocks noGrp="1"/>
          </p:cNvSpPr>
          <p:nvPr>
            <p:ph sz="half" idx="21"/>
          </p:nvPr>
        </p:nvSpPr>
        <p:spPr bwMode="ltGray">
          <a:xfrm>
            <a:off x="8018353" y="2375645"/>
            <a:ext cx="3304615" cy="3684588"/>
          </a:xfrm>
          <a:prstGeom prst="rect">
            <a:avLst/>
          </a:prstGeom>
          <a:noFill/>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7DBE3043-53D9-6E34-E7A0-B6D79142952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9202" b="76200"/>
          <a:stretch/>
        </p:blipFill>
        <p:spPr>
          <a:xfrm>
            <a:off x="0" y="0"/>
            <a:ext cx="12191999" cy="342579"/>
          </a:xfrm>
          <a:prstGeom prst="rect">
            <a:avLst/>
          </a:prstGeom>
        </p:spPr>
      </p:pic>
    </p:spTree>
    <p:extLst>
      <p:ext uri="{BB962C8B-B14F-4D97-AF65-F5344CB8AC3E}">
        <p14:creationId xmlns:p14="http://schemas.microsoft.com/office/powerpoint/2010/main" val="3393744310"/>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4-Column Comparison">
    <p:bg>
      <p:bgPr>
        <a:solidFill>
          <a:schemeClr val="accent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44885AF-BB1C-42AE-980E-A6A8666DFFF4}"/>
              </a:ext>
            </a:extLst>
          </p:cNvPr>
          <p:cNvSpPr>
            <a:spLocks noGrp="1"/>
          </p:cNvSpPr>
          <p:nvPr>
            <p:ph type="body" idx="1" hasCustomPrompt="1"/>
          </p:nvPr>
        </p:nvSpPr>
        <p:spPr>
          <a:xfrm>
            <a:off x="840549" y="1964459"/>
            <a:ext cx="2337588"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4" name="Content Placeholder 3">
            <a:extLst>
              <a:ext uri="{FF2B5EF4-FFF2-40B4-BE49-F238E27FC236}">
                <a16:creationId xmlns:a16="http://schemas.microsoft.com/office/drawing/2014/main" id="{FCCA4325-2A16-4E59-984D-DD439B3D42A9}"/>
              </a:ext>
            </a:extLst>
          </p:cNvPr>
          <p:cNvSpPr>
            <a:spLocks noGrp="1"/>
          </p:cNvSpPr>
          <p:nvPr>
            <p:ph sz="half" idx="2"/>
          </p:nvPr>
        </p:nvSpPr>
        <p:spPr bwMode="ltGray">
          <a:xfrm>
            <a:off x="840549" y="2369687"/>
            <a:ext cx="2337588" cy="3450183"/>
          </a:xfrm>
          <a:prstGeom prst="rect">
            <a:avLst/>
          </a:prstGeom>
          <a:noFill/>
        </p:spPr>
        <p:txBody>
          <a:bodyPr lIns="0" tIns="91440" rIns="0" bIns="0"/>
          <a:lstStyle>
            <a:lvl1pPr>
              <a:buClr>
                <a:schemeClr val="accent4"/>
              </a:buClr>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lvl3pPr>
            <a:lvl4pPr marL="573088" indent="-115888">
              <a:defRPr sz="900"/>
            </a:lvl4pPr>
            <a:lvl5pPr marL="687388" indent="-111125">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F42A1D7-A338-4172-9754-D548D9A1ED9E}"/>
              </a:ext>
            </a:extLst>
          </p:cNvPr>
          <p:cNvSpPr>
            <a:spLocks noGrp="1"/>
          </p:cNvSpPr>
          <p:nvPr>
            <p:ph type="body" sz="quarter" idx="3" hasCustomPrompt="1"/>
          </p:nvPr>
        </p:nvSpPr>
        <p:spPr>
          <a:xfrm>
            <a:off x="9018674" y="1964459"/>
            <a:ext cx="2336714"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p>
            <a:fld id="{0355B995-37A7-4C4D-BD8D-0D0D00DC0F80}" type="datetime1">
              <a:rPr lang="en-US" smtClean="0"/>
              <a:t>8/14/24</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p:txBody>
          <a:bodyPr/>
          <a:lstStyle/>
          <a:p>
            <a:fld id="{545951DD-1C6A-495F-8185-4C73F8F8B75A}" type="slidenum">
              <a:rPr lang="en-US" smtClean="0"/>
              <a:t>‹#›</a:t>
            </a:fld>
            <a:endParaRPr lang="en-US"/>
          </a:p>
        </p:txBody>
      </p:sp>
      <p:sp>
        <p:nvSpPr>
          <p:cNvPr id="10" name="Text Placeholder 2">
            <a:extLst>
              <a:ext uri="{FF2B5EF4-FFF2-40B4-BE49-F238E27FC236}">
                <a16:creationId xmlns:a16="http://schemas.microsoft.com/office/drawing/2014/main" id="{787F805C-3964-4B8F-834B-EF5EA597DB41}"/>
              </a:ext>
            </a:extLst>
          </p:cNvPr>
          <p:cNvSpPr>
            <a:spLocks noGrp="1"/>
          </p:cNvSpPr>
          <p:nvPr>
            <p:ph type="body" idx="13" hasCustomPrompt="1"/>
          </p:nvPr>
        </p:nvSpPr>
        <p:spPr>
          <a:xfrm>
            <a:off x="3580481" y="1964459"/>
            <a:ext cx="2337588"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12" name="Text Placeholder 2">
            <a:extLst>
              <a:ext uri="{FF2B5EF4-FFF2-40B4-BE49-F238E27FC236}">
                <a16:creationId xmlns:a16="http://schemas.microsoft.com/office/drawing/2014/main" id="{7E0E453B-744C-4022-A182-92AE52648EEB}"/>
              </a:ext>
            </a:extLst>
          </p:cNvPr>
          <p:cNvSpPr>
            <a:spLocks noGrp="1"/>
          </p:cNvSpPr>
          <p:nvPr>
            <p:ph type="body" idx="15" hasCustomPrompt="1"/>
          </p:nvPr>
        </p:nvSpPr>
        <p:spPr>
          <a:xfrm>
            <a:off x="6299577" y="1964459"/>
            <a:ext cx="2337588"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2" name="Title 1">
            <a:extLst>
              <a:ext uri="{FF2B5EF4-FFF2-40B4-BE49-F238E27FC236}">
                <a16:creationId xmlns:a16="http://schemas.microsoft.com/office/drawing/2014/main" id="{48A3D0B4-0E1D-48EE-D741-DDDFC20B4E9A}"/>
              </a:ext>
            </a:extLst>
          </p:cNvPr>
          <p:cNvSpPr>
            <a:spLocks noGrp="1"/>
          </p:cNvSpPr>
          <p:nvPr>
            <p:ph type="title" hasCustomPrompt="1"/>
          </p:nvPr>
        </p:nvSpPr>
        <p:spPr>
          <a:xfrm>
            <a:off x="839788" y="519426"/>
            <a:ext cx="10515600" cy="1325563"/>
          </a:xfrm>
        </p:spPr>
        <p:txBody>
          <a:bodyPr anchor="ctr"/>
          <a:lstStyle>
            <a:lvl1pPr algn="ctr">
              <a:defRPr>
                <a:solidFill>
                  <a:schemeClr val="tx1"/>
                </a:solidFill>
              </a:defRPr>
            </a:lvl1pPr>
          </a:lstStyle>
          <a:p>
            <a:r>
              <a:rPr lang="en-US"/>
              <a:t>4-Column Comparison Layout</a:t>
            </a:r>
          </a:p>
        </p:txBody>
      </p:sp>
      <p:sp>
        <p:nvSpPr>
          <p:cNvPr id="6" name="Content Placeholder 3">
            <a:extLst>
              <a:ext uri="{FF2B5EF4-FFF2-40B4-BE49-F238E27FC236}">
                <a16:creationId xmlns:a16="http://schemas.microsoft.com/office/drawing/2014/main" id="{9FA658AE-C95C-3012-AB00-586E1A342E96}"/>
              </a:ext>
            </a:extLst>
          </p:cNvPr>
          <p:cNvSpPr>
            <a:spLocks noGrp="1"/>
          </p:cNvSpPr>
          <p:nvPr>
            <p:ph sz="half" idx="16"/>
          </p:nvPr>
        </p:nvSpPr>
        <p:spPr bwMode="ltGray">
          <a:xfrm>
            <a:off x="3571049" y="2369687"/>
            <a:ext cx="2337588" cy="3450183"/>
          </a:xfrm>
          <a:prstGeom prst="rect">
            <a:avLst/>
          </a:prstGeom>
          <a:noFill/>
        </p:spPr>
        <p:txBody>
          <a:bodyPr lIns="0" tIns="91440" rIns="0" bIns="0"/>
          <a:lstStyle>
            <a:lvl1pPr>
              <a:buClr>
                <a:schemeClr val="accent4"/>
              </a:buClr>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lvl3pPr>
            <a:lvl4pPr marL="573088" indent="-115888">
              <a:defRPr sz="900"/>
            </a:lvl4pPr>
            <a:lvl5pPr marL="687388" indent="-111125">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id="{F726C1A4-880B-1DB7-6135-7954DE51CC53}"/>
              </a:ext>
            </a:extLst>
          </p:cNvPr>
          <p:cNvSpPr>
            <a:spLocks noGrp="1"/>
          </p:cNvSpPr>
          <p:nvPr>
            <p:ph sz="half" idx="17"/>
          </p:nvPr>
        </p:nvSpPr>
        <p:spPr bwMode="ltGray">
          <a:xfrm>
            <a:off x="6276149" y="2369687"/>
            <a:ext cx="2337588" cy="3450183"/>
          </a:xfrm>
          <a:prstGeom prst="rect">
            <a:avLst/>
          </a:prstGeom>
          <a:noFill/>
        </p:spPr>
        <p:txBody>
          <a:bodyPr lIns="0" tIns="91440" rIns="0" bIns="0"/>
          <a:lstStyle>
            <a:lvl1pPr>
              <a:buClr>
                <a:schemeClr val="accent4"/>
              </a:buClr>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lvl3pPr>
            <a:lvl4pPr marL="573088" indent="-115888">
              <a:defRPr sz="900"/>
            </a:lvl4pPr>
            <a:lvl5pPr marL="687388" indent="-111125">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3">
            <a:extLst>
              <a:ext uri="{FF2B5EF4-FFF2-40B4-BE49-F238E27FC236}">
                <a16:creationId xmlns:a16="http://schemas.microsoft.com/office/drawing/2014/main" id="{F5374405-BCA9-D702-AA85-CD7FDD74888B}"/>
              </a:ext>
            </a:extLst>
          </p:cNvPr>
          <p:cNvSpPr>
            <a:spLocks noGrp="1"/>
          </p:cNvSpPr>
          <p:nvPr>
            <p:ph sz="half" idx="18"/>
          </p:nvPr>
        </p:nvSpPr>
        <p:spPr bwMode="ltGray">
          <a:xfrm>
            <a:off x="9006649" y="2369687"/>
            <a:ext cx="2337588" cy="3450183"/>
          </a:xfrm>
          <a:prstGeom prst="rect">
            <a:avLst/>
          </a:prstGeom>
          <a:noFill/>
        </p:spPr>
        <p:txBody>
          <a:bodyPr lIns="0" tIns="91440" rIns="0" bIns="0"/>
          <a:lstStyle>
            <a:lvl1pPr>
              <a:buClr>
                <a:schemeClr val="accent4"/>
              </a:buClr>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lvl3pPr>
            <a:lvl4pPr marL="573088" indent="-115888">
              <a:defRPr sz="900"/>
            </a:lvl4pPr>
            <a:lvl5pPr marL="687388" indent="-111125">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5" name="Picture 14">
            <a:extLst>
              <a:ext uri="{FF2B5EF4-FFF2-40B4-BE49-F238E27FC236}">
                <a16:creationId xmlns:a16="http://schemas.microsoft.com/office/drawing/2014/main" id="{7014A6B1-0ED7-F837-5180-BB080B5FFC44}"/>
              </a:ext>
            </a:extLst>
          </p:cNvPr>
          <p:cNvPicPr>
            <a:picLocks noChangeAspect="1"/>
          </p:cNvPicPr>
          <p:nvPr userDrawn="1"/>
        </p:nvPicPr>
        <p:blipFill>
          <a:blip r:embed="rId2"/>
          <a:stretch>
            <a:fillRect/>
          </a:stretch>
        </p:blipFill>
        <p:spPr>
          <a:xfrm>
            <a:off x="0" y="0"/>
            <a:ext cx="12192000" cy="304800"/>
          </a:xfrm>
          <a:prstGeom prst="rect">
            <a:avLst/>
          </a:prstGeom>
        </p:spPr>
      </p:pic>
    </p:spTree>
    <p:extLst>
      <p:ext uri="{BB962C8B-B14F-4D97-AF65-F5344CB8AC3E}">
        <p14:creationId xmlns:p14="http://schemas.microsoft.com/office/powerpoint/2010/main" val="264351337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4-Column Comparison on Lt Purple">
    <p:bg>
      <p:bgPr>
        <a:solidFill>
          <a:schemeClr val="accent2"/>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A67D11B-5274-3A11-B0F8-D02810EE082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21" r="221"/>
          <a:stretch/>
        </p:blipFill>
        <p:spPr>
          <a:xfrm>
            <a:off x="9014" y="0"/>
            <a:ext cx="12182985" cy="6881992"/>
          </a:xfrm>
          <a:prstGeom prst="rect">
            <a:avLst/>
          </a:prstGeom>
        </p:spPr>
      </p:pic>
      <p:sp>
        <p:nvSpPr>
          <p:cNvPr id="50" name="Rectangle 49">
            <a:extLst>
              <a:ext uri="{FF2B5EF4-FFF2-40B4-BE49-F238E27FC236}">
                <a16:creationId xmlns:a16="http://schemas.microsoft.com/office/drawing/2014/main" id="{970F0625-8C68-9B76-E720-A3996B2DDD75}"/>
              </a:ext>
            </a:extLst>
          </p:cNvPr>
          <p:cNvSpPr/>
          <p:nvPr userDrawn="1"/>
        </p:nvSpPr>
        <p:spPr>
          <a:xfrm>
            <a:off x="624348" y="1"/>
            <a:ext cx="10943303" cy="629533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lvl1pPr>
              <a:defRPr>
                <a:solidFill>
                  <a:schemeClr val="bg1"/>
                </a:solidFill>
              </a:defRPr>
            </a:lvl1pPr>
          </a:lstStyle>
          <a:p>
            <a:fld id="{0355B995-37A7-4C4D-BD8D-0D0D00DC0F80}" type="datetime1">
              <a:rPr lang="en-US" smtClean="0"/>
              <a:pPr/>
              <a:t>8/14/24</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p:txBody>
          <a:bodyPr/>
          <a:lstStyle>
            <a:lvl1pPr>
              <a:defRPr>
                <a:solidFill>
                  <a:schemeClr val="bg1"/>
                </a:solidFill>
              </a:defRPr>
            </a:lvl1pPr>
          </a:lstStyle>
          <a:p>
            <a:endParaRPr lang="en-US"/>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a:ln>
            <a:solidFill>
              <a:schemeClr val="bg1"/>
            </a:solidFill>
          </a:ln>
        </p:spPr>
        <p:txBody>
          <a:bodyPr/>
          <a:lstStyle>
            <a:lvl1pPr>
              <a:defRPr>
                <a:solidFill>
                  <a:schemeClr val="bg1"/>
                </a:solidFill>
              </a:defRPr>
            </a:lvl1pPr>
          </a:lstStyle>
          <a:p>
            <a:fld id="{545951DD-1C6A-495F-8185-4C73F8F8B75A}" type="slidenum">
              <a:rPr lang="en-US" smtClean="0"/>
              <a:pPr/>
              <a:t>‹#›</a:t>
            </a:fld>
            <a:endParaRPr lang="en-US"/>
          </a:p>
        </p:txBody>
      </p:sp>
      <p:grpSp>
        <p:nvGrpSpPr>
          <p:cNvPr id="17" name="Graphic 11">
            <a:extLst>
              <a:ext uri="{FF2B5EF4-FFF2-40B4-BE49-F238E27FC236}">
                <a16:creationId xmlns:a16="http://schemas.microsoft.com/office/drawing/2014/main" id="{DD5ADC45-6806-49F5-B98E-3CBBD1C786F5}"/>
              </a:ext>
            </a:extLst>
          </p:cNvPr>
          <p:cNvGrpSpPr/>
          <p:nvPr userDrawn="1"/>
        </p:nvGrpSpPr>
        <p:grpSpPr>
          <a:xfrm rot="16200000">
            <a:off x="11384220" y="6170961"/>
            <a:ext cx="912230" cy="242400"/>
            <a:chOff x="11384220" y="6170961"/>
            <a:chExt cx="912230" cy="242400"/>
          </a:xfrm>
          <a:solidFill>
            <a:schemeClr val="bg1"/>
          </a:solidFill>
        </p:grpSpPr>
        <p:sp>
          <p:nvSpPr>
            <p:cNvPr id="18" name="Freeform: Shape 17">
              <a:extLst>
                <a:ext uri="{FF2B5EF4-FFF2-40B4-BE49-F238E27FC236}">
                  <a16:creationId xmlns:a16="http://schemas.microsoft.com/office/drawing/2014/main" id="{F8927C8D-1B0B-4CD4-9984-EB5107753A25}"/>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solidFill>
                  <a:schemeClr val="bg1"/>
                </a:solidFill>
              </a:endParaRPr>
            </a:p>
          </p:txBody>
        </p:sp>
        <p:sp>
          <p:nvSpPr>
            <p:cNvPr id="19" name="Freeform: Shape 18">
              <a:extLst>
                <a:ext uri="{FF2B5EF4-FFF2-40B4-BE49-F238E27FC236}">
                  <a16:creationId xmlns:a16="http://schemas.microsoft.com/office/drawing/2014/main" id="{C0416082-3FEE-4250-8254-696D27CE860A}"/>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solidFill>
                  <a:schemeClr val="bg1"/>
                </a:solidFill>
              </a:endParaRPr>
            </a:p>
          </p:txBody>
        </p:sp>
        <p:sp>
          <p:nvSpPr>
            <p:cNvPr id="20" name="Freeform: Shape 19">
              <a:extLst>
                <a:ext uri="{FF2B5EF4-FFF2-40B4-BE49-F238E27FC236}">
                  <a16:creationId xmlns:a16="http://schemas.microsoft.com/office/drawing/2014/main" id="{A44383A2-4EB0-4756-B12A-516C7E98B32F}"/>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solidFill>
                  <a:schemeClr val="bg1"/>
                </a:solidFill>
              </a:endParaRPr>
            </a:p>
          </p:txBody>
        </p:sp>
        <p:sp>
          <p:nvSpPr>
            <p:cNvPr id="21" name="Freeform: Shape 20">
              <a:extLst>
                <a:ext uri="{FF2B5EF4-FFF2-40B4-BE49-F238E27FC236}">
                  <a16:creationId xmlns:a16="http://schemas.microsoft.com/office/drawing/2014/main" id="{896E8D16-CCCE-4C1F-85C7-87D5195F6A1B}"/>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solidFill>
                  <a:schemeClr val="bg1"/>
                </a:solidFill>
              </a:endParaRPr>
            </a:p>
          </p:txBody>
        </p:sp>
        <p:sp>
          <p:nvSpPr>
            <p:cNvPr id="22" name="Freeform: Shape 21">
              <a:extLst>
                <a:ext uri="{FF2B5EF4-FFF2-40B4-BE49-F238E27FC236}">
                  <a16:creationId xmlns:a16="http://schemas.microsoft.com/office/drawing/2014/main" id="{6A300DCE-69B5-419C-8B4E-03D1E1C1DC18}"/>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solidFill>
                  <a:schemeClr val="bg1"/>
                </a:solidFill>
              </a:endParaRPr>
            </a:p>
          </p:txBody>
        </p:sp>
        <p:sp>
          <p:nvSpPr>
            <p:cNvPr id="23" name="Freeform: Shape 22">
              <a:extLst>
                <a:ext uri="{FF2B5EF4-FFF2-40B4-BE49-F238E27FC236}">
                  <a16:creationId xmlns:a16="http://schemas.microsoft.com/office/drawing/2014/main" id="{3DB92BAF-E366-40DB-90CE-72D16DA60387}"/>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solidFill>
                  <a:schemeClr val="bg1"/>
                </a:solidFill>
              </a:endParaRPr>
            </a:p>
          </p:txBody>
        </p:sp>
        <p:sp>
          <p:nvSpPr>
            <p:cNvPr id="24" name="Freeform: Shape 23">
              <a:extLst>
                <a:ext uri="{FF2B5EF4-FFF2-40B4-BE49-F238E27FC236}">
                  <a16:creationId xmlns:a16="http://schemas.microsoft.com/office/drawing/2014/main" id="{DA2735A5-8CC5-4AC3-B398-D64441A07178}"/>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solidFill>
                  <a:schemeClr val="bg1"/>
                </a:solidFill>
              </a:endParaRPr>
            </a:p>
          </p:txBody>
        </p:sp>
        <p:sp>
          <p:nvSpPr>
            <p:cNvPr id="25" name="Freeform: Shape 24">
              <a:extLst>
                <a:ext uri="{FF2B5EF4-FFF2-40B4-BE49-F238E27FC236}">
                  <a16:creationId xmlns:a16="http://schemas.microsoft.com/office/drawing/2014/main" id="{E13C4780-3EB1-458D-87CB-964F829B0554}"/>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solidFill>
                  <a:schemeClr val="bg1"/>
                </a:solidFill>
              </a:endParaRPr>
            </a:p>
          </p:txBody>
        </p:sp>
        <p:sp>
          <p:nvSpPr>
            <p:cNvPr id="26" name="Freeform: Shape 25">
              <a:extLst>
                <a:ext uri="{FF2B5EF4-FFF2-40B4-BE49-F238E27FC236}">
                  <a16:creationId xmlns:a16="http://schemas.microsoft.com/office/drawing/2014/main" id="{D68128B0-8885-4890-9C12-DA02DB771109}"/>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solidFill>
                  <a:schemeClr val="bg1"/>
                </a:solidFill>
              </a:endParaRPr>
            </a:p>
          </p:txBody>
        </p:sp>
        <p:sp>
          <p:nvSpPr>
            <p:cNvPr id="27" name="Freeform: Shape 26">
              <a:extLst>
                <a:ext uri="{FF2B5EF4-FFF2-40B4-BE49-F238E27FC236}">
                  <a16:creationId xmlns:a16="http://schemas.microsoft.com/office/drawing/2014/main" id="{C1F190C0-4B64-4444-831B-1A6D8A625414}"/>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solidFill>
                  <a:schemeClr val="bg1"/>
                </a:solidFill>
              </a:endParaRPr>
            </a:p>
          </p:txBody>
        </p:sp>
        <p:sp>
          <p:nvSpPr>
            <p:cNvPr id="28" name="Freeform: Shape 27">
              <a:extLst>
                <a:ext uri="{FF2B5EF4-FFF2-40B4-BE49-F238E27FC236}">
                  <a16:creationId xmlns:a16="http://schemas.microsoft.com/office/drawing/2014/main" id="{344EBB92-718F-49C4-8A32-FD8EA548538F}"/>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solidFill>
                  <a:schemeClr val="bg1"/>
                </a:solidFill>
              </a:endParaRPr>
            </a:p>
          </p:txBody>
        </p:sp>
        <p:sp>
          <p:nvSpPr>
            <p:cNvPr id="29" name="Freeform: Shape 28">
              <a:extLst>
                <a:ext uri="{FF2B5EF4-FFF2-40B4-BE49-F238E27FC236}">
                  <a16:creationId xmlns:a16="http://schemas.microsoft.com/office/drawing/2014/main" id="{4CA1C400-8BB1-41B3-9FD9-609543D071A8}"/>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solidFill>
                  <a:schemeClr val="bg1"/>
                </a:solidFill>
              </a:endParaRPr>
            </a:p>
          </p:txBody>
        </p:sp>
        <p:sp>
          <p:nvSpPr>
            <p:cNvPr id="30" name="Freeform: Shape 29">
              <a:extLst>
                <a:ext uri="{FF2B5EF4-FFF2-40B4-BE49-F238E27FC236}">
                  <a16:creationId xmlns:a16="http://schemas.microsoft.com/office/drawing/2014/main" id="{88B0D6C7-C1FB-4BE6-A256-CEB6522D1759}"/>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solidFill>
                  <a:schemeClr val="bg1"/>
                </a:solidFill>
              </a:endParaRPr>
            </a:p>
          </p:txBody>
        </p:sp>
        <p:sp>
          <p:nvSpPr>
            <p:cNvPr id="31" name="Freeform: Shape 30">
              <a:extLst>
                <a:ext uri="{FF2B5EF4-FFF2-40B4-BE49-F238E27FC236}">
                  <a16:creationId xmlns:a16="http://schemas.microsoft.com/office/drawing/2014/main" id="{19E3A840-0842-4E25-8503-E3A9F9809F74}"/>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solidFill>
                  <a:schemeClr val="bg1"/>
                </a:solidFill>
              </a:endParaRPr>
            </a:p>
          </p:txBody>
        </p:sp>
        <p:sp>
          <p:nvSpPr>
            <p:cNvPr id="32" name="Freeform: Shape 31">
              <a:extLst>
                <a:ext uri="{FF2B5EF4-FFF2-40B4-BE49-F238E27FC236}">
                  <a16:creationId xmlns:a16="http://schemas.microsoft.com/office/drawing/2014/main" id="{12BFB110-0A31-4424-8B0A-0AC550391B5F}"/>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solidFill>
                  <a:schemeClr val="bg1"/>
                </a:solidFill>
              </a:endParaRPr>
            </a:p>
          </p:txBody>
        </p:sp>
        <p:sp>
          <p:nvSpPr>
            <p:cNvPr id="33" name="Freeform: Shape 32">
              <a:extLst>
                <a:ext uri="{FF2B5EF4-FFF2-40B4-BE49-F238E27FC236}">
                  <a16:creationId xmlns:a16="http://schemas.microsoft.com/office/drawing/2014/main" id="{D338E68D-28C9-433C-A8F4-8BA4CCEAC014}"/>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solidFill>
                  <a:schemeClr val="bg1"/>
                </a:solidFill>
              </a:endParaRPr>
            </a:p>
          </p:txBody>
        </p:sp>
        <p:sp>
          <p:nvSpPr>
            <p:cNvPr id="34" name="Freeform: Shape 33">
              <a:extLst>
                <a:ext uri="{FF2B5EF4-FFF2-40B4-BE49-F238E27FC236}">
                  <a16:creationId xmlns:a16="http://schemas.microsoft.com/office/drawing/2014/main" id="{55A2035A-6238-453F-A9E8-C1B5499049B0}"/>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solidFill>
                  <a:schemeClr val="bg1"/>
                </a:solidFill>
              </a:endParaRPr>
            </a:p>
          </p:txBody>
        </p:sp>
        <p:sp>
          <p:nvSpPr>
            <p:cNvPr id="35" name="Freeform: Shape 34">
              <a:extLst>
                <a:ext uri="{FF2B5EF4-FFF2-40B4-BE49-F238E27FC236}">
                  <a16:creationId xmlns:a16="http://schemas.microsoft.com/office/drawing/2014/main" id="{021E965A-BCE3-48A7-A84F-027E93D31199}"/>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solidFill>
                  <a:schemeClr val="bg1"/>
                </a:solidFill>
              </a:endParaRPr>
            </a:p>
          </p:txBody>
        </p:sp>
      </p:grpSp>
      <p:sp>
        <p:nvSpPr>
          <p:cNvPr id="15" name="Content Placeholder 3">
            <a:extLst>
              <a:ext uri="{FF2B5EF4-FFF2-40B4-BE49-F238E27FC236}">
                <a16:creationId xmlns:a16="http://schemas.microsoft.com/office/drawing/2014/main" id="{3C2E1E6E-B563-426F-43F1-A3B5C95147B2}"/>
              </a:ext>
            </a:extLst>
          </p:cNvPr>
          <p:cNvSpPr>
            <a:spLocks noGrp="1"/>
          </p:cNvSpPr>
          <p:nvPr>
            <p:ph sz="half" idx="2"/>
          </p:nvPr>
        </p:nvSpPr>
        <p:spPr bwMode="ltGray">
          <a:xfrm>
            <a:off x="839789" y="2357215"/>
            <a:ext cx="2337588" cy="3450183"/>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3">
            <a:extLst>
              <a:ext uri="{FF2B5EF4-FFF2-40B4-BE49-F238E27FC236}">
                <a16:creationId xmlns:a16="http://schemas.microsoft.com/office/drawing/2014/main" id="{4F2313CC-14FB-EA49-2747-DBE09ED4285E}"/>
              </a:ext>
            </a:extLst>
          </p:cNvPr>
          <p:cNvSpPr>
            <a:spLocks noGrp="1"/>
          </p:cNvSpPr>
          <p:nvPr>
            <p:ph sz="half" idx="16"/>
          </p:nvPr>
        </p:nvSpPr>
        <p:spPr bwMode="ltGray">
          <a:xfrm>
            <a:off x="3592133" y="2357215"/>
            <a:ext cx="2337588" cy="3450183"/>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3">
            <a:extLst>
              <a:ext uri="{FF2B5EF4-FFF2-40B4-BE49-F238E27FC236}">
                <a16:creationId xmlns:a16="http://schemas.microsoft.com/office/drawing/2014/main" id="{D814D66B-BD92-03C2-BEA0-DC008E11E096}"/>
              </a:ext>
            </a:extLst>
          </p:cNvPr>
          <p:cNvSpPr>
            <a:spLocks noGrp="1"/>
          </p:cNvSpPr>
          <p:nvPr>
            <p:ph sz="half" idx="17"/>
          </p:nvPr>
        </p:nvSpPr>
        <p:spPr bwMode="ltGray">
          <a:xfrm>
            <a:off x="6289613" y="2357215"/>
            <a:ext cx="2337588" cy="3450183"/>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8" name="Content Placeholder 3">
            <a:extLst>
              <a:ext uri="{FF2B5EF4-FFF2-40B4-BE49-F238E27FC236}">
                <a16:creationId xmlns:a16="http://schemas.microsoft.com/office/drawing/2014/main" id="{8258FAAF-2F58-D9E4-5B1B-4507E878612E}"/>
              </a:ext>
            </a:extLst>
          </p:cNvPr>
          <p:cNvSpPr>
            <a:spLocks noGrp="1"/>
          </p:cNvSpPr>
          <p:nvPr>
            <p:ph sz="half" idx="18"/>
          </p:nvPr>
        </p:nvSpPr>
        <p:spPr bwMode="ltGray">
          <a:xfrm>
            <a:off x="9041957" y="2357215"/>
            <a:ext cx="2337588" cy="3450183"/>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1" name="Title 1">
            <a:extLst>
              <a:ext uri="{FF2B5EF4-FFF2-40B4-BE49-F238E27FC236}">
                <a16:creationId xmlns:a16="http://schemas.microsoft.com/office/drawing/2014/main" id="{4D551DD9-7CB4-11F1-2555-E09E861C44AF}"/>
              </a:ext>
            </a:extLst>
          </p:cNvPr>
          <p:cNvSpPr>
            <a:spLocks noGrp="1"/>
          </p:cNvSpPr>
          <p:nvPr>
            <p:ph type="title" hasCustomPrompt="1"/>
          </p:nvPr>
        </p:nvSpPr>
        <p:spPr>
          <a:xfrm>
            <a:off x="839788" y="519426"/>
            <a:ext cx="10515600" cy="1325563"/>
          </a:xfrm>
        </p:spPr>
        <p:txBody>
          <a:bodyPr anchor="ctr"/>
          <a:lstStyle>
            <a:lvl1pPr algn="ctr">
              <a:defRPr baseline="0">
                <a:solidFill>
                  <a:schemeClr val="bg1">
                    <a:lumMod val="95000"/>
                  </a:schemeClr>
                </a:solidFill>
              </a:defRPr>
            </a:lvl1pPr>
          </a:lstStyle>
          <a:p>
            <a:r>
              <a:rPr lang="en-US"/>
              <a:t>4-Column Comparison Layout</a:t>
            </a:r>
          </a:p>
        </p:txBody>
      </p:sp>
      <p:sp>
        <p:nvSpPr>
          <p:cNvPr id="43" name="Text Placeholder 2">
            <a:extLst>
              <a:ext uri="{FF2B5EF4-FFF2-40B4-BE49-F238E27FC236}">
                <a16:creationId xmlns:a16="http://schemas.microsoft.com/office/drawing/2014/main" id="{CF1A1CF1-EA88-910C-4ED4-5D5FAF542FC2}"/>
              </a:ext>
            </a:extLst>
          </p:cNvPr>
          <p:cNvSpPr>
            <a:spLocks noGrp="1"/>
          </p:cNvSpPr>
          <p:nvPr>
            <p:ph type="body" idx="1" hasCustomPrompt="1"/>
          </p:nvPr>
        </p:nvSpPr>
        <p:spPr>
          <a:xfrm>
            <a:off x="839789" y="1951987"/>
            <a:ext cx="2337588"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44" name="Text Placeholder 4">
            <a:extLst>
              <a:ext uri="{FF2B5EF4-FFF2-40B4-BE49-F238E27FC236}">
                <a16:creationId xmlns:a16="http://schemas.microsoft.com/office/drawing/2014/main" id="{2377D9A5-C3BC-A098-96E4-BEFE386A7B46}"/>
              </a:ext>
            </a:extLst>
          </p:cNvPr>
          <p:cNvSpPr>
            <a:spLocks noGrp="1"/>
          </p:cNvSpPr>
          <p:nvPr>
            <p:ph type="body" sz="quarter" idx="3" hasCustomPrompt="1"/>
          </p:nvPr>
        </p:nvSpPr>
        <p:spPr>
          <a:xfrm>
            <a:off x="9017914" y="1951987"/>
            <a:ext cx="2336714"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45" name="Text Placeholder 2">
            <a:extLst>
              <a:ext uri="{FF2B5EF4-FFF2-40B4-BE49-F238E27FC236}">
                <a16:creationId xmlns:a16="http://schemas.microsoft.com/office/drawing/2014/main" id="{1054D723-BCFF-76A0-0878-DBBEDC8C4841}"/>
              </a:ext>
            </a:extLst>
          </p:cNvPr>
          <p:cNvSpPr>
            <a:spLocks noGrp="1"/>
          </p:cNvSpPr>
          <p:nvPr>
            <p:ph type="body" idx="13" hasCustomPrompt="1"/>
          </p:nvPr>
        </p:nvSpPr>
        <p:spPr>
          <a:xfrm>
            <a:off x="3579721" y="1951987"/>
            <a:ext cx="2337588"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46" name="Text Placeholder 2">
            <a:extLst>
              <a:ext uri="{FF2B5EF4-FFF2-40B4-BE49-F238E27FC236}">
                <a16:creationId xmlns:a16="http://schemas.microsoft.com/office/drawing/2014/main" id="{6D88BD33-277D-175E-E06B-86B2CE0DDE11}"/>
              </a:ext>
            </a:extLst>
          </p:cNvPr>
          <p:cNvSpPr>
            <a:spLocks noGrp="1"/>
          </p:cNvSpPr>
          <p:nvPr>
            <p:ph type="body" idx="15" hasCustomPrompt="1"/>
          </p:nvPr>
        </p:nvSpPr>
        <p:spPr>
          <a:xfrm>
            <a:off x="6298817" y="1951987"/>
            <a:ext cx="2337588"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Tree>
    <p:extLst>
      <p:ext uri="{BB962C8B-B14F-4D97-AF65-F5344CB8AC3E}">
        <p14:creationId xmlns:p14="http://schemas.microsoft.com/office/powerpoint/2010/main" val="3251441999"/>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4-Column Comparison - Stroked on Light Bg">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B4E07D3-C667-4B5A-A148-434335EC339A}"/>
              </a:ext>
            </a:extLst>
          </p:cNvPr>
          <p:cNvSpPr/>
          <p:nvPr userDrawn="1"/>
        </p:nvSpPr>
        <p:spPr>
          <a:xfrm>
            <a:off x="624348" y="426011"/>
            <a:ext cx="10943303" cy="5912563"/>
          </a:xfrm>
          <a:prstGeom prst="rect">
            <a:avLst/>
          </a:prstGeom>
          <a:solidFill>
            <a:srgbClr val="4400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Date Placeholder 6">
            <a:extLst>
              <a:ext uri="{FF2B5EF4-FFF2-40B4-BE49-F238E27FC236}">
                <a16:creationId xmlns:a16="http://schemas.microsoft.com/office/drawing/2014/main" id="{8D6A3F1E-61F3-A1D9-4E38-6F152354DC2B}"/>
              </a:ext>
            </a:extLst>
          </p:cNvPr>
          <p:cNvSpPr>
            <a:spLocks noGrp="1"/>
          </p:cNvSpPr>
          <p:nvPr>
            <p:ph type="dt" sz="half" idx="10"/>
          </p:nvPr>
        </p:nvSpPr>
        <p:spPr>
          <a:xfrm>
            <a:off x="10602762" y="6382494"/>
            <a:ext cx="692767" cy="365125"/>
          </a:xfrm>
        </p:spPr>
        <p:txBody>
          <a:bodyPr/>
          <a:lstStyle>
            <a:lvl1pPr>
              <a:defRPr>
                <a:solidFill>
                  <a:schemeClr val="bg1"/>
                </a:solidFill>
              </a:defRPr>
            </a:lvl1pPr>
          </a:lstStyle>
          <a:p>
            <a:fld id="{0355B995-37A7-4C4D-BD8D-0D0D00DC0F80}" type="datetime1">
              <a:rPr lang="en-US" smtClean="0"/>
              <a:pPr/>
              <a:t>8/14/24</a:t>
            </a:fld>
            <a:endParaRPr lang="en-US"/>
          </a:p>
        </p:txBody>
      </p:sp>
      <p:sp>
        <p:nvSpPr>
          <p:cNvPr id="36" name="Footer Placeholder 7">
            <a:extLst>
              <a:ext uri="{FF2B5EF4-FFF2-40B4-BE49-F238E27FC236}">
                <a16:creationId xmlns:a16="http://schemas.microsoft.com/office/drawing/2014/main" id="{CAA81B5B-5BB9-1C73-53F6-2D28A3FE64C4}"/>
              </a:ext>
            </a:extLst>
          </p:cNvPr>
          <p:cNvSpPr>
            <a:spLocks noGrp="1"/>
          </p:cNvSpPr>
          <p:nvPr>
            <p:ph type="ftr" sz="quarter" idx="11"/>
          </p:nvPr>
        </p:nvSpPr>
        <p:spPr>
          <a:xfrm>
            <a:off x="342900" y="6394105"/>
            <a:ext cx="10259861" cy="365125"/>
          </a:xfrm>
        </p:spPr>
        <p:txBody>
          <a:bodyPr/>
          <a:lstStyle>
            <a:lvl1pPr>
              <a:defRPr>
                <a:solidFill>
                  <a:schemeClr val="bg1"/>
                </a:solidFill>
              </a:defRPr>
            </a:lvl1pPr>
          </a:lstStyle>
          <a:p>
            <a:endParaRPr lang="en-US"/>
          </a:p>
        </p:txBody>
      </p:sp>
      <p:sp>
        <p:nvSpPr>
          <p:cNvPr id="37" name="Slide Number Placeholder 8">
            <a:extLst>
              <a:ext uri="{FF2B5EF4-FFF2-40B4-BE49-F238E27FC236}">
                <a16:creationId xmlns:a16="http://schemas.microsoft.com/office/drawing/2014/main" id="{30F8A254-5092-2B71-05BE-098709970998}"/>
              </a:ext>
            </a:extLst>
          </p:cNvPr>
          <p:cNvSpPr>
            <a:spLocks noGrp="1"/>
          </p:cNvSpPr>
          <p:nvPr>
            <p:ph type="sldNum" sz="quarter" idx="12"/>
          </p:nvPr>
        </p:nvSpPr>
        <p:spPr>
          <a:xfrm>
            <a:off x="11674225" y="5477347"/>
            <a:ext cx="305503" cy="306298"/>
          </a:xfrm>
          <a:ln>
            <a:solidFill>
              <a:schemeClr val="bg1"/>
            </a:solidFill>
          </a:ln>
        </p:spPr>
        <p:txBody>
          <a:bodyPr/>
          <a:lstStyle>
            <a:lvl1pPr>
              <a:defRPr>
                <a:solidFill>
                  <a:schemeClr val="bg1"/>
                </a:solidFill>
              </a:defRPr>
            </a:lvl1pPr>
          </a:lstStyle>
          <a:p>
            <a:fld id="{545951DD-1C6A-495F-8185-4C73F8F8B75A}" type="slidenum">
              <a:rPr lang="en-US" smtClean="0"/>
              <a:pPr/>
              <a:t>‹#›</a:t>
            </a:fld>
            <a:endParaRPr lang="en-US"/>
          </a:p>
        </p:txBody>
      </p:sp>
      <p:grpSp>
        <p:nvGrpSpPr>
          <p:cNvPr id="38" name="Graphic 11">
            <a:extLst>
              <a:ext uri="{FF2B5EF4-FFF2-40B4-BE49-F238E27FC236}">
                <a16:creationId xmlns:a16="http://schemas.microsoft.com/office/drawing/2014/main" id="{3DEAD91C-2395-4BB1-C742-C4A265A92D1A}"/>
              </a:ext>
            </a:extLst>
          </p:cNvPr>
          <p:cNvGrpSpPr/>
          <p:nvPr userDrawn="1"/>
        </p:nvGrpSpPr>
        <p:grpSpPr>
          <a:xfrm rot="16200000">
            <a:off x="11384220" y="6170961"/>
            <a:ext cx="912230" cy="242400"/>
            <a:chOff x="11384220" y="6170961"/>
            <a:chExt cx="912230" cy="242400"/>
          </a:xfrm>
          <a:solidFill>
            <a:schemeClr val="bg1"/>
          </a:solidFill>
        </p:grpSpPr>
        <p:sp>
          <p:nvSpPr>
            <p:cNvPr id="39" name="Freeform: Shape 17">
              <a:extLst>
                <a:ext uri="{FF2B5EF4-FFF2-40B4-BE49-F238E27FC236}">
                  <a16:creationId xmlns:a16="http://schemas.microsoft.com/office/drawing/2014/main" id="{95CF6FC4-D8FE-4868-845E-B5F4CDD5FA58}"/>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solidFill>
                  <a:schemeClr val="bg1"/>
                </a:solidFill>
              </a:endParaRPr>
            </a:p>
          </p:txBody>
        </p:sp>
        <p:sp>
          <p:nvSpPr>
            <p:cNvPr id="40" name="Freeform: Shape 18">
              <a:extLst>
                <a:ext uri="{FF2B5EF4-FFF2-40B4-BE49-F238E27FC236}">
                  <a16:creationId xmlns:a16="http://schemas.microsoft.com/office/drawing/2014/main" id="{797CB68D-E372-6C83-67D0-6DD48A1BC09A}"/>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solidFill>
                  <a:schemeClr val="bg1"/>
                </a:solidFill>
              </a:endParaRPr>
            </a:p>
          </p:txBody>
        </p:sp>
        <p:sp>
          <p:nvSpPr>
            <p:cNvPr id="41" name="Freeform: Shape 19">
              <a:extLst>
                <a:ext uri="{FF2B5EF4-FFF2-40B4-BE49-F238E27FC236}">
                  <a16:creationId xmlns:a16="http://schemas.microsoft.com/office/drawing/2014/main" id="{D3823A22-696F-B9F2-F426-D3C1FB29CF84}"/>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solidFill>
                  <a:schemeClr val="bg1"/>
                </a:solidFill>
              </a:endParaRPr>
            </a:p>
          </p:txBody>
        </p:sp>
        <p:sp>
          <p:nvSpPr>
            <p:cNvPr id="42" name="Freeform: Shape 20">
              <a:extLst>
                <a:ext uri="{FF2B5EF4-FFF2-40B4-BE49-F238E27FC236}">
                  <a16:creationId xmlns:a16="http://schemas.microsoft.com/office/drawing/2014/main" id="{68BA6F90-E9FC-9B32-2E19-B38AEE3BE720}"/>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solidFill>
                  <a:schemeClr val="bg1"/>
                </a:solidFill>
              </a:endParaRPr>
            </a:p>
          </p:txBody>
        </p:sp>
        <p:sp>
          <p:nvSpPr>
            <p:cNvPr id="43" name="Freeform: Shape 21">
              <a:extLst>
                <a:ext uri="{FF2B5EF4-FFF2-40B4-BE49-F238E27FC236}">
                  <a16:creationId xmlns:a16="http://schemas.microsoft.com/office/drawing/2014/main" id="{78B34F85-B878-1A4C-9523-76BA664E1BDF}"/>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solidFill>
                  <a:schemeClr val="bg1"/>
                </a:solidFill>
              </a:endParaRPr>
            </a:p>
          </p:txBody>
        </p:sp>
        <p:sp>
          <p:nvSpPr>
            <p:cNvPr id="44" name="Freeform: Shape 22">
              <a:extLst>
                <a:ext uri="{FF2B5EF4-FFF2-40B4-BE49-F238E27FC236}">
                  <a16:creationId xmlns:a16="http://schemas.microsoft.com/office/drawing/2014/main" id="{B00CB6DB-0A99-F07A-6819-C2DBB785F625}"/>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solidFill>
                  <a:schemeClr val="bg1"/>
                </a:solidFill>
              </a:endParaRPr>
            </a:p>
          </p:txBody>
        </p:sp>
        <p:sp>
          <p:nvSpPr>
            <p:cNvPr id="45" name="Freeform: Shape 23">
              <a:extLst>
                <a:ext uri="{FF2B5EF4-FFF2-40B4-BE49-F238E27FC236}">
                  <a16:creationId xmlns:a16="http://schemas.microsoft.com/office/drawing/2014/main" id="{7027803D-351F-B807-5157-8D0361C120E2}"/>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solidFill>
                  <a:schemeClr val="bg1"/>
                </a:solidFill>
              </a:endParaRPr>
            </a:p>
          </p:txBody>
        </p:sp>
        <p:sp>
          <p:nvSpPr>
            <p:cNvPr id="46" name="Freeform: Shape 24">
              <a:extLst>
                <a:ext uri="{FF2B5EF4-FFF2-40B4-BE49-F238E27FC236}">
                  <a16:creationId xmlns:a16="http://schemas.microsoft.com/office/drawing/2014/main" id="{8CB0D5B7-3A18-F9A5-01F7-829CB570D264}"/>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solidFill>
                  <a:schemeClr val="bg1"/>
                </a:solidFill>
              </a:endParaRPr>
            </a:p>
          </p:txBody>
        </p:sp>
        <p:sp>
          <p:nvSpPr>
            <p:cNvPr id="47" name="Freeform: Shape 25">
              <a:extLst>
                <a:ext uri="{FF2B5EF4-FFF2-40B4-BE49-F238E27FC236}">
                  <a16:creationId xmlns:a16="http://schemas.microsoft.com/office/drawing/2014/main" id="{57B2775D-8207-A2DD-1026-ABB4C60CBE8A}"/>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solidFill>
                  <a:schemeClr val="bg1"/>
                </a:solidFill>
              </a:endParaRPr>
            </a:p>
          </p:txBody>
        </p:sp>
        <p:sp>
          <p:nvSpPr>
            <p:cNvPr id="48" name="Freeform: Shape 26">
              <a:extLst>
                <a:ext uri="{FF2B5EF4-FFF2-40B4-BE49-F238E27FC236}">
                  <a16:creationId xmlns:a16="http://schemas.microsoft.com/office/drawing/2014/main" id="{7E1AF397-C495-6A61-C2F6-4FF44BD5A364}"/>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solidFill>
                  <a:schemeClr val="bg1"/>
                </a:solidFill>
              </a:endParaRPr>
            </a:p>
          </p:txBody>
        </p:sp>
        <p:sp>
          <p:nvSpPr>
            <p:cNvPr id="49" name="Freeform: Shape 27">
              <a:extLst>
                <a:ext uri="{FF2B5EF4-FFF2-40B4-BE49-F238E27FC236}">
                  <a16:creationId xmlns:a16="http://schemas.microsoft.com/office/drawing/2014/main" id="{CE616E64-C73E-A10E-AE23-7F658BBBCC58}"/>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solidFill>
                  <a:schemeClr val="bg1"/>
                </a:solidFill>
              </a:endParaRPr>
            </a:p>
          </p:txBody>
        </p:sp>
        <p:sp>
          <p:nvSpPr>
            <p:cNvPr id="50" name="Freeform: Shape 28">
              <a:extLst>
                <a:ext uri="{FF2B5EF4-FFF2-40B4-BE49-F238E27FC236}">
                  <a16:creationId xmlns:a16="http://schemas.microsoft.com/office/drawing/2014/main" id="{6EEB5DCB-6DD8-2E57-A67B-66D5097C9C00}"/>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solidFill>
                  <a:schemeClr val="bg1"/>
                </a:solidFill>
              </a:endParaRPr>
            </a:p>
          </p:txBody>
        </p:sp>
        <p:sp>
          <p:nvSpPr>
            <p:cNvPr id="51" name="Freeform: Shape 29">
              <a:extLst>
                <a:ext uri="{FF2B5EF4-FFF2-40B4-BE49-F238E27FC236}">
                  <a16:creationId xmlns:a16="http://schemas.microsoft.com/office/drawing/2014/main" id="{328BDE21-BEF6-8580-CC18-2E775A8CA416}"/>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solidFill>
                  <a:schemeClr val="bg1"/>
                </a:solidFill>
              </a:endParaRPr>
            </a:p>
          </p:txBody>
        </p:sp>
        <p:sp>
          <p:nvSpPr>
            <p:cNvPr id="52" name="Freeform: Shape 30">
              <a:extLst>
                <a:ext uri="{FF2B5EF4-FFF2-40B4-BE49-F238E27FC236}">
                  <a16:creationId xmlns:a16="http://schemas.microsoft.com/office/drawing/2014/main" id="{DF427782-8208-27CC-388F-874E43A7DFE1}"/>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solidFill>
                  <a:schemeClr val="bg1"/>
                </a:solidFill>
              </a:endParaRPr>
            </a:p>
          </p:txBody>
        </p:sp>
        <p:sp>
          <p:nvSpPr>
            <p:cNvPr id="53" name="Freeform: Shape 31">
              <a:extLst>
                <a:ext uri="{FF2B5EF4-FFF2-40B4-BE49-F238E27FC236}">
                  <a16:creationId xmlns:a16="http://schemas.microsoft.com/office/drawing/2014/main" id="{B1617B1A-FB5C-AB3B-FE18-E3AA2A3A8D95}"/>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solidFill>
                  <a:schemeClr val="bg1"/>
                </a:solidFill>
              </a:endParaRPr>
            </a:p>
          </p:txBody>
        </p:sp>
        <p:sp>
          <p:nvSpPr>
            <p:cNvPr id="54" name="Freeform: Shape 32">
              <a:extLst>
                <a:ext uri="{FF2B5EF4-FFF2-40B4-BE49-F238E27FC236}">
                  <a16:creationId xmlns:a16="http://schemas.microsoft.com/office/drawing/2014/main" id="{1D5F96CF-88DC-CD18-F1A5-84F0693D93F1}"/>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solidFill>
                  <a:schemeClr val="bg1"/>
                </a:solidFill>
              </a:endParaRPr>
            </a:p>
          </p:txBody>
        </p:sp>
        <p:sp>
          <p:nvSpPr>
            <p:cNvPr id="55" name="Freeform: Shape 33">
              <a:extLst>
                <a:ext uri="{FF2B5EF4-FFF2-40B4-BE49-F238E27FC236}">
                  <a16:creationId xmlns:a16="http://schemas.microsoft.com/office/drawing/2014/main" id="{D9FC7DB6-4436-253C-BFBF-F1BB09A10A83}"/>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solidFill>
                  <a:schemeClr val="bg1"/>
                </a:solidFill>
              </a:endParaRPr>
            </a:p>
          </p:txBody>
        </p:sp>
        <p:sp>
          <p:nvSpPr>
            <p:cNvPr id="56" name="Freeform: Shape 34">
              <a:extLst>
                <a:ext uri="{FF2B5EF4-FFF2-40B4-BE49-F238E27FC236}">
                  <a16:creationId xmlns:a16="http://schemas.microsoft.com/office/drawing/2014/main" id="{D7EFC75D-CD35-A980-9804-CE48C1F2D126}"/>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solidFill>
                  <a:schemeClr val="bg1"/>
                </a:solidFill>
              </a:endParaRPr>
            </a:p>
          </p:txBody>
        </p:sp>
      </p:grpSp>
      <p:sp>
        <p:nvSpPr>
          <p:cNvPr id="57" name="Text Placeholder 2">
            <a:extLst>
              <a:ext uri="{FF2B5EF4-FFF2-40B4-BE49-F238E27FC236}">
                <a16:creationId xmlns:a16="http://schemas.microsoft.com/office/drawing/2014/main" id="{4F572EE5-321A-0599-645B-2CDD929B9ECB}"/>
              </a:ext>
            </a:extLst>
          </p:cNvPr>
          <p:cNvSpPr>
            <a:spLocks noGrp="1"/>
          </p:cNvSpPr>
          <p:nvPr>
            <p:ph type="body" idx="1" hasCustomPrompt="1"/>
          </p:nvPr>
        </p:nvSpPr>
        <p:spPr>
          <a:xfrm>
            <a:off x="839789" y="1958744"/>
            <a:ext cx="2337588" cy="303663"/>
          </a:xfrm>
          <a:noFill/>
        </p:spPr>
        <p:txBody>
          <a:bodyPr lIns="0" tIns="91440" rIns="0" bIns="91440" anchor="ctr"/>
          <a:lstStyle>
            <a:lvl1pPr marL="0" indent="0" algn="l">
              <a:lnSpc>
                <a:spcPct val="90000"/>
              </a:lnSpc>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59" name="Text Placeholder 4">
            <a:extLst>
              <a:ext uri="{FF2B5EF4-FFF2-40B4-BE49-F238E27FC236}">
                <a16:creationId xmlns:a16="http://schemas.microsoft.com/office/drawing/2014/main" id="{E7077771-AA59-A3EE-CC33-47A3B6A556E4}"/>
              </a:ext>
            </a:extLst>
          </p:cNvPr>
          <p:cNvSpPr>
            <a:spLocks noGrp="1"/>
          </p:cNvSpPr>
          <p:nvPr>
            <p:ph type="body" sz="quarter" idx="3" hasCustomPrompt="1"/>
          </p:nvPr>
        </p:nvSpPr>
        <p:spPr>
          <a:xfrm>
            <a:off x="9017914" y="1958744"/>
            <a:ext cx="2336714" cy="303663"/>
          </a:xfrm>
          <a:noFill/>
        </p:spPr>
        <p:txBody>
          <a:bodyPr lIns="0" tIns="91440" rIns="0" bIns="91440" anchor="ctr"/>
          <a:lstStyle>
            <a:lvl1pPr marL="0" indent="0" algn="l">
              <a:lnSpc>
                <a:spcPct val="90000"/>
              </a:lnSpc>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60" name="Text Placeholder 2">
            <a:extLst>
              <a:ext uri="{FF2B5EF4-FFF2-40B4-BE49-F238E27FC236}">
                <a16:creationId xmlns:a16="http://schemas.microsoft.com/office/drawing/2014/main" id="{7BA507E4-C794-1669-6682-47321D4ACFB8}"/>
              </a:ext>
            </a:extLst>
          </p:cNvPr>
          <p:cNvSpPr>
            <a:spLocks noGrp="1"/>
          </p:cNvSpPr>
          <p:nvPr>
            <p:ph type="body" idx="13" hasCustomPrompt="1"/>
          </p:nvPr>
        </p:nvSpPr>
        <p:spPr>
          <a:xfrm>
            <a:off x="3579721" y="1958744"/>
            <a:ext cx="2337588" cy="303663"/>
          </a:xfrm>
          <a:noFill/>
        </p:spPr>
        <p:txBody>
          <a:bodyPr lIns="0" tIns="91440" rIns="0" bIns="91440" anchor="ctr"/>
          <a:lstStyle>
            <a:lvl1pPr marL="0" indent="0" algn="l">
              <a:lnSpc>
                <a:spcPct val="90000"/>
              </a:lnSpc>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61" name="Text Placeholder 2">
            <a:extLst>
              <a:ext uri="{FF2B5EF4-FFF2-40B4-BE49-F238E27FC236}">
                <a16:creationId xmlns:a16="http://schemas.microsoft.com/office/drawing/2014/main" id="{CC4800C5-3C5B-B29D-12DA-EABE1658D286}"/>
              </a:ext>
            </a:extLst>
          </p:cNvPr>
          <p:cNvSpPr>
            <a:spLocks noGrp="1"/>
          </p:cNvSpPr>
          <p:nvPr>
            <p:ph type="body" idx="15" hasCustomPrompt="1"/>
          </p:nvPr>
        </p:nvSpPr>
        <p:spPr>
          <a:xfrm>
            <a:off x="6298817" y="1958744"/>
            <a:ext cx="2337588" cy="303663"/>
          </a:xfrm>
          <a:noFill/>
        </p:spPr>
        <p:txBody>
          <a:bodyPr lIns="0" tIns="91440" rIns="0" bIns="91440" anchor="ctr"/>
          <a:lstStyle>
            <a:lvl1pPr marL="0" indent="0" algn="l">
              <a:lnSpc>
                <a:spcPct val="90000"/>
              </a:lnSpc>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2" name="Content Placeholder 3">
            <a:extLst>
              <a:ext uri="{FF2B5EF4-FFF2-40B4-BE49-F238E27FC236}">
                <a16:creationId xmlns:a16="http://schemas.microsoft.com/office/drawing/2014/main" id="{FE25E174-3A70-E717-3CD6-8315381DD9C5}"/>
              </a:ext>
            </a:extLst>
          </p:cNvPr>
          <p:cNvSpPr>
            <a:spLocks noGrp="1"/>
          </p:cNvSpPr>
          <p:nvPr>
            <p:ph sz="half" idx="2"/>
          </p:nvPr>
        </p:nvSpPr>
        <p:spPr bwMode="ltGray">
          <a:xfrm>
            <a:off x="839789" y="2363972"/>
            <a:ext cx="2337588" cy="3450183"/>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3">
            <a:extLst>
              <a:ext uri="{FF2B5EF4-FFF2-40B4-BE49-F238E27FC236}">
                <a16:creationId xmlns:a16="http://schemas.microsoft.com/office/drawing/2014/main" id="{7C19A2E6-9BFF-446F-B673-F4B3EF561A48}"/>
              </a:ext>
            </a:extLst>
          </p:cNvPr>
          <p:cNvSpPr>
            <a:spLocks noGrp="1"/>
          </p:cNvSpPr>
          <p:nvPr>
            <p:ph sz="half" idx="16"/>
          </p:nvPr>
        </p:nvSpPr>
        <p:spPr bwMode="ltGray">
          <a:xfrm>
            <a:off x="3592133" y="2363972"/>
            <a:ext cx="2337588" cy="3450183"/>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8742157-E43D-502D-E701-A177D68105EA}"/>
              </a:ext>
            </a:extLst>
          </p:cNvPr>
          <p:cNvSpPr>
            <a:spLocks noGrp="1"/>
          </p:cNvSpPr>
          <p:nvPr>
            <p:ph sz="half" idx="17"/>
          </p:nvPr>
        </p:nvSpPr>
        <p:spPr bwMode="ltGray">
          <a:xfrm>
            <a:off x="6289613" y="2363972"/>
            <a:ext cx="2337588" cy="3450183"/>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a16="http://schemas.microsoft.com/office/drawing/2014/main" id="{381B721E-2BCE-8D8F-0F13-83BC8C05D21C}"/>
              </a:ext>
            </a:extLst>
          </p:cNvPr>
          <p:cNvSpPr>
            <a:spLocks noGrp="1"/>
          </p:cNvSpPr>
          <p:nvPr>
            <p:ph sz="half" idx="18"/>
          </p:nvPr>
        </p:nvSpPr>
        <p:spPr bwMode="ltGray">
          <a:xfrm>
            <a:off x="9017914" y="2363972"/>
            <a:ext cx="2337588" cy="3450183"/>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1">
            <a:extLst>
              <a:ext uri="{FF2B5EF4-FFF2-40B4-BE49-F238E27FC236}">
                <a16:creationId xmlns:a16="http://schemas.microsoft.com/office/drawing/2014/main" id="{4C67AED2-80AB-C4AA-77B2-C47135C5802C}"/>
              </a:ext>
            </a:extLst>
          </p:cNvPr>
          <p:cNvSpPr>
            <a:spLocks noGrp="1"/>
          </p:cNvSpPr>
          <p:nvPr>
            <p:ph type="title" hasCustomPrompt="1"/>
          </p:nvPr>
        </p:nvSpPr>
        <p:spPr>
          <a:xfrm>
            <a:off x="839788" y="519426"/>
            <a:ext cx="10515600" cy="1325563"/>
          </a:xfrm>
        </p:spPr>
        <p:txBody>
          <a:bodyPr anchor="ctr"/>
          <a:lstStyle>
            <a:lvl1pPr algn="ctr">
              <a:defRPr baseline="0">
                <a:solidFill>
                  <a:schemeClr val="bg1">
                    <a:lumMod val="95000"/>
                  </a:schemeClr>
                </a:solidFill>
              </a:defRPr>
            </a:lvl1pPr>
          </a:lstStyle>
          <a:p>
            <a:r>
              <a:rPr lang="en-US"/>
              <a:t>4-Column Comparison Layout</a:t>
            </a:r>
          </a:p>
        </p:txBody>
      </p:sp>
    </p:spTree>
    <p:extLst>
      <p:ext uri="{BB962C8B-B14F-4D97-AF65-F5344CB8AC3E}">
        <p14:creationId xmlns:p14="http://schemas.microsoft.com/office/powerpoint/2010/main" val="1932886327"/>
      </p:ext>
    </p:extLst>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4-Column Comparison - Dark on Light Bg">
    <p:bg>
      <p:bgRef idx="1001">
        <a:schemeClr val="bg1"/>
      </p:bgRef>
    </p:bg>
    <p:spTree>
      <p:nvGrpSpPr>
        <p:cNvPr id="1" name=""/>
        <p:cNvGrpSpPr/>
        <p:nvPr/>
      </p:nvGrpSpPr>
      <p:grpSpPr>
        <a:xfrm>
          <a:off x="0" y="0"/>
          <a:ext cx="0" cy="0"/>
          <a:chOff x="0" y="0"/>
          <a:chExt cx="0" cy="0"/>
        </a:xfrm>
      </p:grpSpPr>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p>
            <a:fld id="{0355B995-37A7-4C4D-BD8D-0D0D00DC0F80}" type="datetime1">
              <a:rPr lang="en-US" smtClean="0"/>
              <a:t>8/14/24</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p:txBody>
          <a:bodyPr/>
          <a:lstStyle/>
          <a:p>
            <a:fld id="{545951DD-1C6A-495F-8185-4C73F8F8B75A}" type="slidenum">
              <a:rPr lang="en-US" smtClean="0"/>
              <a:t>‹#›</a:t>
            </a:fld>
            <a:endParaRPr lang="en-US"/>
          </a:p>
        </p:txBody>
      </p:sp>
      <p:grpSp>
        <p:nvGrpSpPr>
          <p:cNvPr id="16" name="Graphic 11">
            <a:extLst>
              <a:ext uri="{FF2B5EF4-FFF2-40B4-BE49-F238E27FC236}">
                <a16:creationId xmlns:a16="http://schemas.microsoft.com/office/drawing/2014/main" id="{07DCC60D-FF24-409E-9CB5-C8CE812843BB}"/>
              </a:ext>
            </a:extLst>
          </p:cNvPr>
          <p:cNvGrpSpPr/>
          <p:nvPr userDrawn="1"/>
        </p:nvGrpSpPr>
        <p:grpSpPr>
          <a:xfrm rot="16200000">
            <a:off x="11384220" y="6170961"/>
            <a:ext cx="912230" cy="242400"/>
            <a:chOff x="11384220" y="6170961"/>
            <a:chExt cx="912230" cy="242400"/>
          </a:xfrm>
          <a:solidFill>
            <a:schemeClr val="tx1"/>
          </a:solidFill>
        </p:grpSpPr>
        <p:sp>
          <p:nvSpPr>
            <p:cNvPr id="17" name="Freeform: Shape 16">
              <a:extLst>
                <a:ext uri="{FF2B5EF4-FFF2-40B4-BE49-F238E27FC236}">
                  <a16:creationId xmlns:a16="http://schemas.microsoft.com/office/drawing/2014/main" id="{E377E15E-8964-4E45-89EF-CE3DE598AE3A}"/>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AEA7658C-5976-42A9-B911-736701ACCEE9}"/>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1ED3E160-58EE-4263-A727-FFEDEE28ABAF}"/>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CC6F2AF9-4E78-482A-926F-4CBCFC424A56}"/>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BB371756-486B-4480-9EE9-5932C39975C7}"/>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7A2B2C27-1F4D-48D9-97CA-061613C06547}"/>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FB42F43C-C573-4EA9-8167-5281374DE942}"/>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97154FCF-8CBE-4A80-A8D7-F3C58F4EB1F7}"/>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9D872A8B-7F34-4271-8C5F-3E53DFAC6D01}"/>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A5FDD9DD-526D-43BC-A23D-91B3E709405C}"/>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32F0B155-F55F-4873-93E1-E9363340FBD7}"/>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935E2409-8B2B-4E5D-83F2-6F07D0D9BF16}"/>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1BEF99AA-7D27-4A0D-AC04-52A017705C5D}"/>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4C585969-42C4-451A-9E21-51D29F45892E}"/>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BD97A450-1BB2-4E90-9E4A-BF20754143C5}"/>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76A319AD-C377-422D-BB1E-92A76369B366}"/>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A19C6D38-E8ED-49FB-99CC-B1BF91BE18DE}"/>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F18B8D09-FA52-47B0-8720-CFAD3704095B}"/>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sp>
        <p:nvSpPr>
          <p:cNvPr id="15" name="Text Placeholder 2">
            <a:extLst>
              <a:ext uri="{FF2B5EF4-FFF2-40B4-BE49-F238E27FC236}">
                <a16:creationId xmlns:a16="http://schemas.microsoft.com/office/drawing/2014/main" id="{6BBBEF88-AE76-7752-9AD5-4DDCBD1C5FE3}"/>
              </a:ext>
            </a:extLst>
          </p:cNvPr>
          <p:cNvSpPr>
            <a:spLocks noGrp="1"/>
          </p:cNvSpPr>
          <p:nvPr>
            <p:ph type="body" idx="1" hasCustomPrompt="1"/>
          </p:nvPr>
        </p:nvSpPr>
        <p:spPr>
          <a:xfrm>
            <a:off x="839789" y="1963599"/>
            <a:ext cx="2337588" cy="303663"/>
          </a:xfrm>
          <a:noFill/>
        </p:spPr>
        <p:txBody>
          <a:bodyPr lIns="0" tIns="91440" rIns="0" bIns="91440" anchor="ctr"/>
          <a:lstStyle>
            <a:lvl1pPr marL="0" indent="0" algn="l">
              <a:lnSpc>
                <a:spcPct val="90000"/>
              </a:lnSpc>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36" name="Text Placeholder 4">
            <a:extLst>
              <a:ext uri="{FF2B5EF4-FFF2-40B4-BE49-F238E27FC236}">
                <a16:creationId xmlns:a16="http://schemas.microsoft.com/office/drawing/2014/main" id="{7D894E33-3335-06AB-158F-281AECC4AA75}"/>
              </a:ext>
            </a:extLst>
          </p:cNvPr>
          <p:cNvSpPr>
            <a:spLocks noGrp="1"/>
          </p:cNvSpPr>
          <p:nvPr>
            <p:ph type="body" sz="quarter" idx="3" hasCustomPrompt="1"/>
          </p:nvPr>
        </p:nvSpPr>
        <p:spPr>
          <a:xfrm>
            <a:off x="9017914" y="1963599"/>
            <a:ext cx="2336714" cy="303663"/>
          </a:xfrm>
          <a:noFill/>
        </p:spPr>
        <p:txBody>
          <a:bodyPr lIns="0" tIns="91440" rIns="0" bIns="91440" anchor="ctr"/>
          <a:lstStyle>
            <a:lvl1pPr marL="0" indent="0" algn="l">
              <a:lnSpc>
                <a:spcPct val="90000"/>
              </a:lnSpc>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37" name="Text Placeholder 2">
            <a:extLst>
              <a:ext uri="{FF2B5EF4-FFF2-40B4-BE49-F238E27FC236}">
                <a16:creationId xmlns:a16="http://schemas.microsoft.com/office/drawing/2014/main" id="{78EA85AE-7650-3C60-5D33-C19D9CCD19ED}"/>
              </a:ext>
            </a:extLst>
          </p:cNvPr>
          <p:cNvSpPr>
            <a:spLocks noGrp="1"/>
          </p:cNvSpPr>
          <p:nvPr>
            <p:ph type="body" idx="13" hasCustomPrompt="1"/>
          </p:nvPr>
        </p:nvSpPr>
        <p:spPr>
          <a:xfrm>
            <a:off x="3579721" y="1963599"/>
            <a:ext cx="2337588" cy="303663"/>
          </a:xfrm>
          <a:noFill/>
        </p:spPr>
        <p:txBody>
          <a:bodyPr lIns="0" tIns="91440" rIns="0" bIns="91440" anchor="ctr"/>
          <a:lstStyle>
            <a:lvl1pPr marL="0" indent="0" algn="l">
              <a:lnSpc>
                <a:spcPct val="90000"/>
              </a:lnSpc>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38" name="Text Placeholder 2">
            <a:extLst>
              <a:ext uri="{FF2B5EF4-FFF2-40B4-BE49-F238E27FC236}">
                <a16:creationId xmlns:a16="http://schemas.microsoft.com/office/drawing/2014/main" id="{167DAE70-4CE8-5E10-B78F-0BFB39A9C51C}"/>
              </a:ext>
            </a:extLst>
          </p:cNvPr>
          <p:cNvSpPr>
            <a:spLocks noGrp="1"/>
          </p:cNvSpPr>
          <p:nvPr>
            <p:ph type="body" idx="15" hasCustomPrompt="1"/>
          </p:nvPr>
        </p:nvSpPr>
        <p:spPr>
          <a:xfrm>
            <a:off x="6298817" y="1963599"/>
            <a:ext cx="2337588" cy="303663"/>
          </a:xfrm>
          <a:noFill/>
        </p:spPr>
        <p:txBody>
          <a:bodyPr lIns="0" tIns="91440" rIns="0" bIns="91440" anchor="ctr"/>
          <a:lstStyle>
            <a:lvl1pPr marL="0" indent="0" algn="l">
              <a:lnSpc>
                <a:spcPct val="90000"/>
              </a:lnSpc>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2" name="Title 1">
            <a:extLst>
              <a:ext uri="{FF2B5EF4-FFF2-40B4-BE49-F238E27FC236}">
                <a16:creationId xmlns:a16="http://schemas.microsoft.com/office/drawing/2014/main" id="{47B4EFAD-5484-C5D2-5A75-241BD4AB4CBD}"/>
              </a:ext>
            </a:extLst>
          </p:cNvPr>
          <p:cNvSpPr>
            <a:spLocks noGrp="1"/>
          </p:cNvSpPr>
          <p:nvPr>
            <p:ph type="title" hasCustomPrompt="1"/>
          </p:nvPr>
        </p:nvSpPr>
        <p:spPr>
          <a:xfrm>
            <a:off x="839788" y="519426"/>
            <a:ext cx="10515600" cy="1325563"/>
          </a:xfrm>
        </p:spPr>
        <p:txBody>
          <a:bodyPr anchor="ctr"/>
          <a:lstStyle>
            <a:lvl1pPr algn="ctr">
              <a:defRPr baseline="0">
                <a:solidFill>
                  <a:schemeClr val="accent1"/>
                </a:solidFill>
              </a:defRPr>
            </a:lvl1pPr>
          </a:lstStyle>
          <a:p>
            <a:r>
              <a:rPr lang="en-US"/>
              <a:t>4-Column Comparison Layout</a:t>
            </a:r>
          </a:p>
        </p:txBody>
      </p:sp>
      <p:sp>
        <p:nvSpPr>
          <p:cNvPr id="3" name="Content Placeholder 3">
            <a:extLst>
              <a:ext uri="{FF2B5EF4-FFF2-40B4-BE49-F238E27FC236}">
                <a16:creationId xmlns:a16="http://schemas.microsoft.com/office/drawing/2014/main" id="{57D5FFE3-9CBC-4BBA-5288-8ECA651CC374}"/>
              </a:ext>
            </a:extLst>
          </p:cNvPr>
          <p:cNvSpPr>
            <a:spLocks noGrp="1"/>
          </p:cNvSpPr>
          <p:nvPr>
            <p:ph sz="half" idx="2"/>
          </p:nvPr>
        </p:nvSpPr>
        <p:spPr bwMode="ltGray">
          <a:xfrm>
            <a:off x="839789" y="2368827"/>
            <a:ext cx="2337588" cy="3450183"/>
          </a:xfrm>
          <a:prstGeom prst="rect">
            <a:avLst/>
          </a:prstGeom>
          <a:noFill/>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3D206BB-AA01-DF0E-B9F8-4EDEB210CB0E}"/>
              </a:ext>
            </a:extLst>
          </p:cNvPr>
          <p:cNvSpPr>
            <a:spLocks noGrp="1"/>
          </p:cNvSpPr>
          <p:nvPr>
            <p:ph sz="half" idx="16"/>
          </p:nvPr>
        </p:nvSpPr>
        <p:spPr bwMode="ltGray">
          <a:xfrm>
            <a:off x="3570289" y="2368827"/>
            <a:ext cx="2337588" cy="3450183"/>
          </a:xfrm>
          <a:prstGeom prst="rect">
            <a:avLst/>
          </a:prstGeom>
          <a:noFill/>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a16="http://schemas.microsoft.com/office/drawing/2014/main" id="{EF82B850-A158-6816-983D-93BDB993DECB}"/>
              </a:ext>
            </a:extLst>
          </p:cNvPr>
          <p:cNvSpPr>
            <a:spLocks noGrp="1"/>
          </p:cNvSpPr>
          <p:nvPr>
            <p:ph sz="half" idx="17"/>
          </p:nvPr>
        </p:nvSpPr>
        <p:spPr bwMode="ltGray">
          <a:xfrm>
            <a:off x="6288089" y="2368827"/>
            <a:ext cx="2337588" cy="3450183"/>
          </a:xfrm>
          <a:prstGeom prst="rect">
            <a:avLst/>
          </a:prstGeom>
          <a:noFill/>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AC7CED1C-B7EB-E8A9-ACA9-B99DA610147E}"/>
              </a:ext>
            </a:extLst>
          </p:cNvPr>
          <p:cNvSpPr>
            <a:spLocks noGrp="1"/>
          </p:cNvSpPr>
          <p:nvPr>
            <p:ph sz="half" idx="18"/>
          </p:nvPr>
        </p:nvSpPr>
        <p:spPr bwMode="ltGray">
          <a:xfrm>
            <a:off x="9018589" y="2368827"/>
            <a:ext cx="2337588" cy="3450183"/>
          </a:xfrm>
          <a:prstGeom prst="rect">
            <a:avLst/>
          </a:prstGeom>
          <a:noFill/>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Picture 9">
            <a:extLst>
              <a:ext uri="{FF2B5EF4-FFF2-40B4-BE49-F238E27FC236}">
                <a16:creationId xmlns:a16="http://schemas.microsoft.com/office/drawing/2014/main" id="{87709486-0B60-C8AF-BCD0-FF89FC422B94}"/>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9202" b="76200"/>
          <a:stretch/>
        </p:blipFill>
        <p:spPr>
          <a:xfrm>
            <a:off x="0" y="0"/>
            <a:ext cx="12191999" cy="342579"/>
          </a:xfrm>
          <a:prstGeom prst="rect">
            <a:avLst/>
          </a:prstGeom>
        </p:spPr>
      </p:pic>
    </p:spTree>
    <p:extLst>
      <p:ext uri="{BB962C8B-B14F-4D97-AF65-F5344CB8AC3E}">
        <p14:creationId xmlns:p14="http://schemas.microsoft.com/office/powerpoint/2010/main" val="3745547703"/>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Impact Two Sections">
    <p:bg>
      <p:bgPr>
        <a:solidFill>
          <a:schemeClr val="accent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A1AA0E5-4B05-FA7F-735E-D8779059618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688"/>
            <a:ext cx="12192000" cy="6856622"/>
          </a:xfrm>
          <a:prstGeom prst="rect">
            <a:avLst/>
          </a:prstGeom>
        </p:spPr>
      </p:pic>
      <p:sp>
        <p:nvSpPr>
          <p:cNvPr id="4" name="Rectangle 3">
            <a:extLst>
              <a:ext uri="{FF2B5EF4-FFF2-40B4-BE49-F238E27FC236}">
                <a16:creationId xmlns:a16="http://schemas.microsoft.com/office/drawing/2014/main" id="{22C1D450-C962-468C-5275-E0003F6DA693}"/>
              </a:ext>
            </a:extLst>
          </p:cNvPr>
          <p:cNvSpPr/>
          <p:nvPr userDrawn="1"/>
        </p:nvSpPr>
        <p:spPr>
          <a:xfrm>
            <a:off x="5962353" y="467833"/>
            <a:ext cx="5525737" cy="56315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F2CF77E-FCFE-EAA7-6356-DE6C65C6992B}"/>
              </a:ext>
            </a:extLst>
          </p:cNvPr>
          <p:cNvSpPr/>
          <p:nvPr userDrawn="1"/>
        </p:nvSpPr>
        <p:spPr>
          <a:xfrm>
            <a:off x="342900" y="467833"/>
            <a:ext cx="5276553" cy="56315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le 1">
            <a:extLst>
              <a:ext uri="{FF2B5EF4-FFF2-40B4-BE49-F238E27FC236}">
                <a16:creationId xmlns:a16="http://schemas.microsoft.com/office/drawing/2014/main" id="{526F112A-5553-CA35-0CD4-91F914AAD36D}"/>
              </a:ext>
            </a:extLst>
          </p:cNvPr>
          <p:cNvSpPr>
            <a:spLocks noGrp="1"/>
          </p:cNvSpPr>
          <p:nvPr>
            <p:ph type="title" hasCustomPrompt="1"/>
          </p:nvPr>
        </p:nvSpPr>
        <p:spPr>
          <a:xfrm>
            <a:off x="760215" y="1190948"/>
            <a:ext cx="2790466" cy="246666"/>
          </a:xfrm>
        </p:spPr>
        <p:txBody>
          <a:bodyPr anchor="t"/>
          <a:lstStyle>
            <a:lvl1pPr>
              <a:defRPr sz="1400" i="0" cap="all" spc="0" baseline="0">
                <a:solidFill>
                  <a:schemeClr val="accent4"/>
                </a:solidFill>
                <a:latin typeface="+mn-lt"/>
              </a:defRPr>
            </a:lvl1pPr>
          </a:lstStyle>
          <a:p>
            <a:r>
              <a:rPr lang="en-US"/>
              <a:t>Short, concise header</a:t>
            </a:r>
          </a:p>
        </p:txBody>
      </p:sp>
      <p:sp>
        <p:nvSpPr>
          <p:cNvPr id="15" name="Text Placeholder 9">
            <a:extLst>
              <a:ext uri="{FF2B5EF4-FFF2-40B4-BE49-F238E27FC236}">
                <a16:creationId xmlns:a16="http://schemas.microsoft.com/office/drawing/2014/main" id="{8ADC19BB-6F27-3383-7EA1-8EE8F89074B3}"/>
              </a:ext>
            </a:extLst>
          </p:cNvPr>
          <p:cNvSpPr>
            <a:spLocks noGrp="1"/>
          </p:cNvSpPr>
          <p:nvPr>
            <p:ph type="body" sz="quarter" idx="13" hasCustomPrompt="1"/>
          </p:nvPr>
        </p:nvSpPr>
        <p:spPr>
          <a:xfrm>
            <a:off x="6419666" y="1192654"/>
            <a:ext cx="2818831" cy="246666"/>
          </a:xfrm>
        </p:spPr>
        <p:txBody>
          <a:bodyPr anchor="t"/>
          <a:lstStyle>
            <a:lvl1pPr marL="0" indent="0">
              <a:buFont typeface="Arial" panose="020B0604020202020204" pitchFamily="34" charset="0"/>
              <a:buNone/>
              <a:defRPr sz="1400" b="1" cap="all" baseline="0">
                <a:solidFill>
                  <a:schemeClr val="accent4"/>
                </a:solidFill>
              </a:defRPr>
            </a:lvl1pPr>
            <a:lvl2pPr marL="0" indent="0">
              <a:buFont typeface="Arial" panose="020B0604020202020204" pitchFamily="34" charset="0"/>
              <a:buNone/>
              <a:defRPr sz="1000" b="1" cap="all" baseline="0"/>
            </a:lvl2pPr>
            <a:lvl3pPr marL="0" indent="0">
              <a:buFont typeface="Arial" panose="020B0604020202020204" pitchFamily="34" charset="0"/>
              <a:buNone/>
              <a:defRPr sz="1000" b="1" cap="all" baseline="0"/>
            </a:lvl3pPr>
            <a:lvl4pPr marL="0" indent="0">
              <a:buFont typeface="Arial" panose="020B0604020202020204" pitchFamily="34" charset="0"/>
              <a:buNone/>
              <a:defRPr sz="1000" b="1" cap="all" baseline="0"/>
            </a:lvl4pPr>
            <a:lvl5pPr marL="0" indent="0">
              <a:buFont typeface="Arial" panose="020B0604020202020204" pitchFamily="34" charset="0"/>
              <a:buNone/>
              <a:defRPr sz="1000" b="1" cap="all" baseline="0"/>
            </a:lvl5pPr>
          </a:lstStyle>
          <a:p>
            <a:pPr lvl="0"/>
            <a:r>
              <a:rPr lang="en-US"/>
              <a:t>Short, concise header</a:t>
            </a:r>
          </a:p>
        </p:txBody>
      </p:sp>
      <p:sp>
        <p:nvSpPr>
          <p:cNvPr id="16" name="Content Placeholder 16">
            <a:extLst>
              <a:ext uri="{FF2B5EF4-FFF2-40B4-BE49-F238E27FC236}">
                <a16:creationId xmlns:a16="http://schemas.microsoft.com/office/drawing/2014/main" id="{EC094D9C-5006-379F-B951-A81085FE4325}"/>
              </a:ext>
            </a:extLst>
          </p:cNvPr>
          <p:cNvSpPr>
            <a:spLocks noGrp="1"/>
          </p:cNvSpPr>
          <p:nvPr>
            <p:ph sz="quarter" idx="14" hasCustomPrompt="1"/>
          </p:nvPr>
        </p:nvSpPr>
        <p:spPr>
          <a:xfrm>
            <a:off x="755733" y="1736016"/>
            <a:ext cx="4480446" cy="3745065"/>
          </a:xfrm>
        </p:spPr>
        <p:txBody>
          <a:bodyPr/>
          <a:lstStyle>
            <a:lvl1pPr marL="0" indent="0">
              <a:spcBef>
                <a:spcPts val="2400"/>
              </a:spcBef>
              <a:buClr>
                <a:schemeClr val="bg1"/>
              </a:buClr>
              <a:buFont typeface="Arial" panose="020B0604020202020204" pitchFamily="34" charset="0"/>
              <a:buNone/>
              <a:defRPr sz="1800" b="0" cap="none" baseline="0">
                <a:solidFill>
                  <a:schemeClr val="tx1"/>
                </a:solidFill>
              </a:defRPr>
            </a:lvl1pPr>
            <a:lvl2pPr marL="0" indent="0">
              <a:spcBef>
                <a:spcPts val="2400"/>
              </a:spcBef>
              <a:buNone/>
              <a:defRPr sz="1800" b="0" cap="none" baseline="0">
                <a:solidFill>
                  <a:schemeClr val="bg1"/>
                </a:solidFill>
              </a:defRPr>
            </a:lvl2pPr>
            <a:lvl3pPr marL="0" indent="0">
              <a:spcBef>
                <a:spcPts val="2400"/>
              </a:spcBef>
              <a:buNone/>
              <a:defRPr sz="1800" b="0" cap="none" baseline="0">
                <a:solidFill>
                  <a:schemeClr val="bg1"/>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a:t>Use the placeholders for simple, impactful comparison statements.</a:t>
            </a:r>
          </a:p>
          <a:p>
            <a:pPr lvl="0"/>
            <a:r>
              <a:rPr lang="en-US"/>
              <a:t>Or, insert charts or tables to compare.</a:t>
            </a:r>
          </a:p>
          <a:p>
            <a:pPr lvl="0"/>
            <a:r>
              <a:rPr lang="en-US"/>
              <a:t>Lorem ipsum dolor sit amet, consectetuer adipiscing elit. </a:t>
            </a:r>
          </a:p>
          <a:p>
            <a:pPr lvl="0"/>
            <a:r>
              <a:rPr lang="en-US"/>
              <a:t>Nunc viverra imperdiet enim. Fusce est. Vivamus a </a:t>
            </a:r>
            <a:r>
              <a:rPr lang="en-US" err="1"/>
              <a:t>tellus</a:t>
            </a:r>
            <a:r>
              <a:rPr lang="en-US"/>
              <a:t>.</a:t>
            </a:r>
          </a:p>
        </p:txBody>
      </p:sp>
      <p:sp>
        <p:nvSpPr>
          <p:cNvPr id="19" name="Content Placeholder 16">
            <a:extLst>
              <a:ext uri="{FF2B5EF4-FFF2-40B4-BE49-F238E27FC236}">
                <a16:creationId xmlns:a16="http://schemas.microsoft.com/office/drawing/2014/main" id="{49094459-F510-F769-6D75-3371D2F1F908}"/>
              </a:ext>
            </a:extLst>
          </p:cNvPr>
          <p:cNvSpPr>
            <a:spLocks noGrp="1"/>
          </p:cNvSpPr>
          <p:nvPr>
            <p:ph sz="quarter" idx="15" hasCustomPrompt="1"/>
          </p:nvPr>
        </p:nvSpPr>
        <p:spPr>
          <a:xfrm>
            <a:off x="6412432" y="1736016"/>
            <a:ext cx="4480446" cy="3745065"/>
          </a:xfrm>
        </p:spPr>
        <p:txBody>
          <a:bodyPr/>
          <a:lstStyle>
            <a:lvl1pPr marL="0" indent="0">
              <a:spcBef>
                <a:spcPts val="2400"/>
              </a:spcBef>
              <a:buClr>
                <a:schemeClr val="bg1"/>
              </a:buClr>
              <a:buFont typeface="Arial" panose="020B0604020202020204" pitchFamily="34" charset="0"/>
              <a:buNone/>
              <a:defRPr sz="1800" b="0" cap="none" baseline="0">
                <a:solidFill>
                  <a:schemeClr val="tx1"/>
                </a:solidFill>
              </a:defRPr>
            </a:lvl1pPr>
            <a:lvl2pPr marL="0" indent="0">
              <a:spcBef>
                <a:spcPts val="2400"/>
              </a:spcBef>
              <a:buFont typeface="Arial" panose="020B0604020202020204" pitchFamily="34" charset="0"/>
              <a:buNone/>
              <a:defRPr sz="1800" b="0" cap="none" baseline="0">
                <a:solidFill>
                  <a:schemeClr val="accent2"/>
                </a:solidFill>
              </a:defRPr>
            </a:lvl2pPr>
            <a:lvl3pPr marL="0" indent="0">
              <a:spcBef>
                <a:spcPts val="2400"/>
              </a:spcBef>
              <a:buFont typeface="Arial" panose="020B0604020202020204" pitchFamily="34" charset="0"/>
              <a:buNone/>
              <a:defRPr sz="1800" b="0" cap="none" baseline="0">
                <a:solidFill>
                  <a:schemeClr val="accent2"/>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a:t>Use the placeholders for simple, impactful comparison statements.</a:t>
            </a:r>
          </a:p>
          <a:p>
            <a:pPr lvl="0"/>
            <a:r>
              <a:rPr lang="en-US"/>
              <a:t>Or, insert charts or tables to compare.</a:t>
            </a:r>
          </a:p>
          <a:p>
            <a:pPr lvl="0"/>
            <a:r>
              <a:rPr lang="en-US"/>
              <a:t>Lorem ipsum dolor sit amet, consectetuer adipiscing elit. </a:t>
            </a:r>
          </a:p>
          <a:p>
            <a:pPr lvl="0"/>
            <a:r>
              <a:rPr lang="en-US"/>
              <a:t>Nunc viverra imperdiet enim. Fusce est. Vivamus a </a:t>
            </a:r>
            <a:r>
              <a:rPr lang="en-US" err="1"/>
              <a:t>tellus</a:t>
            </a:r>
            <a:r>
              <a:rPr lang="en-US"/>
              <a:t>.</a:t>
            </a:r>
          </a:p>
        </p:txBody>
      </p:sp>
      <p:sp>
        <p:nvSpPr>
          <p:cNvPr id="20" name="Date Placeholder 2">
            <a:extLst>
              <a:ext uri="{FF2B5EF4-FFF2-40B4-BE49-F238E27FC236}">
                <a16:creationId xmlns:a16="http://schemas.microsoft.com/office/drawing/2014/main" id="{A0B4D60E-4B1F-F850-AF4A-DC43DF0AA2CB}"/>
              </a:ext>
            </a:extLst>
          </p:cNvPr>
          <p:cNvSpPr>
            <a:spLocks noGrp="1"/>
          </p:cNvSpPr>
          <p:nvPr>
            <p:ph type="dt" sz="half" idx="16"/>
          </p:nvPr>
        </p:nvSpPr>
        <p:spPr>
          <a:xfrm>
            <a:off x="10602762" y="6382494"/>
            <a:ext cx="692767" cy="365125"/>
          </a:xfrm>
        </p:spPr>
        <p:txBody>
          <a:bodyPr/>
          <a:lstStyle/>
          <a:p>
            <a:fld id="{B7EB65F7-02F7-4C03-9B5E-0F72A9F540CE}" type="datetime1">
              <a:rPr lang="en-US" smtClean="0"/>
              <a:t>8/14/24</a:t>
            </a:fld>
            <a:endParaRPr lang="en-US"/>
          </a:p>
        </p:txBody>
      </p:sp>
      <p:sp>
        <p:nvSpPr>
          <p:cNvPr id="21" name="Footer Placeholder 3">
            <a:extLst>
              <a:ext uri="{FF2B5EF4-FFF2-40B4-BE49-F238E27FC236}">
                <a16:creationId xmlns:a16="http://schemas.microsoft.com/office/drawing/2014/main" id="{4A25224F-1FEC-88A8-76AB-6EF46397212F}"/>
              </a:ext>
            </a:extLst>
          </p:cNvPr>
          <p:cNvSpPr>
            <a:spLocks noGrp="1"/>
          </p:cNvSpPr>
          <p:nvPr>
            <p:ph type="ftr" sz="quarter" idx="17"/>
          </p:nvPr>
        </p:nvSpPr>
        <p:spPr>
          <a:xfrm>
            <a:off x="342900" y="6394105"/>
            <a:ext cx="10259861" cy="365125"/>
          </a:xfrm>
        </p:spPr>
        <p:txBody>
          <a:bodyPr/>
          <a:lstStyle/>
          <a:p>
            <a:endParaRPr lang="en-US"/>
          </a:p>
        </p:txBody>
      </p:sp>
      <p:sp>
        <p:nvSpPr>
          <p:cNvPr id="22" name="Slide Number Placeholder 4">
            <a:extLst>
              <a:ext uri="{FF2B5EF4-FFF2-40B4-BE49-F238E27FC236}">
                <a16:creationId xmlns:a16="http://schemas.microsoft.com/office/drawing/2014/main" id="{16CCCA85-A2C7-AB4C-5AD9-90152F48607C}"/>
              </a:ext>
            </a:extLst>
          </p:cNvPr>
          <p:cNvSpPr>
            <a:spLocks noGrp="1"/>
          </p:cNvSpPr>
          <p:nvPr>
            <p:ph type="sldNum" sz="quarter" idx="18"/>
          </p:nvPr>
        </p:nvSpPr>
        <p:spPr>
          <a:xfrm>
            <a:off x="11674225" y="5477347"/>
            <a:ext cx="305503" cy="306298"/>
          </a:xfrm>
          <a:ln>
            <a:solidFill>
              <a:schemeClr val="tx1"/>
            </a:solidFill>
          </a:ln>
        </p:spPr>
        <p:txBody>
          <a:bodyPr/>
          <a:lstStyle>
            <a:lvl1pPr>
              <a:defRPr>
                <a:solidFill>
                  <a:schemeClr val="tx1"/>
                </a:solidFill>
              </a:defRPr>
            </a:lvl1pPr>
          </a:lstStyle>
          <a:p>
            <a:fld id="{545951DD-1C6A-495F-8185-4C73F8F8B75A}" type="slidenum">
              <a:rPr lang="en-US" smtClean="0"/>
              <a:pPr/>
              <a:t>‹#›</a:t>
            </a:fld>
            <a:endParaRPr lang="en-US"/>
          </a:p>
        </p:txBody>
      </p:sp>
      <p:pic>
        <p:nvPicPr>
          <p:cNvPr id="23" name="Graphic 22">
            <a:extLst>
              <a:ext uri="{FF2B5EF4-FFF2-40B4-BE49-F238E27FC236}">
                <a16:creationId xmlns:a16="http://schemas.microsoft.com/office/drawing/2014/main" id="{DC224602-6CA3-5194-15F9-A9502DF281C9}"/>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6200000">
            <a:off x="11384223" y="6170966"/>
            <a:ext cx="911645" cy="241661"/>
          </a:xfrm>
          <a:prstGeom prst="rect">
            <a:avLst/>
          </a:prstGeom>
        </p:spPr>
      </p:pic>
      <p:pic>
        <p:nvPicPr>
          <p:cNvPr id="2" name="Graphic 1">
            <a:extLst>
              <a:ext uri="{FF2B5EF4-FFF2-40B4-BE49-F238E27FC236}">
                <a16:creationId xmlns:a16="http://schemas.microsoft.com/office/drawing/2014/main" id="{808FC5F8-8D51-4901-7B45-922F014AAE16}"/>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09582" y="972913"/>
            <a:ext cx="593744" cy="99635"/>
          </a:xfrm>
          <a:prstGeom prst="rect">
            <a:avLst/>
          </a:prstGeom>
        </p:spPr>
      </p:pic>
      <p:pic>
        <p:nvPicPr>
          <p:cNvPr id="3" name="Graphic 2">
            <a:extLst>
              <a:ext uri="{FF2B5EF4-FFF2-40B4-BE49-F238E27FC236}">
                <a16:creationId xmlns:a16="http://schemas.microsoft.com/office/drawing/2014/main" id="{84433B89-B29C-1E07-8C25-ED2219B66216}"/>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55733" y="967767"/>
            <a:ext cx="593744" cy="99635"/>
          </a:xfrm>
          <a:prstGeom prst="rect">
            <a:avLst/>
          </a:prstGeom>
        </p:spPr>
      </p:pic>
    </p:spTree>
    <p:extLst>
      <p:ext uri="{BB962C8B-B14F-4D97-AF65-F5344CB8AC3E}">
        <p14:creationId xmlns:p14="http://schemas.microsoft.com/office/powerpoint/2010/main" val="418539107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Impact Three Sections">
    <p:bg>
      <p:bgPr>
        <a:solidFill>
          <a:schemeClr val="accent1"/>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7BF4B073-82F6-9846-2580-3A768D4552C7}"/>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0" y="688"/>
            <a:ext cx="12192000" cy="6856622"/>
          </a:xfrm>
          <a:prstGeom prst="rect">
            <a:avLst/>
          </a:prstGeom>
        </p:spPr>
      </p:pic>
      <p:sp>
        <p:nvSpPr>
          <p:cNvPr id="4" name="Rectangle 3">
            <a:extLst>
              <a:ext uri="{FF2B5EF4-FFF2-40B4-BE49-F238E27FC236}">
                <a16:creationId xmlns:a16="http://schemas.microsoft.com/office/drawing/2014/main" id="{5690BCE0-2053-0E84-0396-859BC85ED2EE}"/>
              </a:ext>
            </a:extLst>
          </p:cNvPr>
          <p:cNvSpPr/>
          <p:nvPr userDrawn="1"/>
        </p:nvSpPr>
        <p:spPr>
          <a:xfrm>
            <a:off x="4084092" y="766483"/>
            <a:ext cx="4091313" cy="490416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64EC5297-5A3F-6048-C397-E6A2C4972944}"/>
              </a:ext>
            </a:extLst>
          </p:cNvPr>
          <p:cNvSpPr/>
          <p:nvPr userDrawn="1"/>
        </p:nvSpPr>
        <p:spPr>
          <a:xfrm>
            <a:off x="8556686" y="766482"/>
            <a:ext cx="3635313" cy="490416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F25415D0-161D-2FA9-814E-1717D8B3054C}"/>
              </a:ext>
            </a:extLst>
          </p:cNvPr>
          <p:cNvSpPr/>
          <p:nvPr userDrawn="1">
            <p:custDataLst>
              <p:tags r:id="rId1"/>
            </p:custDataLst>
          </p:nvPr>
        </p:nvSpPr>
        <p:spPr bwMode="invGray">
          <a:xfrm>
            <a:off x="1" y="731520"/>
            <a:ext cx="3805518" cy="490416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3E4D3933-A2DC-65E5-07DE-FFECE6A23A4B}"/>
              </a:ext>
            </a:extLst>
          </p:cNvPr>
          <p:cNvSpPr>
            <a:spLocks noGrp="1"/>
          </p:cNvSpPr>
          <p:nvPr>
            <p:ph type="title" hasCustomPrompt="1"/>
          </p:nvPr>
        </p:nvSpPr>
        <p:spPr bwMode="white">
          <a:xfrm>
            <a:off x="486780" y="2368730"/>
            <a:ext cx="2790466" cy="148530"/>
          </a:xfrm>
        </p:spPr>
        <p:txBody>
          <a:bodyPr anchor="t"/>
          <a:lstStyle>
            <a:lvl1pPr>
              <a:defRPr sz="1050" i="0" cap="none" spc="0" baseline="0">
                <a:solidFill>
                  <a:schemeClr val="accent4"/>
                </a:solidFill>
                <a:latin typeface="+mn-lt"/>
              </a:defRPr>
            </a:lvl1pPr>
          </a:lstStyle>
          <a:p>
            <a:r>
              <a:rPr lang="en-US"/>
              <a:t>Short, concise header</a:t>
            </a:r>
          </a:p>
        </p:txBody>
      </p:sp>
      <p:sp>
        <p:nvSpPr>
          <p:cNvPr id="10" name="Content Placeholder 16">
            <a:extLst>
              <a:ext uri="{FF2B5EF4-FFF2-40B4-BE49-F238E27FC236}">
                <a16:creationId xmlns:a16="http://schemas.microsoft.com/office/drawing/2014/main" id="{7E4FB2E3-95AB-A1B0-B523-643CEC7B4207}"/>
              </a:ext>
            </a:extLst>
          </p:cNvPr>
          <p:cNvSpPr>
            <a:spLocks noGrp="1"/>
          </p:cNvSpPr>
          <p:nvPr>
            <p:ph sz="quarter" idx="14" hasCustomPrompt="1"/>
          </p:nvPr>
        </p:nvSpPr>
        <p:spPr bwMode="white">
          <a:xfrm>
            <a:off x="482297" y="2879157"/>
            <a:ext cx="2818831" cy="1240351"/>
          </a:xfrm>
        </p:spPr>
        <p:txBody>
          <a:bodyPr/>
          <a:lstStyle>
            <a:lvl1pPr marL="0" indent="0">
              <a:spcBef>
                <a:spcPts val="2400"/>
              </a:spcBef>
              <a:buClr>
                <a:schemeClr val="bg1"/>
              </a:buClr>
              <a:buFont typeface="Arial" panose="020B0604020202020204" pitchFamily="34" charset="0"/>
              <a:buNone/>
              <a:defRPr sz="1800" b="0" cap="none" baseline="0">
                <a:solidFill>
                  <a:schemeClr val="tx1"/>
                </a:solidFill>
              </a:defRPr>
            </a:lvl1pPr>
            <a:lvl2pPr marL="0" indent="0">
              <a:spcBef>
                <a:spcPts val="2400"/>
              </a:spcBef>
              <a:buNone/>
              <a:defRPr sz="1800" b="0" cap="none" baseline="0">
                <a:solidFill>
                  <a:schemeClr val="bg1"/>
                </a:solidFill>
              </a:defRPr>
            </a:lvl2pPr>
            <a:lvl3pPr marL="0" indent="0">
              <a:spcBef>
                <a:spcPts val="2400"/>
              </a:spcBef>
              <a:buNone/>
              <a:defRPr sz="1800" b="0" cap="none" baseline="0">
                <a:solidFill>
                  <a:schemeClr val="bg1"/>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a:t>Use the placeholders to showcase categories with detail or data highlights</a:t>
            </a:r>
          </a:p>
        </p:txBody>
      </p:sp>
      <p:sp>
        <p:nvSpPr>
          <p:cNvPr id="11" name="Content Placeholder 16">
            <a:extLst>
              <a:ext uri="{FF2B5EF4-FFF2-40B4-BE49-F238E27FC236}">
                <a16:creationId xmlns:a16="http://schemas.microsoft.com/office/drawing/2014/main" id="{A1999C88-0FD2-2DA7-98FC-75C8C22A806E}"/>
              </a:ext>
            </a:extLst>
          </p:cNvPr>
          <p:cNvSpPr>
            <a:spLocks noGrp="1"/>
          </p:cNvSpPr>
          <p:nvPr>
            <p:ph sz="quarter" idx="16" hasCustomPrompt="1"/>
          </p:nvPr>
        </p:nvSpPr>
        <p:spPr>
          <a:xfrm>
            <a:off x="8886389" y="2879157"/>
            <a:ext cx="2818831" cy="1240351"/>
          </a:xfrm>
        </p:spPr>
        <p:txBody>
          <a:bodyPr/>
          <a:lstStyle>
            <a:lvl1pPr marL="0" indent="0">
              <a:spcBef>
                <a:spcPts val="2400"/>
              </a:spcBef>
              <a:buClr>
                <a:schemeClr val="bg1"/>
              </a:buClr>
              <a:buFont typeface="Arial" panose="020B0604020202020204" pitchFamily="34" charset="0"/>
              <a:buNone/>
              <a:defRPr sz="1800" b="0" cap="none" baseline="0">
                <a:solidFill>
                  <a:schemeClr val="tx1"/>
                </a:solidFill>
              </a:defRPr>
            </a:lvl1pPr>
            <a:lvl2pPr marL="0" indent="0">
              <a:spcBef>
                <a:spcPts val="2400"/>
              </a:spcBef>
              <a:buNone/>
              <a:defRPr sz="1800" b="0" cap="none" baseline="0">
                <a:solidFill>
                  <a:schemeClr val="bg1"/>
                </a:solidFill>
              </a:defRPr>
            </a:lvl2pPr>
            <a:lvl3pPr marL="0" indent="0">
              <a:spcBef>
                <a:spcPts val="2400"/>
              </a:spcBef>
              <a:buNone/>
              <a:defRPr sz="1800" b="0" cap="none" baseline="0">
                <a:solidFill>
                  <a:schemeClr val="bg1"/>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a:t>Use the placeholders to showcase categories with detail or data highlights</a:t>
            </a:r>
          </a:p>
        </p:txBody>
      </p:sp>
      <p:sp>
        <p:nvSpPr>
          <p:cNvPr id="14" name="Text Placeholder 9">
            <a:extLst>
              <a:ext uri="{FF2B5EF4-FFF2-40B4-BE49-F238E27FC236}">
                <a16:creationId xmlns:a16="http://schemas.microsoft.com/office/drawing/2014/main" id="{3B141689-E4C4-091F-EEF6-97A9BB7D9D96}"/>
              </a:ext>
            </a:extLst>
          </p:cNvPr>
          <p:cNvSpPr>
            <a:spLocks noGrp="1"/>
          </p:cNvSpPr>
          <p:nvPr>
            <p:ph type="body" sz="quarter" idx="17" hasCustomPrompt="1"/>
          </p:nvPr>
        </p:nvSpPr>
        <p:spPr>
          <a:xfrm>
            <a:off x="8890823" y="2368730"/>
            <a:ext cx="2818831" cy="134746"/>
          </a:xfrm>
        </p:spPr>
        <p:txBody>
          <a:bodyPr anchor="t"/>
          <a:lstStyle>
            <a:lvl1pPr marL="0" indent="0">
              <a:buFont typeface="Arial" panose="020B0604020202020204" pitchFamily="34" charset="0"/>
              <a:buNone/>
              <a:defRPr sz="1050" b="1" cap="none" baseline="0">
                <a:solidFill>
                  <a:schemeClr val="accent4"/>
                </a:solidFill>
              </a:defRPr>
            </a:lvl1pPr>
            <a:lvl2pPr marL="0" indent="0">
              <a:buFont typeface="Arial" panose="020B0604020202020204" pitchFamily="34" charset="0"/>
              <a:buNone/>
              <a:defRPr sz="1000" b="1" cap="all" baseline="0"/>
            </a:lvl2pPr>
            <a:lvl3pPr marL="0" indent="0">
              <a:buFont typeface="Arial" panose="020B0604020202020204" pitchFamily="34" charset="0"/>
              <a:buNone/>
              <a:defRPr sz="1000" b="1" cap="all" baseline="0"/>
            </a:lvl3pPr>
            <a:lvl4pPr marL="0" indent="0">
              <a:buFont typeface="Arial" panose="020B0604020202020204" pitchFamily="34" charset="0"/>
              <a:buNone/>
              <a:defRPr sz="1000" b="1" cap="all" baseline="0"/>
            </a:lvl4pPr>
            <a:lvl5pPr marL="0" indent="0">
              <a:buFont typeface="Arial" panose="020B0604020202020204" pitchFamily="34" charset="0"/>
              <a:buNone/>
              <a:defRPr sz="1000" b="1" cap="all" baseline="0"/>
            </a:lvl5pPr>
          </a:lstStyle>
          <a:p>
            <a:pPr lvl="0"/>
            <a:r>
              <a:rPr lang="en-US"/>
              <a:t>Short, concise header</a:t>
            </a:r>
          </a:p>
        </p:txBody>
      </p:sp>
      <p:sp>
        <p:nvSpPr>
          <p:cNvPr id="15" name="Content Placeholder 16">
            <a:extLst>
              <a:ext uri="{FF2B5EF4-FFF2-40B4-BE49-F238E27FC236}">
                <a16:creationId xmlns:a16="http://schemas.microsoft.com/office/drawing/2014/main" id="{C1897D9F-251D-9A0C-D34A-2A31EE356A72}"/>
              </a:ext>
            </a:extLst>
          </p:cNvPr>
          <p:cNvSpPr>
            <a:spLocks noGrp="1"/>
          </p:cNvSpPr>
          <p:nvPr>
            <p:ph sz="quarter" idx="18" hasCustomPrompt="1"/>
          </p:nvPr>
        </p:nvSpPr>
        <p:spPr bwMode="white">
          <a:xfrm>
            <a:off x="482297" y="1622308"/>
            <a:ext cx="2818831" cy="723508"/>
          </a:xfrm>
        </p:spPr>
        <p:txBody>
          <a:bodyPr anchor="b"/>
          <a:lstStyle>
            <a:lvl1pPr marL="0" indent="0">
              <a:spcBef>
                <a:spcPts val="2400"/>
              </a:spcBef>
              <a:buClr>
                <a:schemeClr val="bg1"/>
              </a:buClr>
              <a:buFont typeface="Arial" panose="020B0604020202020204" pitchFamily="34" charset="0"/>
              <a:buNone/>
              <a:defRPr sz="4400" b="1" cap="none" baseline="0">
                <a:solidFill>
                  <a:schemeClr val="accent4"/>
                </a:solidFill>
              </a:defRPr>
            </a:lvl1pPr>
            <a:lvl2pPr marL="0" indent="0">
              <a:spcBef>
                <a:spcPts val="2400"/>
              </a:spcBef>
              <a:buNone/>
              <a:defRPr sz="1800" b="0" cap="none" baseline="0">
                <a:solidFill>
                  <a:schemeClr val="bg1"/>
                </a:solidFill>
              </a:defRPr>
            </a:lvl2pPr>
            <a:lvl3pPr marL="0" indent="0">
              <a:spcBef>
                <a:spcPts val="2400"/>
              </a:spcBef>
              <a:buNone/>
              <a:defRPr sz="1800" b="0" cap="none" baseline="0">
                <a:solidFill>
                  <a:schemeClr val="bg1"/>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a:t>XX%</a:t>
            </a:r>
          </a:p>
        </p:txBody>
      </p:sp>
      <p:sp>
        <p:nvSpPr>
          <p:cNvPr id="16" name="Content Placeholder 16">
            <a:extLst>
              <a:ext uri="{FF2B5EF4-FFF2-40B4-BE49-F238E27FC236}">
                <a16:creationId xmlns:a16="http://schemas.microsoft.com/office/drawing/2014/main" id="{567144DA-2001-7BA5-928A-781A7F44769F}"/>
              </a:ext>
            </a:extLst>
          </p:cNvPr>
          <p:cNvSpPr>
            <a:spLocks noGrp="1"/>
          </p:cNvSpPr>
          <p:nvPr>
            <p:ph sz="quarter" idx="20" hasCustomPrompt="1"/>
          </p:nvPr>
        </p:nvSpPr>
        <p:spPr>
          <a:xfrm>
            <a:off x="8886389" y="1622308"/>
            <a:ext cx="2818831" cy="723508"/>
          </a:xfrm>
        </p:spPr>
        <p:txBody>
          <a:bodyPr anchor="b"/>
          <a:lstStyle>
            <a:lvl1pPr marL="0" indent="0">
              <a:spcBef>
                <a:spcPts val="2400"/>
              </a:spcBef>
              <a:buClr>
                <a:schemeClr val="bg1"/>
              </a:buClr>
              <a:buFont typeface="Arial" panose="020B0604020202020204" pitchFamily="34" charset="0"/>
              <a:buNone/>
              <a:defRPr sz="4400" b="1" cap="none" baseline="0">
                <a:solidFill>
                  <a:schemeClr val="accent4"/>
                </a:solidFill>
              </a:defRPr>
            </a:lvl1pPr>
            <a:lvl2pPr marL="0" indent="0">
              <a:spcBef>
                <a:spcPts val="2400"/>
              </a:spcBef>
              <a:buNone/>
              <a:defRPr sz="1800" b="0" cap="none" baseline="0">
                <a:solidFill>
                  <a:schemeClr val="bg1"/>
                </a:solidFill>
              </a:defRPr>
            </a:lvl2pPr>
            <a:lvl3pPr marL="0" indent="0">
              <a:spcBef>
                <a:spcPts val="2400"/>
              </a:spcBef>
              <a:buNone/>
              <a:defRPr sz="1800" b="0" cap="none" baseline="0">
                <a:solidFill>
                  <a:schemeClr val="bg1"/>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a:t>XX%</a:t>
            </a:r>
          </a:p>
        </p:txBody>
      </p:sp>
      <p:sp>
        <p:nvSpPr>
          <p:cNvPr id="18" name="Content Placeholder 16">
            <a:extLst>
              <a:ext uri="{FF2B5EF4-FFF2-40B4-BE49-F238E27FC236}">
                <a16:creationId xmlns:a16="http://schemas.microsoft.com/office/drawing/2014/main" id="{5E099429-CA9C-9564-951D-A8258146046F}"/>
              </a:ext>
            </a:extLst>
          </p:cNvPr>
          <p:cNvSpPr>
            <a:spLocks noGrp="1"/>
          </p:cNvSpPr>
          <p:nvPr>
            <p:ph sz="quarter" idx="15" hasCustomPrompt="1"/>
          </p:nvPr>
        </p:nvSpPr>
        <p:spPr>
          <a:xfrm>
            <a:off x="4634361" y="2879157"/>
            <a:ext cx="2818831" cy="1240351"/>
          </a:xfrm>
        </p:spPr>
        <p:txBody>
          <a:bodyPr/>
          <a:lstStyle>
            <a:lvl1pPr marL="0" indent="0">
              <a:spcBef>
                <a:spcPts val="2400"/>
              </a:spcBef>
              <a:buClr>
                <a:schemeClr val="bg1"/>
              </a:buClr>
              <a:buFont typeface="Arial" panose="020B0604020202020204" pitchFamily="34" charset="0"/>
              <a:buNone/>
              <a:defRPr sz="1800" b="0" cap="none" baseline="0">
                <a:solidFill>
                  <a:schemeClr val="tx1"/>
                </a:solidFill>
              </a:defRPr>
            </a:lvl1pPr>
            <a:lvl2pPr marL="0" indent="0">
              <a:spcBef>
                <a:spcPts val="2400"/>
              </a:spcBef>
              <a:buNone/>
              <a:defRPr sz="1800" b="0" cap="none" baseline="0">
                <a:solidFill>
                  <a:schemeClr val="bg1"/>
                </a:solidFill>
              </a:defRPr>
            </a:lvl2pPr>
            <a:lvl3pPr marL="0" indent="0">
              <a:spcBef>
                <a:spcPts val="2400"/>
              </a:spcBef>
              <a:buNone/>
              <a:defRPr sz="1800" b="0" cap="none" baseline="0">
                <a:solidFill>
                  <a:schemeClr val="bg1"/>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a:t>Use the placeholders to showcase categories with detail or data highlights</a:t>
            </a:r>
          </a:p>
        </p:txBody>
      </p:sp>
      <p:sp>
        <p:nvSpPr>
          <p:cNvPr id="19" name="Text Placeholder 9">
            <a:extLst>
              <a:ext uri="{FF2B5EF4-FFF2-40B4-BE49-F238E27FC236}">
                <a16:creationId xmlns:a16="http://schemas.microsoft.com/office/drawing/2014/main" id="{BD3813D0-CBB6-2C2A-EF51-4FF2470953CF}"/>
              </a:ext>
            </a:extLst>
          </p:cNvPr>
          <p:cNvSpPr>
            <a:spLocks noGrp="1"/>
          </p:cNvSpPr>
          <p:nvPr>
            <p:ph type="body" sz="quarter" idx="13" hasCustomPrompt="1"/>
          </p:nvPr>
        </p:nvSpPr>
        <p:spPr>
          <a:xfrm>
            <a:off x="4634361" y="2368730"/>
            <a:ext cx="1989493" cy="134746"/>
          </a:xfrm>
        </p:spPr>
        <p:txBody>
          <a:bodyPr anchor="t"/>
          <a:lstStyle>
            <a:lvl1pPr marL="0" indent="0">
              <a:buFont typeface="Arial" panose="020B0604020202020204" pitchFamily="34" charset="0"/>
              <a:buNone/>
              <a:defRPr sz="1050" b="1" cap="none" baseline="0">
                <a:solidFill>
                  <a:schemeClr val="accent4"/>
                </a:solidFill>
              </a:defRPr>
            </a:lvl1pPr>
            <a:lvl2pPr marL="0" indent="0">
              <a:buFont typeface="Arial" panose="020B0604020202020204" pitchFamily="34" charset="0"/>
              <a:buNone/>
              <a:defRPr sz="1000" b="1" cap="all" baseline="0"/>
            </a:lvl2pPr>
            <a:lvl3pPr marL="0" indent="0">
              <a:buFont typeface="Arial" panose="020B0604020202020204" pitchFamily="34" charset="0"/>
              <a:buNone/>
              <a:defRPr sz="1000" b="1" cap="all" baseline="0"/>
            </a:lvl3pPr>
            <a:lvl4pPr marL="0" indent="0">
              <a:buFont typeface="Arial" panose="020B0604020202020204" pitchFamily="34" charset="0"/>
              <a:buNone/>
              <a:defRPr sz="1000" b="1" cap="all" baseline="0"/>
            </a:lvl4pPr>
            <a:lvl5pPr marL="0" indent="0">
              <a:buFont typeface="Arial" panose="020B0604020202020204" pitchFamily="34" charset="0"/>
              <a:buNone/>
              <a:defRPr sz="1000" b="1" cap="all" baseline="0"/>
            </a:lvl5pPr>
          </a:lstStyle>
          <a:p>
            <a:pPr lvl="0"/>
            <a:r>
              <a:rPr lang="en-US"/>
              <a:t>Short, concise header</a:t>
            </a:r>
          </a:p>
        </p:txBody>
      </p:sp>
      <p:sp>
        <p:nvSpPr>
          <p:cNvPr id="20" name="Content Placeholder 16">
            <a:extLst>
              <a:ext uri="{FF2B5EF4-FFF2-40B4-BE49-F238E27FC236}">
                <a16:creationId xmlns:a16="http://schemas.microsoft.com/office/drawing/2014/main" id="{4B8A1698-5E5D-E16C-4E96-C57892E0C837}"/>
              </a:ext>
            </a:extLst>
          </p:cNvPr>
          <p:cNvSpPr>
            <a:spLocks noGrp="1"/>
          </p:cNvSpPr>
          <p:nvPr>
            <p:ph sz="quarter" idx="19" hasCustomPrompt="1"/>
          </p:nvPr>
        </p:nvSpPr>
        <p:spPr>
          <a:xfrm>
            <a:off x="4634361" y="1622308"/>
            <a:ext cx="1989493" cy="723508"/>
          </a:xfrm>
        </p:spPr>
        <p:txBody>
          <a:bodyPr anchor="b"/>
          <a:lstStyle>
            <a:lvl1pPr marL="0" indent="0">
              <a:spcBef>
                <a:spcPts val="2400"/>
              </a:spcBef>
              <a:buClr>
                <a:schemeClr val="bg1"/>
              </a:buClr>
              <a:buFont typeface="Arial" panose="020B0604020202020204" pitchFamily="34" charset="0"/>
              <a:buNone/>
              <a:defRPr sz="4400" b="1" cap="none" baseline="0">
                <a:solidFill>
                  <a:schemeClr val="accent4"/>
                </a:solidFill>
              </a:defRPr>
            </a:lvl1pPr>
            <a:lvl2pPr marL="0" indent="0">
              <a:spcBef>
                <a:spcPts val="2400"/>
              </a:spcBef>
              <a:buNone/>
              <a:defRPr sz="1800" b="0" cap="none" baseline="0">
                <a:solidFill>
                  <a:schemeClr val="bg1"/>
                </a:solidFill>
              </a:defRPr>
            </a:lvl2pPr>
            <a:lvl3pPr marL="0" indent="0">
              <a:spcBef>
                <a:spcPts val="2400"/>
              </a:spcBef>
              <a:buNone/>
              <a:defRPr sz="1800" b="0" cap="none" baseline="0">
                <a:solidFill>
                  <a:schemeClr val="bg1"/>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a:t>XX%</a:t>
            </a:r>
          </a:p>
        </p:txBody>
      </p:sp>
      <p:pic>
        <p:nvPicPr>
          <p:cNvPr id="6" name="Graphic 5">
            <a:extLst>
              <a:ext uri="{FF2B5EF4-FFF2-40B4-BE49-F238E27FC236}">
                <a16:creationId xmlns:a16="http://schemas.microsoft.com/office/drawing/2014/main" id="{8B59AEC0-8228-7DF9-5E61-BD725271F385}"/>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34361" y="1522673"/>
            <a:ext cx="593744" cy="99635"/>
          </a:xfrm>
          <a:prstGeom prst="rect">
            <a:avLst/>
          </a:prstGeom>
        </p:spPr>
      </p:pic>
      <p:pic>
        <p:nvPicPr>
          <p:cNvPr id="7" name="Graphic 6">
            <a:extLst>
              <a:ext uri="{FF2B5EF4-FFF2-40B4-BE49-F238E27FC236}">
                <a16:creationId xmlns:a16="http://schemas.microsoft.com/office/drawing/2014/main" id="{2C80CFBF-73AD-8255-D1AC-52766D8A646D}"/>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82296" y="1522673"/>
            <a:ext cx="593744" cy="99635"/>
          </a:xfrm>
          <a:prstGeom prst="rect">
            <a:avLst/>
          </a:prstGeom>
        </p:spPr>
      </p:pic>
      <p:pic>
        <p:nvPicPr>
          <p:cNvPr id="12" name="Graphic 11">
            <a:extLst>
              <a:ext uri="{FF2B5EF4-FFF2-40B4-BE49-F238E27FC236}">
                <a16:creationId xmlns:a16="http://schemas.microsoft.com/office/drawing/2014/main" id="{8B9C8103-F420-2DA7-A7FD-50BDB4D34A46}"/>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854764" y="1522673"/>
            <a:ext cx="593744" cy="99635"/>
          </a:xfrm>
          <a:prstGeom prst="rect">
            <a:avLst/>
          </a:prstGeom>
        </p:spPr>
      </p:pic>
      <p:pic>
        <p:nvPicPr>
          <p:cNvPr id="2" name="Graphic 1">
            <a:extLst>
              <a:ext uri="{FF2B5EF4-FFF2-40B4-BE49-F238E27FC236}">
                <a16:creationId xmlns:a16="http://schemas.microsoft.com/office/drawing/2014/main" id="{EA282987-FC0C-CA4B-839D-C69001DF55A0}"/>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16200000">
            <a:off x="11384223" y="6170966"/>
            <a:ext cx="911645" cy="241661"/>
          </a:xfrm>
          <a:prstGeom prst="rect">
            <a:avLst/>
          </a:prstGeom>
        </p:spPr>
      </p:pic>
      <p:sp>
        <p:nvSpPr>
          <p:cNvPr id="3" name="Date Placeholder 2">
            <a:extLst>
              <a:ext uri="{FF2B5EF4-FFF2-40B4-BE49-F238E27FC236}">
                <a16:creationId xmlns:a16="http://schemas.microsoft.com/office/drawing/2014/main" id="{7D7FC531-4073-82FA-8B1C-5731114F1D4A}"/>
              </a:ext>
            </a:extLst>
          </p:cNvPr>
          <p:cNvSpPr>
            <a:spLocks noGrp="1"/>
          </p:cNvSpPr>
          <p:nvPr>
            <p:ph type="dt" sz="half" idx="21"/>
          </p:nvPr>
        </p:nvSpPr>
        <p:spPr/>
        <p:txBody>
          <a:bodyPr/>
          <a:lstStyle/>
          <a:p>
            <a:fld id="{B7EB65F7-02F7-4C03-9B5E-0F72A9F540CE}" type="datetime1">
              <a:rPr lang="en-US" smtClean="0"/>
              <a:pPr/>
              <a:t>8/14/24</a:t>
            </a:fld>
            <a:endParaRPr lang="en-US"/>
          </a:p>
        </p:txBody>
      </p:sp>
      <p:sp>
        <p:nvSpPr>
          <p:cNvPr id="17" name="Footer Placeholder 16">
            <a:extLst>
              <a:ext uri="{FF2B5EF4-FFF2-40B4-BE49-F238E27FC236}">
                <a16:creationId xmlns:a16="http://schemas.microsoft.com/office/drawing/2014/main" id="{23FE9CC2-650C-9517-5E65-904F5FF49E7E}"/>
              </a:ext>
            </a:extLst>
          </p:cNvPr>
          <p:cNvSpPr>
            <a:spLocks noGrp="1"/>
          </p:cNvSpPr>
          <p:nvPr>
            <p:ph type="ftr" sz="quarter" idx="22"/>
          </p:nvPr>
        </p:nvSpPr>
        <p:spPr/>
        <p:txBody>
          <a:bodyPr/>
          <a:lstStyle/>
          <a:p>
            <a:endParaRPr lang="en-US"/>
          </a:p>
        </p:txBody>
      </p:sp>
      <p:sp>
        <p:nvSpPr>
          <p:cNvPr id="21" name="Slide Number Placeholder 20">
            <a:extLst>
              <a:ext uri="{FF2B5EF4-FFF2-40B4-BE49-F238E27FC236}">
                <a16:creationId xmlns:a16="http://schemas.microsoft.com/office/drawing/2014/main" id="{0A39336A-5BD8-FB3A-1320-FA37A87BC0F6}"/>
              </a:ext>
            </a:extLst>
          </p:cNvPr>
          <p:cNvSpPr>
            <a:spLocks noGrp="1"/>
          </p:cNvSpPr>
          <p:nvPr>
            <p:ph type="sldNum" sz="quarter" idx="23"/>
          </p:nvPr>
        </p:nvSpPr>
        <p:spPr/>
        <p:txBody>
          <a:bodyPr/>
          <a:lstStyle/>
          <a:p>
            <a:fld id="{545951DD-1C6A-495F-8185-4C73F8F8B75A}" type="slidenum">
              <a:rPr lang="en-US" smtClean="0"/>
              <a:pPr/>
              <a:t>‹#›</a:t>
            </a:fld>
            <a:endParaRPr lang="en-US"/>
          </a:p>
        </p:txBody>
      </p:sp>
    </p:spTree>
    <p:extLst>
      <p:ext uri="{BB962C8B-B14F-4D97-AF65-F5344CB8AC3E}">
        <p14:creationId xmlns:p14="http://schemas.microsoft.com/office/powerpoint/2010/main" val="18147152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 with Captio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F5946-6C9B-4EA4-AE93-A7B01A157C5B}"/>
              </a:ext>
            </a:extLst>
          </p:cNvPr>
          <p:cNvSpPr>
            <a:spLocks noGrp="1"/>
          </p:cNvSpPr>
          <p:nvPr userDrawn="1">
            <p:ph type="title" hasCustomPrompt="1"/>
          </p:nvPr>
        </p:nvSpPr>
        <p:spPr>
          <a:xfrm>
            <a:off x="797174" y="970772"/>
            <a:ext cx="4453150" cy="1600200"/>
          </a:xfrm>
        </p:spPr>
        <p:txBody>
          <a:bodyPr anchor="b"/>
          <a:lstStyle>
            <a:lvl1pPr>
              <a:defRPr sz="4400">
                <a:solidFill>
                  <a:schemeClr val="tx1">
                    <a:lumMod val="95000"/>
                  </a:schemeClr>
                </a:solidFill>
              </a:defRPr>
            </a:lvl1pPr>
          </a:lstStyle>
          <a:p>
            <a:r>
              <a:rPr lang="en-US"/>
              <a:t>Content with Caption Layout</a:t>
            </a:r>
          </a:p>
        </p:txBody>
      </p:sp>
      <p:sp>
        <p:nvSpPr>
          <p:cNvPr id="3" name="Content Placeholder 2">
            <a:extLst>
              <a:ext uri="{FF2B5EF4-FFF2-40B4-BE49-F238E27FC236}">
                <a16:creationId xmlns:a16="http://schemas.microsoft.com/office/drawing/2014/main" id="{CF4F0041-77FC-4BF9-8586-A5C2EFFCCE9D}"/>
              </a:ext>
            </a:extLst>
          </p:cNvPr>
          <p:cNvSpPr>
            <a:spLocks noGrp="1"/>
          </p:cNvSpPr>
          <p:nvPr userDrawn="1">
            <p:ph idx="1"/>
          </p:nvPr>
        </p:nvSpPr>
        <p:spPr>
          <a:xfrm>
            <a:off x="797174" y="2836406"/>
            <a:ext cx="4627160" cy="2726857"/>
          </a:xfrm>
        </p:spPr>
        <p:txBody>
          <a:bodyPr/>
          <a:lstStyle>
            <a:lvl1pPr>
              <a:buClr>
                <a:schemeClr val="accent4"/>
              </a:buClr>
              <a:defRPr sz="1600"/>
            </a:lvl1pPr>
            <a:lvl2pPr>
              <a:spcBef>
                <a:spcPts val="500"/>
              </a:spcBef>
              <a:defRPr sz="1200"/>
            </a:lvl2pPr>
            <a:lvl3pPr>
              <a:defRPr sz="1100"/>
            </a:lvl3pPr>
            <a:lvl4pPr>
              <a:defRPr sz="1000"/>
            </a:lvl4pPr>
            <a:lvl5pPr>
              <a:defRPr sz="9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AFDB54C-1858-4207-918E-D18252F0AFB1}"/>
              </a:ext>
            </a:extLst>
          </p:cNvPr>
          <p:cNvSpPr>
            <a:spLocks noGrp="1"/>
          </p:cNvSpPr>
          <p:nvPr userDrawn="1">
            <p:ph type="body" sz="half" idx="2" hasCustomPrompt="1"/>
          </p:nvPr>
        </p:nvSpPr>
        <p:spPr>
          <a:xfrm>
            <a:off x="6221508" y="1503127"/>
            <a:ext cx="4941708" cy="3215568"/>
          </a:xfrm>
        </p:spPr>
        <p:txBody>
          <a:bodyPr anchor="ctr"/>
          <a:lstStyle>
            <a:lvl1pPr marL="0" indent="0" algn="ctr">
              <a:lnSpc>
                <a:spcPct val="100000"/>
              </a:lnSpc>
              <a:buNone/>
              <a:defRPr sz="3600" cap="none" spc="0" baseline="0">
                <a:solidFill>
                  <a:schemeClr val="accent4"/>
                </a:solidFill>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A punchy callout</a:t>
            </a:r>
            <a:br>
              <a:rPr lang="en-US"/>
            </a:br>
            <a:r>
              <a:rPr lang="en-US"/>
              <a:t>here to add visual impact. </a:t>
            </a:r>
          </a:p>
        </p:txBody>
      </p:sp>
      <p:sp>
        <p:nvSpPr>
          <p:cNvPr id="5" name="Date Placeholder 4">
            <a:extLst>
              <a:ext uri="{FF2B5EF4-FFF2-40B4-BE49-F238E27FC236}">
                <a16:creationId xmlns:a16="http://schemas.microsoft.com/office/drawing/2014/main" id="{5E238970-FAD6-429C-AC16-C5086F6EFA3F}"/>
              </a:ext>
            </a:extLst>
          </p:cNvPr>
          <p:cNvSpPr>
            <a:spLocks noGrp="1"/>
          </p:cNvSpPr>
          <p:nvPr userDrawn="1">
            <p:ph type="dt" sz="half" idx="10"/>
          </p:nvPr>
        </p:nvSpPr>
        <p:spPr/>
        <p:txBody>
          <a:bodyPr/>
          <a:lstStyle/>
          <a:p>
            <a:fld id="{141626D5-1C9F-41BC-98D1-440026FFA664}" type="datetime1">
              <a:rPr lang="en-US" smtClean="0"/>
              <a:t>8/14/24</a:t>
            </a:fld>
            <a:endParaRPr lang="en-US"/>
          </a:p>
        </p:txBody>
      </p:sp>
      <p:sp>
        <p:nvSpPr>
          <p:cNvPr id="6" name="Footer Placeholder 5">
            <a:extLst>
              <a:ext uri="{FF2B5EF4-FFF2-40B4-BE49-F238E27FC236}">
                <a16:creationId xmlns:a16="http://schemas.microsoft.com/office/drawing/2014/main" id="{D3837E6D-BA60-432D-8761-85066714E07C}"/>
              </a:ext>
            </a:extLst>
          </p:cNvPr>
          <p:cNvSpPr>
            <a:spLocks noGrp="1"/>
          </p:cNvSpPr>
          <p:nvPr userDrawn="1">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7C796D2-2224-4806-B254-DD2EDFC38195}"/>
              </a:ext>
            </a:extLst>
          </p:cNvPr>
          <p:cNvSpPr>
            <a:spLocks noGrp="1"/>
          </p:cNvSpPr>
          <p:nvPr userDrawn="1">
            <p:ph type="sldNum" sz="quarter" idx="12"/>
          </p:nvPr>
        </p:nvSpPr>
        <p:spPr/>
        <p:txBody>
          <a:bodyPr/>
          <a:lstStyle/>
          <a:p>
            <a:fld id="{545951DD-1C6A-495F-8185-4C73F8F8B75A}" type="slidenum">
              <a:rPr lang="en-US" smtClean="0"/>
              <a:t>‹#›</a:t>
            </a:fld>
            <a:endParaRPr lang="en-US"/>
          </a:p>
        </p:txBody>
      </p:sp>
      <p:sp>
        <p:nvSpPr>
          <p:cNvPr id="18" name="Freeform: Shape 17">
            <a:extLst>
              <a:ext uri="{FF2B5EF4-FFF2-40B4-BE49-F238E27FC236}">
                <a16:creationId xmlns:a16="http://schemas.microsoft.com/office/drawing/2014/main" id="{56344645-9AF0-407C-B7FD-D98F3648AF6E}"/>
              </a:ext>
            </a:extLst>
          </p:cNvPr>
          <p:cNvSpPr/>
          <p:nvPr userDrawn="1"/>
        </p:nvSpPr>
        <p:spPr>
          <a:xfrm>
            <a:off x="15200015" y="1011086"/>
            <a:ext cx="25276" cy="1481"/>
          </a:xfrm>
          <a:custGeom>
            <a:avLst/>
            <a:gdLst>
              <a:gd name="connsiteX0" fmla="*/ 16254 w 25276"/>
              <a:gd name="connsiteY0" fmla="*/ -572 h 1481"/>
              <a:gd name="connsiteX1" fmla="*/ 14378 w 25276"/>
              <a:gd name="connsiteY1" fmla="*/ 909 h 1481"/>
              <a:gd name="connsiteX2" fmla="*/ 39655 w 25276"/>
              <a:gd name="connsiteY2" fmla="*/ -572 h 1481"/>
            </a:gdLst>
            <a:ahLst/>
            <a:cxnLst>
              <a:cxn ang="0">
                <a:pos x="connsiteX0" y="connsiteY0"/>
              </a:cxn>
              <a:cxn ang="0">
                <a:pos x="connsiteX1" y="connsiteY1"/>
              </a:cxn>
              <a:cxn ang="0">
                <a:pos x="connsiteX2" y="connsiteY2"/>
              </a:cxn>
            </a:cxnLst>
            <a:rect l="l" t="t" r="r" b="b"/>
            <a:pathLst>
              <a:path w="25276" h="1481">
                <a:moveTo>
                  <a:pt x="16254" y="-572"/>
                </a:moveTo>
                <a:cubicBezTo>
                  <a:pt x="15625" y="-82"/>
                  <a:pt x="15007" y="419"/>
                  <a:pt x="14378" y="909"/>
                </a:cubicBezTo>
                <a:cubicBezTo>
                  <a:pt x="22818" y="494"/>
                  <a:pt x="31244" y="0"/>
                  <a:pt x="39655" y="-572"/>
                </a:cubicBezTo>
                <a:close/>
              </a:path>
            </a:pathLst>
          </a:custGeom>
          <a:solidFill>
            <a:srgbClr val="1A1D54"/>
          </a:solidFill>
          <a:ln w="557" cap="flat">
            <a:noFill/>
            <a:prstDash val="solid"/>
            <a:miter/>
          </a:ln>
        </p:spPr>
        <p:txBody>
          <a:bodyPr rtlCol="0" anchor="ctr"/>
          <a:lstStyle/>
          <a:p>
            <a:endParaRPr lang="en-US"/>
          </a:p>
        </p:txBody>
      </p:sp>
      <p:pic>
        <p:nvPicPr>
          <p:cNvPr id="8" name="Picture 7">
            <a:extLst>
              <a:ext uri="{FF2B5EF4-FFF2-40B4-BE49-F238E27FC236}">
                <a16:creationId xmlns:a16="http://schemas.microsoft.com/office/drawing/2014/main" id="{35BA5593-A016-57E4-EB26-180E3F5F2DFD}"/>
              </a:ext>
            </a:extLst>
          </p:cNvPr>
          <p:cNvPicPr>
            <a:picLocks noChangeAspect="1"/>
          </p:cNvPicPr>
          <p:nvPr userDrawn="1"/>
        </p:nvPicPr>
        <p:blipFill>
          <a:blip r:embed="rId2"/>
          <a:stretch>
            <a:fillRect/>
          </a:stretch>
        </p:blipFill>
        <p:spPr>
          <a:xfrm>
            <a:off x="0" y="0"/>
            <a:ext cx="12192000" cy="304800"/>
          </a:xfrm>
          <a:prstGeom prst="rect">
            <a:avLst/>
          </a:prstGeom>
        </p:spPr>
      </p:pic>
    </p:spTree>
    <p:extLst>
      <p:ext uri="{BB962C8B-B14F-4D97-AF65-F5344CB8AC3E}">
        <p14:creationId xmlns:p14="http://schemas.microsoft.com/office/powerpoint/2010/main" val="49928852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Simple Title and Text">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6A9C61D-9E7D-3E0C-5D3B-DEC3A560C365}"/>
              </a:ext>
            </a:extLst>
          </p:cNvPr>
          <p:cNvSpPr/>
          <p:nvPr userDrawn="1"/>
        </p:nvSpPr>
        <p:spPr>
          <a:xfrm>
            <a:off x="722489" y="752798"/>
            <a:ext cx="11469511" cy="611587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1078526" y="2460663"/>
            <a:ext cx="3614593" cy="2006284"/>
          </a:xfrm>
        </p:spPr>
        <p:txBody>
          <a:bodyPr anchor="ctr"/>
          <a:lstStyle>
            <a:lvl1pPr>
              <a:defRPr>
                <a:solidFill>
                  <a:schemeClr val="tx1"/>
                </a:solidFill>
              </a:defRPr>
            </a:lvl1pPr>
          </a:lstStyle>
          <a:p>
            <a:r>
              <a:rPr lang="en-US"/>
              <a:t>Simple Title and Content</a:t>
            </a:r>
          </a:p>
        </p:txBody>
      </p:sp>
      <p:sp>
        <p:nvSpPr>
          <p:cNvPr id="3" name="Date Placeholder 2">
            <a:extLst>
              <a:ext uri="{FF2B5EF4-FFF2-40B4-BE49-F238E27FC236}">
                <a16:creationId xmlns:a16="http://schemas.microsoft.com/office/drawing/2014/main" id="{51D445D6-5ADC-4843-8D7E-04C5B3DA43D2}"/>
              </a:ext>
            </a:extLst>
          </p:cNvPr>
          <p:cNvSpPr>
            <a:spLocks noGrp="1"/>
          </p:cNvSpPr>
          <p:nvPr>
            <p:ph type="dt" sz="half" idx="10"/>
          </p:nvPr>
        </p:nvSpPr>
        <p:spPr/>
        <p:txBody>
          <a:bodyPr/>
          <a:lstStyle/>
          <a:p>
            <a:fld id="{DD504963-5C48-4A20-B6E4-936A3248B6D6}" type="datetime1">
              <a:rPr lang="en-US" smtClean="0"/>
              <a:t>8/14/24</a:t>
            </a:fld>
            <a:endParaRPr lang="en-US"/>
          </a:p>
        </p:txBody>
      </p:sp>
      <p:sp>
        <p:nvSpPr>
          <p:cNvPr id="4" name="Footer Placeholder 3">
            <a:extLst>
              <a:ext uri="{FF2B5EF4-FFF2-40B4-BE49-F238E27FC236}">
                <a16:creationId xmlns:a16="http://schemas.microsoft.com/office/drawing/2014/main" id="{932DC89B-4068-48CC-854E-8194F94552EB}"/>
              </a:ext>
            </a:extLst>
          </p:cNvPr>
          <p:cNvSpPr>
            <a:spLocks noGrp="1"/>
          </p:cNvSpPr>
          <p:nvPr>
            <p:ph type="ftr" sz="quarter" idx="11"/>
          </p:nvPr>
        </p:nvSpPr>
        <p:spPr>
          <a:xfrm>
            <a:off x="960835" y="6394105"/>
            <a:ext cx="9693913" cy="365125"/>
          </a:xfrm>
        </p:spPr>
        <p:txBody>
          <a:bodyPr/>
          <a:lstStyle/>
          <a:p>
            <a:endParaRPr lang="en-US"/>
          </a:p>
        </p:txBody>
      </p:sp>
      <p:sp>
        <p:nvSpPr>
          <p:cNvPr id="5" name="Slide Number Placeholder 4">
            <a:extLst>
              <a:ext uri="{FF2B5EF4-FFF2-40B4-BE49-F238E27FC236}">
                <a16:creationId xmlns:a16="http://schemas.microsoft.com/office/drawing/2014/main" id="{98566F4F-6CDA-49B4-ABC2-47547186B62E}"/>
              </a:ext>
            </a:extLst>
          </p:cNvPr>
          <p:cNvSpPr>
            <a:spLocks noGrp="1"/>
          </p:cNvSpPr>
          <p:nvPr>
            <p:ph type="sldNum" sz="quarter" idx="12"/>
          </p:nvPr>
        </p:nvSpPr>
        <p:spPr>
          <a:ln>
            <a:solidFill>
              <a:schemeClr val="tx1"/>
            </a:solidFill>
          </a:ln>
        </p:spPr>
        <p:txBody>
          <a:bodyPr/>
          <a:lstStyle>
            <a:lvl1pPr>
              <a:defRPr>
                <a:solidFill>
                  <a:schemeClr val="tx1"/>
                </a:solidFill>
              </a:defRPr>
            </a:lvl1pPr>
          </a:lstStyle>
          <a:p>
            <a:fld id="{545951DD-1C6A-495F-8185-4C73F8F8B75A}" type="slidenum">
              <a:rPr lang="en-US" smtClean="0"/>
              <a:pPr/>
              <a:t>‹#›</a:t>
            </a:fld>
            <a:endParaRPr lang="en-US"/>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5153856" y="999455"/>
            <a:ext cx="6259364" cy="4859089"/>
          </a:xfrm>
        </p:spPr>
        <p:txBody>
          <a:bodyPr anchor="ctr"/>
          <a:lstStyle>
            <a:lvl1pPr>
              <a:buClr>
                <a:schemeClr val="accent3"/>
              </a:buClr>
              <a:defRPr>
                <a:solidFill>
                  <a:schemeClr val="tx1"/>
                </a:solidFill>
              </a:defRPr>
            </a:lvl1pPr>
            <a:lvl2pPr>
              <a:spcBef>
                <a:spcPts val="500"/>
              </a:spcBef>
              <a:defRPr>
                <a:solidFill>
                  <a:schemeClr val="tx1"/>
                </a:solidFill>
              </a:defRPr>
            </a:lvl2pPr>
            <a:lvl3pPr>
              <a:buClr>
                <a:schemeClr val="tx1"/>
              </a:buClr>
              <a:defRPr>
                <a:solidFill>
                  <a:schemeClr val="tx1"/>
                </a:solidFill>
              </a:defRPr>
            </a:lvl3pPr>
            <a:lvl4pPr>
              <a:buClr>
                <a:schemeClr val="tx1"/>
              </a:buClr>
              <a:defRPr>
                <a:solidFill>
                  <a:schemeClr val="tx1"/>
                </a:solidFill>
              </a:defRPr>
            </a:lvl4pPr>
            <a:lvl5pPr>
              <a:buClr>
                <a:schemeClr val="tx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29" name="Group 28">
            <a:extLst>
              <a:ext uri="{FF2B5EF4-FFF2-40B4-BE49-F238E27FC236}">
                <a16:creationId xmlns:a16="http://schemas.microsoft.com/office/drawing/2014/main" id="{D47E555F-0D85-4723-A517-43C422829B5D}"/>
              </a:ext>
            </a:extLst>
          </p:cNvPr>
          <p:cNvGrpSpPr/>
          <p:nvPr userDrawn="1"/>
        </p:nvGrpSpPr>
        <p:grpSpPr>
          <a:xfrm>
            <a:off x="11719136" y="5836046"/>
            <a:ext cx="242400" cy="912229"/>
            <a:chOff x="11719136" y="5836046"/>
            <a:chExt cx="242400" cy="912229"/>
          </a:xfrm>
          <a:solidFill>
            <a:schemeClr val="tx1"/>
          </a:solidFill>
        </p:grpSpPr>
        <p:grpSp>
          <p:nvGrpSpPr>
            <p:cNvPr id="6" name="Group 5">
              <a:extLst>
                <a:ext uri="{FF2B5EF4-FFF2-40B4-BE49-F238E27FC236}">
                  <a16:creationId xmlns:a16="http://schemas.microsoft.com/office/drawing/2014/main" id="{1D3CDFC5-BA44-4467-B5AE-AFC3588EE604}"/>
                </a:ext>
              </a:extLst>
            </p:cNvPr>
            <p:cNvGrpSpPr/>
            <p:nvPr userDrawn="1"/>
          </p:nvGrpSpPr>
          <p:grpSpPr>
            <a:xfrm>
              <a:off x="11742577" y="5836046"/>
              <a:ext cx="183640" cy="668800"/>
              <a:chOff x="11742577" y="5836046"/>
              <a:chExt cx="183640" cy="668800"/>
            </a:xfrm>
            <a:grpFill/>
          </p:grpSpPr>
          <p:sp>
            <p:nvSpPr>
              <p:cNvPr id="10" name="Freeform: Shape 9">
                <a:extLst>
                  <a:ext uri="{FF2B5EF4-FFF2-40B4-BE49-F238E27FC236}">
                    <a16:creationId xmlns:a16="http://schemas.microsoft.com/office/drawing/2014/main" id="{9F852FCB-CE46-4141-8584-7A33EC8EE2DF}"/>
                  </a:ext>
                </a:extLst>
              </p:cNvPr>
              <p:cNvSpPr/>
              <p:nvPr/>
            </p:nvSpPr>
            <p:spPr>
              <a:xfrm rot="16200000">
                <a:off x="11842762" y="6422473"/>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03822D02-28B3-4B18-A15A-906975B5FCC9}"/>
                  </a:ext>
                </a:extLst>
              </p:cNvPr>
              <p:cNvSpPr/>
              <p:nvPr/>
            </p:nvSpPr>
            <p:spPr>
              <a:xfrm rot="16200000">
                <a:off x="11876278" y="6351541"/>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196F58A7-A506-424F-8369-192906B366D3}"/>
                  </a:ext>
                </a:extLst>
              </p:cNvPr>
              <p:cNvSpPr/>
              <p:nvPr/>
            </p:nvSpPr>
            <p:spPr>
              <a:xfrm rot="16200000">
                <a:off x="11844470" y="6285084"/>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DF039984-AA97-4D54-A531-C3FE90D75554}"/>
                  </a:ext>
                </a:extLst>
              </p:cNvPr>
              <p:cNvSpPr/>
              <p:nvPr/>
            </p:nvSpPr>
            <p:spPr>
              <a:xfrm rot="16200000">
                <a:off x="11740880" y="6121297"/>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F62E2389-961E-4B08-B1DE-BC15695B04E7}"/>
                  </a:ext>
                </a:extLst>
              </p:cNvPr>
              <p:cNvSpPr/>
              <p:nvPr/>
            </p:nvSpPr>
            <p:spPr>
              <a:xfrm rot="16200000">
                <a:off x="11736724" y="631467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7D406465-38D1-4E50-B13D-8F4966CFDA16}"/>
                  </a:ext>
                </a:extLst>
              </p:cNvPr>
              <p:cNvSpPr/>
              <p:nvPr/>
            </p:nvSpPr>
            <p:spPr>
              <a:xfrm rot="16200000">
                <a:off x="11840565" y="6181884"/>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D14F231A-F7C7-4721-B2EB-1572666A9505}"/>
                  </a:ext>
                </a:extLst>
              </p:cNvPr>
              <p:cNvSpPr/>
              <p:nvPr/>
            </p:nvSpPr>
            <p:spPr>
              <a:xfrm rot="16200000">
                <a:off x="11838871" y="5968459"/>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5D050063-EE48-4966-9A74-A2586B586A30}"/>
                  </a:ext>
                </a:extLst>
              </p:cNvPr>
              <p:cNvSpPr/>
              <p:nvPr/>
            </p:nvSpPr>
            <p:spPr>
              <a:xfrm rot="16200000">
                <a:off x="11738914" y="5861336"/>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29F9D9D3-267B-4E02-93F0-495C0FE17721}"/>
                  </a:ext>
                </a:extLst>
              </p:cNvPr>
              <p:cNvSpPr/>
              <p:nvPr/>
            </p:nvSpPr>
            <p:spPr>
              <a:xfrm rot="16200000">
                <a:off x="11915094" y="5839103"/>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1B8E4094-9A8A-487C-A7E9-7B4D50D7E2A8}"/>
                  </a:ext>
                </a:extLst>
              </p:cNvPr>
              <p:cNvSpPr/>
              <p:nvPr/>
            </p:nvSpPr>
            <p:spPr>
              <a:xfrm rot="16200000">
                <a:off x="11911385" y="5836046"/>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8CEED2F4-7356-451B-AFAB-C5255759D232}"/>
                  </a:ext>
                </a:extLst>
              </p:cNvPr>
              <p:cNvSpPr/>
              <p:nvPr/>
            </p:nvSpPr>
            <p:spPr>
              <a:xfrm rot="16200000">
                <a:off x="11842096" y="6075915"/>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53B72A06-8A8C-4C7F-80B7-D900056650C4}"/>
                  </a:ext>
                </a:extLst>
              </p:cNvPr>
              <p:cNvSpPr/>
              <p:nvPr/>
            </p:nvSpPr>
            <p:spPr>
              <a:xfrm rot="16200000">
                <a:off x="11772680" y="6057282"/>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64781A27-A8C8-4EB1-B9C0-C584F71FAE07}"/>
                  </a:ext>
                </a:extLst>
              </p:cNvPr>
              <p:cNvSpPr/>
              <p:nvPr/>
            </p:nvSpPr>
            <p:spPr>
              <a:xfrm rot="16200000">
                <a:off x="11723697" y="5975905"/>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C3E3E83D-DBC3-42FD-939D-CB8154F9D736}"/>
                  </a:ext>
                </a:extLst>
              </p:cNvPr>
              <p:cNvSpPr/>
              <p:nvPr/>
            </p:nvSpPr>
            <p:spPr>
              <a:xfrm rot="16200000">
                <a:off x="11734572" y="6216253"/>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1AE53000-73F6-4983-9130-2590CBB7BC1B}"/>
                  </a:ext>
                </a:extLst>
              </p:cNvPr>
              <p:cNvSpPr/>
              <p:nvPr/>
            </p:nvSpPr>
            <p:spPr>
              <a:xfrm rot="16200000">
                <a:off x="11838871" y="5861062"/>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9236FA0D-A61D-4D22-8102-1CB053CA4C0E}"/>
                  </a:ext>
                </a:extLst>
              </p:cNvPr>
              <p:cNvSpPr/>
              <p:nvPr/>
            </p:nvSpPr>
            <p:spPr>
              <a:xfrm rot="16200000">
                <a:off x="11732614" y="6415924"/>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p>
            </p:txBody>
          </p:sp>
        </p:grpSp>
        <p:grpSp>
          <p:nvGrpSpPr>
            <p:cNvPr id="7" name="Group 6">
              <a:extLst>
                <a:ext uri="{FF2B5EF4-FFF2-40B4-BE49-F238E27FC236}">
                  <a16:creationId xmlns:a16="http://schemas.microsoft.com/office/drawing/2014/main" id="{7ABC3142-72CC-4A6C-9F56-470F51A4EE95}"/>
                </a:ext>
              </a:extLst>
            </p:cNvPr>
            <p:cNvGrpSpPr/>
            <p:nvPr userDrawn="1"/>
          </p:nvGrpSpPr>
          <p:grpSpPr>
            <a:xfrm>
              <a:off x="11719136" y="6522150"/>
              <a:ext cx="242400" cy="226125"/>
              <a:chOff x="11719136" y="6522150"/>
              <a:chExt cx="242400" cy="226125"/>
            </a:xfrm>
            <a:grpFill/>
          </p:grpSpPr>
          <p:sp>
            <p:nvSpPr>
              <p:cNvPr id="27" name="Freeform: Shape 26">
                <a:extLst>
                  <a:ext uri="{FF2B5EF4-FFF2-40B4-BE49-F238E27FC236}">
                    <a16:creationId xmlns:a16="http://schemas.microsoft.com/office/drawing/2014/main" id="{70E63281-2494-4AAB-9C91-8A3D0C70317B}"/>
                  </a:ext>
                </a:extLst>
              </p:cNvPr>
              <p:cNvSpPr/>
              <p:nvPr/>
            </p:nvSpPr>
            <p:spPr>
              <a:xfrm rot="16200000">
                <a:off x="11727273" y="6514013"/>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7340BF95-9B53-4193-96F9-F88955D92134}"/>
                  </a:ext>
                </a:extLst>
              </p:cNvPr>
              <p:cNvSpPr/>
              <p:nvPr/>
            </p:nvSpPr>
            <p:spPr>
              <a:xfrm rot="16200000">
                <a:off x="11731706" y="6640610"/>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84692509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Simple Title and Text - Teal">
    <p:bg>
      <p:bgPr>
        <a:solidFill>
          <a:schemeClr val="accent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C3687B6-8933-6A48-5705-8FF4F705B41D}"/>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21" r="221"/>
          <a:stretch/>
        </p:blipFill>
        <p:spPr>
          <a:xfrm flipV="1">
            <a:off x="9014" y="0"/>
            <a:ext cx="12182985" cy="6881992"/>
          </a:xfrm>
          <a:prstGeom prst="rect">
            <a:avLst/>
          </a:prstGeom>
        </p:spPr>
      </p:pic>
      <p:sp>
        <p:nvSpPr>
          <p:cNvPr id="6" name="Rectangle 5">
            <a:extLst>
              <a:ext uri="{FF2B5EF4-FFF2-40B4-BE49-F238E27FC236}">
                <a16:creationId xmlns:a16="http://schemas.microsoft.com/office/drawing/2014/main" id="{3551CF6F-448F-2E2B-E0E0-371F7FCDCD74}"/>
              </a:ext>
            </a:extLst>
          </p:cNvPr>
          <p:cNvSpPr/>
          <p:nvPr userDrawn="1"/>
        </p:nvSpPr>
        <p:spPr>
          <a:xfrm>
            <a:off x="0" y="-913"/>
            <a:ext cx="11295529" cy="611587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624949" y="2460663"/>
            <a:ext cx="3614593" cy="2006284"/>
          </a:xfrm>
        </p:spPr>
        <p:txBody>
          <a:bodyPr anchor="ctr"/>
          <a:lstStyle>
            <a:lvl1pPr>
              <a:defRPr>
                <a:solidFill>
                  <a:schemeClr val="bg1"/>
                </a:solidFill>
              </a:defRPr>
            </a:lvl1pPr>
          </a:lstStyle>
          <a:p>
            <a:r>
              <a:rPr lang="en-US"/>
              <a:t>Simple Title and Content</a:t>
            </a:r>
          </a:p>
        </p:txBody>
      </p:sp>
      <p:sp>
        <p:nvSpPr>
          <p:cNvPr id="3" name="Date Placeholder 2">
            <a:extLst>
              <a:ext uri="{FF2B5EF4-FFF2-40B4-BE49-F238E27FC236}">
                <a16:creationId xmlns:a16="http://schemas.microsoft.com/office/drawing/2014/main" id="{51D445D6-5ADC-4843-8D7E-04C5B3DA43D2}"/>
              </a:ext>
            </a:extLst>
          </p:cNvPr>
          <p:cNvSpPr>
            <a:spLocks noGrp="1"/>
          </p:cNvSpPr>
          <p:nvPr>
            <p:ph type="dt" sz="half" idx="10"/>
          </p:nvPr>
        </p:nvSpPr>
        <p:spPr/>
        <p:txBody>
          <a:bodyPr/>
          <a:lstStyle>
            <a:lvl1pPr>
              <a:defRPr>
                <a:solidFill>
                  <a:schemeClr val="bg1"/>
                </a:solidFill>
              </a:defRPr>
            </a:lvl1pPr>
          </a:lstStyle>
          <a:p>
            <a:fld id="{DD504963-5C48-4A20-B6E4-936A3248B6D6}" type="datetime1">
              <a:rPr lang="en-US" smtClean="0"/>
              <a:pPr/>
              <a:t>8/14/24</a:t>
            </a:fld>
            <a:endParaRPr lang="en-US"/>
          </a:p>
        </p:txBody>
      </p:sp>
      <p:sp>
        <p:nvSpPr>
          <p:cNvPr id="4" name="Footer Placeholder 3">
            <a:extLst>
              <a:ext uri="{FF2B5EF4-FFF2-40B4-BE49-F238E27FC236}">
                <a16:creationId xmlns:a16="http://schemas.microsoft.com/office/drawing/2014/main" id="{932DC89B-4068-48CC-854E-8194F94552EB}"/>
              </a:ext>
            </a:extLst>
          </p:cNvPr>
          <p:cNvSpPr>
            <a:spLocks noGrp="1"/>
          </p:cNvSpPr>
          <p:nvPr>
            <p:ph type="ftr" sz="quarter" idx="11"/>
          </p:nvPr>
        </p:nvSpPr>
        <p:spPr>
          <a:xfrm>
            <a:off x="342901" y="6394105"/>
            <a:ext cx="10311847" cy="365125"/>
          </a:xfrm>
        </p:spPr>
        <p:txBody>
          <a:bodyPr/>
          <a:lstStyle>
            <a:lvl1pPr>
              <a:defRPr>
                <a:solidFill>
                  <a:schemeClr val="bg1"/>
                </a:solidFill>
              </a:defRPr>
            </a:lvl1pPr>
          </a:lstStyle>
          <a:p>
            <a:endParaRPr lang="en-US"/>
          </a:p>
        </p:txBody>
      </p:sp>
      <p:sp>
        <p:nvSpPr>
          <p:cNvPr id="5" name="Slide Number Placeholder 4">
            <a:extLst>
              <a:ext uri="{FF2B5EF4-FFF2-40B4-BE49-F238E27FC236}">
                <a16:creationId xmlns:a16="http://schemas.microsoft.com/office/drawing/2014/main" id="{98566F4F-6CDA-49B4-ABC2-47547186B62E}"/>
              </a:ext>
            </a:extLst>
          </p:cNvPr>
          <p:cNvSpPr>
            <a:spLocks noGrp="1"/>
          </p:cNvSpPr>
          <p:nvPr>
            <p:ph type="sldNum" sz="quarter" idx="12"/>
          </p:nvPr>
        </p:nvSpPr>
        <p:spPr>
          <a:ln>
            <a:solidFill>
              <a:schemeClr val="bg1"/>
            </a:solidFill>
          </a:ln>
        </p:spPr>
        <p:txBody>
          <a:bodyPr/>
          <a:lstStyle>
            <a:lvl1pPr>
              <a:defRPr>
                <a:solidFill>
                  <a:schemeClr val="bg1"/>
                </a:solidFill>
              </a:defRPr>
            </a:lvl1pPr>
          </a:lstStyle>
          <a:p>
            <a:fld id="{545951DD-1C6A-495F-8185-4C73F8F8B75A}" type="slidenum">
              <a:rPr lang="en-US" smtClean="0"/>
              <a:pPr/>
              <a:t>‹#›</a:t>
            </a:fld>
            <a:endParaRPr lang="en-US"/>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4693701" y="999455"/>
            <a:ext cx="6265942" cy="4859089"/>
          </a:xfrm>
        </p:spPr>
        <p:txBody>
          <a:bodyPr anchor="ctr"/>
          <a:lstStyle>
            <a:lvl1pPr>
              <a:buClr>
                <a:schemeClr val="bg1"/>
              </a:buClr>
              <a:defRPr>
                <a:solidFill>
                  <a:schemeClr val="bg1"/>
                </a:solidFill>
              </a:defRPr>
            </a:lvl1pPr>
            <a:lvl2pPr>
              <a:spcBef>
                <a:spcPts val="500"/>
              </a:spcBef>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11" name="Graphic 11">
            <a:extLst>
              <a:ext uri="{FF2B5EF4-FFF2-40B4-BE49-F238E27FC236}">
                <a16:creationId xmlns:a16="http://schemas.microsoft.com/office/drawing/2014/main" id="{1D223314-6776-43FA-8398-50710337EF4D}"/>
              </a:ext>
            </a:extLst>
          </p:cNvPr>
          <p:cNvGrpSpPr/>
          <p:nvPr userDrawn="1"/>
        </p:nvGrpSpPr>
        <p:grpSpPr>
          <a:xfrm rot="16200000">
            <a:off x="11384220" y="6170961"/>
            <a:ext cx="912230" cy="242400"/>
            <a:chOff x="11384220" y="6170961"/>
            <a:chExt cx="912230" cy="242400"/>
          </a:xfrm>
          <a:solidFill>
            <a:schemeClr val="bg1"/>
          </a:solidFill>
        </p:grpSpPr>
        <p:sp>
          <p:nvSpPr>
            <p:cNvPr id="12" name="Freeform: Shape 11">
              <a:extLst>
                <a:ext uri="{FF2B5EF4-FFF2-40B4-BE49-F238E27FC236}">
                  <a16:creationId xmlns:a16="http://schemas.microsoft.com/office/drawing/2014/main" id="{7DD1129A-3BCF-4E47-9343-38651B5C2734}"/>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8D3A2FF2-1C7F-4903-8120-73B1BD1AE704}"/>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74828876-584A-465E-BF7C-7D30C52EE24C}"/>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E602F55C-CC01-4AF8-91DE-699E87F3EDA5}"/>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3D94E456-D628-4E5A-8394-56CAB4C4F22A}"/>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581B895A-8949-4D10-9209-38C95C5A5A14}"/>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9D5F80D1-5F76-4BC0-B24A-556C6B6776DA}"/>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96DD91E2-175E-460A-8394-8F84F02F28F5}"/>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464C6CA2-76BC-4C66-81D8-2442FA5B0D53}"/>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E38DAC1B-E4F0-4BC2-85B0-DFAAE737DFC8}"/>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1D606B14-9D50-4BF5-B04B-78AC9CBD06E2}"/>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0B60096A-0E4C-4CB6-9B15-E89731DF3E7F}"/>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C43C6376-F9E1-46BE-9AD0-4B3E82F4EB68}"/>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6453BD17-1909-444C-9889-2804F28A8F68}"/>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96F61F40-69D4-4967-9506-824EDC894163}"/>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DC06F201-CB4E-42E6-869E-2FE328AB6D61}"/>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CD3C817A-5338-4FC4-8ECB-03A73E66FA72}"/>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0640385-811A-4C22-AC7F-0D53BBE765D8}"/>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p>
          </p:txBody>
        </p:sp>
      </p:grpSp>
    </p:spTree>
    <p:extLst>
      <p:ext uri="{BB962C8B-B14F-4D97-AF65-F5344CB8AC3E}">
        <p14:creationId xmlns:p14="http://schemas.microsoft.com/office/powerpoint/2010/main" val="2530349316"/>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Simple Title and Text - Aqua">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1A04B8B-6E7C-5FE5-7013-3202719F08E0}"/>
              </a:ext>
            </a:extLst>
          </p:cNvPr>
          <p:cNvSpPr/>
          <p:nvPr userDrawn="1"/>
        </p:nvSpPr>
        <p:spPr>
          <a:xfrm>
            <a:off x="0" y="742123"/>
            <a:ext cx="11295529" cy="611587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624949" y="2460663"/>
            <a:ext cx="3614593" cy="2006284"/>
          </a:xfrm>
        </p:spPr>
        <p:txBody>
          <a:bodyPr anchor="ctr"/>
          <a:lstStyle>
            <a:lvl1pPr>
              <a:defRPr>
                <a:solidFill>
                  <a:schemeClr val="bg1"/>
                </a:solidFill>
              </a:defRPr>
            </a:lvl1pPr>
          </a:lstStyle>
          <a:p>
            <a:r>
              <a:rPr lang="en-US"/>
              <a:t>Simple Title and Content</a:t>
            </a:r>
          </a:p>
        </p:txBody>
      </p:sp>
      <p:sp>
        <p:nvSpPr>
          <p:cNvPr id="3" name="Date Placeholder 2">
            <a:extLst>
              <a:ext uri="{FF2B5EF4-FFF2-40B4-BE49-F238E27FC236}">
                <a16:creationId xmlns:a16="http://schemas.microsoft.com/office/drawing/2014/main" id="{51D445D6-5ADC-4843-8D7E-04C5B3DA43D2}"/>
              </a:ext>
            </a:extLst>
          </p:cNvPr>
          <p:cNvSpPr>
            <a:spLocks noGrp="1"/>
          </p:cNvSpPr>
          <p:nvPr>
            <p:ph type="dt" sz="half" idx="10"/>
          </p:nvPr>
        </p:nvSpPr>
        <p:spPr/>
        <p:txBody>
          <a:bodyPr/>
          <a:lstStyle/>
          <a:p>
            <a:fld id="{DD504963-5C48-4A20-B6E4-936A3248B6D6}" type="datetime1">
              <a:rPr lang="en-US" smtClean="0"/>
              <a:t>8/14/24</a:t>
            </a:fld>
            <a:endParaRPr lang="en-US"/>
          </a:p>
        </p:txBody>
      </p:sp>
      <p:sp>
        <p:nvSpPr>
          <p:cNvPr id="4" name="Footer Placeholder 3">
            <a:extLst>
              <a:ext uri="{FF2B5EF4-FFF2-40B4-BE49-F238E27FC236}">
                <a16:creationId xmlns:a16="http://schemas.microsoft.com/office/drawing/2014/main" id="{932DC89B-4068-48CC-854E-8194F94552EB}"/>
              </a:ext>
            </a:extLst>
          </p:cNvPr>
          <p:cNvSpPr>
            <a:spLocks noGrp="1"/>
          </p:cNvSpPr>
          <p:nvPr>
            <p:ph type="ftr" sz="quarter" idx="11"/>
          </p:nvPr>
        </p:nvSpPr>
        <p:spPr>
          <a:xfrm>
            <a:off x="342901" y="6394105"/>
            <a:ext cx="10311847" cy="365125"/>
          </a:xfrm>
        </p:spPr>
        <p:txBody>
          <a:bodyPr/>
          <a:lstStyle>
            <a:lvl1pPr>
              <a:defRPr>
                <a:solidFill>
                  <a:schemeClr val="bg1"/>
                </a:solidFill>
              </a:defRPr>
            </a:lvl1pPr>
          </a:lstStyle>
          <a:p>
            <a:endParaRPr lang="en-US"/>
          </a:p>
        </p:txBody>
      </p:sp>
      <p:sp>
        <p:nvSpPr>
          <p:cNvPr id="5" name="Slide Number Placeholder 4">
            <a:extLst>
              <a:ext uri="{FF2B5EF4-FFF2-40B4-BE49-F238E27FC236}">
                <a16:creationId xmlns:a16="http://schemas.microsoft.com/office/drawing/2014/main" id="{98566F4F-6CDA-49B4-ABC2-47547186B62E}"/>
              </a:ext>
            </a:extLst>
          </p:cNvPr>
          <p:cNvSpPr>
            <a:spLocks noGrp="1"/>
          </p:cNvSpPr>
          <p:nvPr>
            <p:ph type="sldNum" sz="quarter" idx="12"/>
          </p:nvPr>
        </p:nvSpPr>
        <p:spPr>
          <a:ln>
            <a:solidFill>
              <a:schemeClr val="bg2"/>
            </a:solidFill>
          </a:ln>
        </p:spPr>
        <p:txBody>
          <a:bodyPr/>
          <a:lstStyle>
            <a:lvl1pPr>
              <a:defRPr>
                <a:solidFill>
                  <a:schemeClr val="bg2"/>
                </a:solidFill>
              </a:defRPr>
            </a:lvl1pPr>
          </a:lstStyle>
          <a:p>
            <a:fld id="{545951DD-1C6A-495F-8185-4C73F8F8B75A}" type="slidenum">
              <a:rPr lang="en-US" smtClean="0"/>
              <a:pPr/>
              <a:t>‹#›</a:t>
            </a:fld>
            <a:endParaRPr lang="en-US"/>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4693701" y="999455"/>
            <a:ext cx="6265942" cy="4859089"/>
          </a:xfrm>
        </p:spPr>
        <p:txBody>
          <a:bodyPr anchor="ctr"/>
          <a:lstStyle>
            <a:lvl1pPr>
              <a:buClr>
                <a:schemeClr val="accent4"/>
              </a:buClr>
              <a:defRPr>
                <a:solidFill>
                  <a:schemeClr val="bg1"/>
                </a:solidFill>
              </a:defRPr>
            </a:lvl1pPr>
            <a:lvl2pPr>
              <a:spcBef>
                <a:spcPts val="500"/>
              </a:spcBef>
              <a:defRPr>
                <a:solidFill>
                  <a:schemeClr val="bg1"/>
                </a:solidFill>
              </a:defRPr>
            </a:lvl2pPr>
            <a:lvl3pPr>
              <a:buClr>
                <a:schemeClr val="tx1"/>
              </a:buClr>
              <a:defRPr>
                <a:solidFill>
                  <a:schemeClr val="bg1"/>
                </a:solidFill>
              </a:defRPr>
            </a:lvl3pPr>
            <a:lvl4pPr>
              <a:buClr>
                <a:schemeClr val="tx1"/>
              </a:buClr>
              <a:defRPr>
                <a:solidFill>
                  <a:schemeClr val="bg1"/>
                </a:solidFill>
              </a:defRPr>
            </a:lvl4pPr>
            <a:lvl5pPr>
              <a:buClr>
                <a:schemeClr val="tx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Graphic 9">
            <a:extLst>
              <a:ext uri="{FF2B5EF4-FFF2-40B4-BE49-F238E27FC236}">
                <a16:creationId xmlns:a16="http://schemas.microsoft.com/office/drawing/2014/main" id="{AED0BBB1-5726-4311-8FFA-AFCDCA1C1A0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6200000">
            <a:off x="11384223" y="6170966"/>
            <a:ext cx="911645" cy="241661"/>
          </a:xfrm>
          <a:prstGeom prst="rect">
            <a:avLst/>
          </a:prstGeom>
        </p:spPr>
      </p:pic>
    </p:spTree>
    <p:extLst>
      <p:ext uri="{BB962C8B-B14F-4D97-AF65-F5344CB8AC3E}">
        <p14:creationId xmlns:p14="http://schemas.microsoft.com/office/powerpoint/2010/main" val="781980626"/>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ext with Large Flexible Cont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880783" y="846999"/>
            <a:ext cx="4022175" cy="2006284"/>
          </a:xfrm>
        </p:spPr>
        <p:txBody>
          <a:bodyPr/>
          <a:lstStyle>
            <a:lvl1pPr>
              <a:defRPr>
                <a:solidFill>
                  <a:schemeClr val="tx1">
                    <a:lumMod val="95000"/>
                  </a:schemeClr>
                </a:solidFill>
              </a:defRPr>
            </a:lvl1pPr>
          </a:lstStyle>
          <a:p>
            <a:r>
              <a:rPr lang="en-US"/>
              <a:t>Text with Large Flexible Content Area</a:t>
            </a:r>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876300" y="3119810"/>
            <a:ext cx="4021789" cy="3081337"/>
          </a:xfrm>
        </p:spPr>
        <p:txBody>
          <a:bodyPr/>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Box 7">
            <a:extLst>
              <a:ext uri="{FF2B5EF4-FFF2-40B4-BE49-F238E27FC236}">
                <a16:creationId xmlns:a16="http://schemas.microsoft.com/office/drawing/2014/main" id="{7E588E7E-D8D9-4FCD-AE09-B830C7371667}"/>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161614"/>
                </a:solidFill>
                <a:effectLst/>
                <a:uLnTx/>
                <a:uFillTx/>
              </a:rPr>
              <a:t>TEMPLATE NOTES </a:t>
            </a:r>
            <a:br>
              <a:rPr kumimoji="0" lang="en-US" sz="900" b="1" i="0" u="none" strike="noStrike" kern="0" cap="none" spc="0" normalizeH="0" baseline="0" noProof="0">
                <a:ln>
                  <a:noFill/>
                </a:ln>
                <a:solidFill>
                  <a:srgbClr val="161614"/>
                </a:solidFill>
                <a:effectLst/>
                <a:uLnTx/>
                <a:uFillTx/>
              </a:rPr>
            </a:br>
            <a:r>
              <a:rPr kumimoji="0" lang="en-US" sz="900" b="0" i="1" u="none" strike="noStrike" kern="0" cap="none" spc="0" normalizeH="0" baseline="0" noProof="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61614"/>
                </a:solidFill>
                <a:effectLst/>
                <a:uLnTx/>
                <a:uFillTx/>
              </a:rPr>
              <a:t>For a library of presentation-ready images, visit the library on </a:t>
            </a:r>
            <a:r>
              <a:rPr lang="en-US" sz="900">
                <a:solidFill>
                  <a:schemeClr val="bg1"/>
                </a:solidFill>
              </a:rPr>
              <a:t>SharePoint &gt; </a:t>
            </a:r>
            <a:br>
              <a:rPr lang="en-US" sz="900">
                <a:solidFill>
                  <a:schemeClr val="bg1"/>
                </a:solidFill>
              </a:rPr>
            </a:br>
            <a:r>
              <a:rPr lang="en-US" sz="900">
                <a:solidFill>
                  <a:schemeClr val="bg1"/>
                </a:solidFill>
              </a:rPr>
              <a:t>Marketing &gt; </a:t>
            </a:r>
            <a:br>
              <a:rPr lang="en-US" sz="900">
                <a:solidFill>
                  <a:schemeClr val="bg1"/>
                </a:solidFill>
              </a:rPr>
            </a:br>
            <a:r>
              <a:rPr lang="en-US" sz="900">
                <a:solidFill>
                  <a:schemeClr val="bg1"/>
                </a:solidFill>
              </a:rPr>
              <a:t>Documents &gt; </a:t>
            </a:r>
            <a:br>
              <a:rPr lang="en-US" sz="900">
                <a:solidFill>
                  <a:schemeClr val="bg1"/>
                </a:solidFill>
              </a:rPr>
            </a:br>
            <a:r>
              <a:rPr lang="en-US" sz="900">
                <a:solidFill>
                  <a:schemeClr val="bg1"/>
                </a:solidFill>
              </a:rPr>
              <a:t>Design Resources &gt;  PowerPoint Templates &gt; Anytime Fitness &gt; </a:t>
            </a:r>
            <a:br>
              <a:rPr lang="en-US" sz="900">
                <a:solidFill>
                  <a:schemeClr val="bg1"/>
                </a:solidFill>
              </a:rPr>
            </a:br>
            <a:r>
              <a:rPr lang="en-US" sz="900">
                <a:solidFill>
                  <a:schemeClr val="bg1"/>
                </a:solidFill>
              </a:rPr>
              <a:t>PPT Image Library. </a:t>
            </a:r>
            <a:br>
              <a:rPr lang="en-US" sz="900">
                <a:solidFill>
                  <a:schemeClr val="bg1"/>
                </a:solidFill>
              </a:rPr>
            </a:br>
            <a:r>
              <a:rPr lang="en-US" sz="900">
                <a:solidFill>
                  <a:schemeClr val="bg1"/>
                </a:solidFill>
              </a:rPr>
              <a:t>Or, simply type in this URL: </a:t>
            </a:r>
            <a:r>
              <a:rPr lang="en-US" sz="900">
                <a:hlinkClick r:id="rId2"/>
              </a:rPr>
              <a:t>bit.ly/AF-PPT</a:t>
            </a:r>
            <a:r>
              <a:rPr lang="en-US" sz="900"/>
              <a:t> </a:t>
            </a:r>
            <a:endParaRPr lang="en-US" sz="900" i="1"/>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p:txBody>
      </p:sp>
      <p:sp>
        <p:nvSpPr>
          <p:cNvPr id="6" name="Date Placeholder 5">
            <a:extLst>
              <a:ext uri="{FF2B5EF4-FFF2-40B4-BE49-F238E27FC236}">
                <a16:creationId xmlns:a16="http://schemas.microsoft.com/office/drawing/2014/main" id="{B27CC78F-21FA-486E-B822-E2C5293A1C47}"/>
              </a:ext>
            </a:extLst>
          </p:cNvPr>
          <p:cNvSpPr>
            <a:spLocks noGrp="1"/>
          </p:cNvSpPr>
          <p:nvPr>
            <p:ph type="dt" sz="half" idx="16"/>
          </p:nvPr>
        </p:nvSpPr>
        <p:spPr/>
        <p:txBody>
          <a:bodyPr/>
          <a:lstStyle/>
          <a:p>
            <a:fld id="{90E8FA97-1F4F-4EFF-B11C-4FBCE90C0918}" type="datetime1">
              <a:rPr lang="en-US" smtClean="0"/>
              <a:t>8/14/24</a:t>
            </a:fld>
            <a:endParaRPr lang="en-US"/>
          </a:p>
        </p:txBody>
      </p:sp>
      <p:sp>
        <p:nvSpPr>
          <p:cNvPr id="13" name="Footer Placeholder 12">
            <a:extLst>
              <a:ext uri="{FF2B5EF4-FFF2-40B4-BE49-F238E27FC236}">
                <a16:creationId xmlns:a16="http://schemas.microsoft.com/office/drawing/2014/main" id="{168B3CC2-AFD1-4477-B45D-28E1464D08F1}"/>
              </a:ext>
            </a:extLst>
          </p:cNvPr>
          <p:cNvSpPr>
            <a:spLocks noGrp="1"/>
          </p:cNvSpPr>
          <p:nvPr>
            <p:ph type="ftr" sz="quarter" idx="17"/>
          </p:nvPr>
        </p:nvSpPr>
        <p:spPr/>
        <p:txBody>
          <a:bodyPr/>
          <a:lstStyle/>
          <a:p>
            <a:endParaRPr lang="en-US"/>
          </a:p>
        </p:txBody>
      </p:sp>
      <p:sp>
        <p:nvSpPr>
          <p:cNvPr id="14" name="Slide Number Placeholder 13">
            <a:extLst>
              <a:ext uri="{FF2B5EF4-FFF2-40B4-BE49-F238E27FC236}">
                <a16:creationId xmlns:a16="http://schemas.microsoft.com/office/drawing/2014/main" id="{801C41A1-6B7A-44E5-AD4A-108298003E6A}"/>
              </a:ext>
            </a:extLst>
          </p:cNvPr>
          <p:cNvSpPr>
            <a:spLocks noGrp="1"/>
          </p:cNvSpPr>
          <p:nvPr>
            <p:ph type="sldNum" sz="quarter" idx="18"/>
          </p:nvPr>
        </p:nvSpPr>
        <p:spPr/>
        <p:txBody>
          <a:bodyPr/>
          <a:lstStyle/>
          <a:p>
            <a:fld id="{545951DD-1C6A-495F-8185-4C73F8F8B75A}" type="slidenum">
              <a:rPr lang="en-US" smtClean="0"/>
              <a:pPr/>
              <a:t>‹#›</a:t>
            </a:fld>
            <a:endParaRPr lang="en-US"/>
          </a:p>
        </p:txBody>
      </p:sp>
      <p:sp>
        <p:nvSpPr>
          <p:cNvPr id="4" name="Content Placeholder 3">
            <a:extLst>
              <a:ext uri="{FF2B5EF4-FFF2-40B4-BE49-F238E27FC236}">
                <a16:creationId xmlns:a16="http://schemas.microsoft.com/office/drawing/2014/main" id="{D114395F-6F35-4185-97B2-F5247D759F33}"/>
              </a:ext>
            </a:extLst>
          </p:cNvPr>
          <p:cNvSpPr>
            <a:spLocks noGrp="1"/>
          </p:cNvSpPr>
          <p:nvPr>
            <p:ph sz="quarter" idx="19"/>
          </p:nvPr>
        </p:nvSpPr>
        <p:spPr>
          <a:xfrm>
            <a:off x="5206817" y="846510"/>
            <a:ext cx="6088712" cy="5354637"/>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a:extLst>
              <a:ext uri="{FF2B5EF4-FFF2-40B4-BE49-F238E27FC236}">
                <a16:creationId xmlns:a16="http://schemas.microsoft.com/office/drawing/2014/main" id="{4FA03B2C-A88E-7D5F-0EED-6AF30D4D605F}"/>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19202" b="74530"/>
          <a:stretch/>
        </p:blipFill>
        <p:spPr>
          <a:xfrm>
            <a:off x="0" y="0"/>
            <a:ext cx="12191999" cy="466997"/>
          </a:xfrm>
          <a:prstGeom prst="rect">
            <a:avLst/>
          </a:prstGeom>
        </p:spPr>
      </p:pic>
    </p:spTree>
    <p:extLst>
      <p:ext uri="{BB962C8B-B14F-4D97-AF65-F5344CB8AC3E}">
        <p14:creationId xmlns:p14="http://schemas.microsoft.com/office/powerpoint/2010/main" val="297969770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Text with Large Flexible Content - Light Bg">
    <p:bg>
      <p:bgRef idx="1001">
        <a:schemeClr val="bg1"/>
      </p:bgRef>
    </p:bg>
    <p:spTree>
      <p:nvGrpSpPr>
        <p:cNvPr id="1" name=""/>
        <p:cNvGrpSpPr/>
        <p:nvPr/>
      </p:nvGrpSpPr>
      <p:grpSpPr>
        <a:xfrm>
          <a:off x="0" y="0"/>
          <a:ext cx="0" cy="0"/>
          <a:chOff x="0" y="0"/>
          <a:chExt cx="0" cy="0"/>
        </a:xfrm>
      </p:grpSpPr>
      <p:sp>
        <p:nvSpPr>
          <p:cNvPr id="14" name="Slide Number Placeholder 13">
            <a:extLst>
              <a:ext uri="{FF2B5EF4-FFF2-40B4-BE49-F238E27FC236}">
                <a16:creationId xmlns:a16="http://schemas.microsoft.com/office/drawing/2014/main" id="{801C41A1-6B7A-44E5-AD4A-108298003E6A}"/>
              </a:ext>
            </a:extLst>
          </p:cNvPr>
          <p:cNvSpPr>
            <a:spLocks noGrp="1"/>
          </p:cNvSpPr>
          <p:nvPr>
            <p:ph type="sldNum" sz="quarter" idx="18"/>
          </p:nvPr>
        </p:nvSpPr>
        <p:spPr/>
        <p:txBody>
          <a:bodyPr/>
          <a:lstStyle/>
          <a:p>
            <a:fld id="{545951DD-1C6A-495F-8185-4C73F8F8B75A}" type="slidenum">
              <a:rPr lang="en-US" smtClean="0"/>
              <a:pPr/>
              <a:t>‹#›</a:t>
            </a:fld>
            <a:endParaRPr lang="en-US"/>
          </a:p>
        </p:txBody>
      </p:sp>
      <p:grpSp>
        <p:nvGrpSpPr>
          <p:cNvPr id="15" name="Graphic 11">
            <a:extLst>
              <a:ext uri="{FF2B5EF4-FFF2-40B4-BE49-F238E27FC236}">
                <a16:creationId xmlns:a16="http://schemas.microsoft.com/office/drawing/2014/main" id="{0614E999-6E73-4ECA-9E67-7901DCC5145D}"/>
              </a:ext>
            </a:extLst>
          </p:cNvPr>
          <p:cNvGrpSpPr/>
          <p:nvPr userDrawn="1"/>
        </p:nvGrpSpPr>
        <p:grpSpPr>
          <a:xfrm rot="16200000">
            <a:off x="11384220" y="6170961"/>
            <a:ext cx="912230" cy="242400"/>
            <a:chOff x="11384220" y="6170961"/>
            <a:chExt cx="912230" cy="242400"/>
          </a:xfrm>
          <a:solidFill>
            <a:schemeClr val="tx1"/>
          </a:solidFill>
        </p:grpSpPr>
        <p:sp>
          <p:nvSpPr>
            <p:cNvPr id="16" name="Freeform: Shape 15">
              <a:extLst>
                <a:ext uri="{FF2B5EF4-FFF2-40B4-BE49-F238E27FC236}">
                  <a16:creationId xmlns:a16="http://schemas.microsoft.com/office/drawing/2014/main" id="{5ACD8790-3A42-4B46-B04C-D4E13A0C08DD}"/>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6E317303-C4D6-4F1D-9002-47E75AEA17E9}"/>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CD83DCD6-D5B2-4193-A473-0403A7FF0660}"/>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21C7274B-6A1C-4E1C-BD11-ECFCB7A33CCE}"/>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D6021035-AA55-4F4E-9ECA-EABC3B1AC98B}"/>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DCD57A36-45D9-4AB7-9720-BBB2F21AC465}"/>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574C6B2F-7E28-48A7-A431-A093F4533941}"/>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93F23518-EEE2-4875-A8CB-997A3B03B8EE}"/>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EF809E2B-E67E-4EA0-A8C0-C2A3F1B3EE63}"/>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EEB282AF-55DC-4C18-AC8C-DD80CBDCB141}"/>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6973AFD6-52A2-4C73-9DD7-E453E31FE6F8}"/>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BF40B4BB-5424-41E7-9548-41C2D58BCDD8}"/>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854F8916-1A4E-4014-BAA0-2D3482A9179B}"/>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B25CBA63-AFDE-4EEE-8700-D84942E661A0}"/>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E6819261-C599-4EEB-A2F1-6BE39CBCE984}"/>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B8E7752D-CBE5-44E7-980F-92B2BF03D301}"/>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75F77EB5-0EE5-4607-8505-026979C8D388}"/>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7088692A-AC37-4BC6-93AA-93B8BF5D6D55}"/>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sp>
        <p:nvSpPr>
          <p:cNvPr id="37" name="Title 1">
            <a:extLst>
              <a:ext uri="{FF2B5EF4-FFF2-40B4-BE49-F238E27FC236}">
                <a16:creationId xmlns:a16="http://schemas.microsoft.com/office/drawing/2014/main" id="{D9113ACF-D9C6-47B9-4949-F1391B0637B6}"/>
              </a:ext>
            </a:extLst>
          </p:cNvPr>
          <p:cNvSpPr>
            <a:spLocks noGrp="1"/>
          </p:cNvSpPr>
          <p:nvPr>
            <p:ph type="title" hasCustomPrompt="1"/>
          </p:nvPr>
        </p:nvSpPr>
        <p:spPr>
          <a:xfrm>
            <a:off x="880783" y="846999"/>
            <a:ext cx="4022175" cy="2006284"/>
          </a:xfrm>
        </p:spPr>
        <p:txBody>
          <a:bodyPr/>
          <a:lstStyle>
            <a:lvl1pPr>
              <a:defRPr>
                <a:solidFill>
                  <a:schemeClr val="accent1"/>
                </a:solidFill>
              </a:defRPr>
            </a:lvl1pPr>
          </a:lstStyle>
          <a:p>
            <a:r>
              <a:rPr lang="en-US"/>
              <a:t>Text with Large Flexible Content Area</a:t>
            </a:r>
          </a:p>
        </p:txBody>
      </p:sp>
      <p:sp>
        <p:nvSpPr>
          <p:cNvPr id="38" name="Text Placeholder 8">
            <a:extLst>
              <a:ext uri="{FF2B5EF4-FFF2-40B4-BE49-F238E27FC236}">
                <a16:creationId xmlns:a16="http://schemas.microsoft.com/office/drawing/2014/main" id="{C8CFE503-1AE2-8CF6-0D63-95F912803A5A}"/>
              </a:ext>
            </a:extLst>
          </p:cNvPr>
          <p:cNvSpPr>
            <a:spLocks noGrp="1"/>
          </p:cNvSpPr>
          <p:nvPr>
            <p:ph type="body" sz="quarter" idx="13"/>
          </p:nvPr>
        </p:nvSpPr>
        <p:spPr>
          <a:xfrm>
            <a:off x="876300" y="3119810"/>
            <a:ext cx="4021789" cy="3081337"/>
          </a:xfrm>
        </p:spPr>
        <p:txBody>
          <a:bodyPr/>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9" name="TextBox 38">
            <a:extLst>
              <a:ext uri="{FF2B5EF4-FFF2-40B4-BE49-F238E27FC236}">
                <a16:creationId xmlns:a16="http://schemas.microsoft.com/office/drawing/2014/main" id="{4153A014-260D-65A9-9437-9A4E34AA1B28}"/>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chemeClr val="tx1"/>
                </a:solidFill>
                <a:effectLst/>
                <a:uLnTx/>
                <a:uFillTx/>
              </a:rPr>
              <a:t>TEMPLATE NOTES </a:t>
            </a:r>
            <a:br>
              <a:rPr kumimoji="0" lang="en-US" sz="900" b="1" i="0" u="none" strike="noStrike" kern="0" cap="none" spc="0" normalizeH="0" baseline="0" noProof="0">
                <a:ln>
                  <a:noFill/>
                </a:ln>
                <a:solidFill>
                  <a:schemeClr val="tx1"/>
                </a:solidFill>
                <a:effectLst/>
                <a:uLnTx/>
                <a:uFillTx/>
              </a:rPr>
            </a:br>
            <a:r>
              <a:rPr kumimoji="0" lang="en-US" sz="900" b="0" i="1" u="none" strike="noStrike" kern="0" cap="none" spc="0" normalizeH="0" baseline="0" noProof="0">
                <a:ln>
                  <a:noFill/>
                </a:ln>
                <a:solidFill>
                  <a:schemeClr val="tx1"/>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tx1"/>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tx1"/>
                </a:solidFill>
                <a:effectLst/>
                <a:uLnTx/>
                <a:uFillTx/>
              </a:rPr>
              <a:t>For a library of presentation-ready images, visit the library on </a:t>
            </a:r>
            <a:r>
              <a:rPr lang="en-US" sz="900">
                <a:solidFill>
                  <a:schemeClr val="tx1"/>
                </a:solidFill>
              </a:rPr>
              <a:t>SharePoint &gt; </a:t>
            </a:r>
            <a:br>
              <a:rPr lang="en-US" sz="900">
                <a:solidFill>
                  <a:schemeClr val="tx1"/>
                </a:solidFill>
              </a:rPr>
            </a:br>
            <a:r>
              <a:rPr lang="en-US" sz="900">
                <a:solidFill>
                  <a:schemeClr val="tx1"/>
                </a:solidFill>
              </a:rPr>
              <a:t>Marketing &gt; </a:t>
            </a:r>
            <a:br>
              <a:rPr lang="en-US" sz="900">
                <a:solidFill>
                  <a:schemeClr val="tx1"/>
                </a:solidFill>
              </a:rPr>
            </a:br>
            <a:r>
              <a:rPr lang="en-US" sz="900">
                <a:solidFill>
                  <a:schemeClr val="tx1"/>
                </a:solidFill>
              </a:rPr>
              <a:t>Documents &gt; </a:t>
            </a:r>
            <a:br>
              <a:rPr lang="en-US" sz="900">
                <a:solidFill>
                  <a:schemeClr val="tx1"/>
                </a:solidFill>
              </a:rPr>
            </a:br>
            <a:r>
              <a:rPr lang="en-US" sz="900">
                <a:solidFill>
                  <a:schemeClr val="tx1"/>
                </a:solidFill>
              </a:rPr>
              <a:t>Design Resources &gt;  PowerPoint Templates &gt; Anytime Fitness &gt; </a:t>
            </a:r>
            <a:br>
              <a:rPr lang="en-US" sz="900">
                <a:solidFill>
                  <a:schemeClr val="tx1"/>
                </a:solidFill>
              </a:rPr>
            </a:br>
            <a:r>
              <a:rPr lang="en-US" sz="900">
                <a:solidFill>
                  <a:schemeClr val="tx1"/>
                </a:solidFill>
              </a:rPr>
              <a:t>PPT Image Library. </a:t>
            </a:r>
            <a:br>
              <a:rPr lang="en-US" sz="900">
                <a:solidFill>
                  <a:schemeClr val="tx1"/>
                </a:solidFill>
              </a:rPr>
            </a:br>
            <a:r>
              <a:rPr lang="en-US" sz="900">
                <a:solidFill>
                  <a:schemeClr val="tx1"/>
                </a:solidFill>
              </a:rPr>
              <a:t>Or, simply type in this URL: </a:t>
            </a:r>
            <a:r>
              <a:rPr lang="en-US" sz="900">
                <a:hlinkClick r:id="rId2"/>
              </a:rPr>
              <a:t>bit.ly/AF-PPT</a:t>
            </a:r>
            <a:r>
              <a:rPr lang="en-US" sz="900"/>
              <a:t> </a:t>
            </a:r>
            <a:endParaRPr lang="en-US" sz="900" i="1"/>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p:txBody>
      </p:sp>
      <p:sp>
        <p:nvSpPr>
          <p:cNvPr id="40" name="Date Placeholder 5">
            <a:extLst>
              <a:ext uri="{FF2B5EF4-FFF2-40B4-BE49-F238E27FC236}">
                <a16:creationId xmlns:a16="http://schemas.microsoft.com/office/drawing/2014/main" id="{B38E0F8B-67C2-E60C-C24E-A3A5E623D09A}"/>
              </a:ext>
            </a:extLst>
          </p:cNvPr>
          <p:cNvSpPr>
            <a:spLocks noGrp="1"/>
          </p:cNvSpPr>
          <p:nvPr>
            <p:ph type="dt" sz="half" idx="16"/>
          </p:nvPr>
        </p:nvSpPr>
        <p:spPr>
          <a:xfrm>
            <a:off x="10602762" y="6382494"/>
            <a:ext cx="692767" cy="365125"/>
          </a:xfrm>
        </p:spPr>
        <p:txBody>
          <a:bodyPr/>
          <a:lstStyle/>
          <a:p>
            <a:fld id="{90E8FA97-1F4F-4EFF-B11C-4FBCE90C0918}" type="datetime1">
              <a:rPr lang="en-US" smtClean="0"/>
              <a:t>8/14/24</a:t>
            </a:fld>
            <a:endParaRPr lang="en-US"/>
          </a:p>
        </p:txBody>
      </p:sp>
      <p:sp>
        <p:nvSpPr>
          <p:cNvPr id="41" name="Footer Placeholder 12">
            <a:extLst>
              <a:ext uri="{FF2B5EF4-FFF2-40B4-BE49-F238E27FC236}">
                <a16:creationId xmlns:a16="http://schemas.microsoft.com/office/drawing/2014/main" id="{083B19C0-CB28-C248-5F81-AC76CC1361D7}"/>
              </a:ext>
            </a:extLst>
          </p:cNvPr>
          <p:cNvSpPr>
            <a:spLocks noGrp="1"/>
          </p:cNvSpPr>
          <p:nvPr>
            <p:ph type="ftr" sz="quarter" idx="17"/>
          </p:nvPr>
        </p:nvSpPr>
        <p:spPr>
          <a:xfrm>
            <a:off x="876300" y="6394105"/>
            <a:ext cx="9726461" cy="365126"/>
          </a:xfrm>
        </p:spPr>
        <p:txBody>
          <a:bodyPr/>
          <a:lstStyle/>
          <a:p>
            <a:endParaRPr lang="en-US"/>
          </a:p>
        </p:txBody>
      </p:sp>
      <p:sp>
        <p:nvSpPr>
          <p:cNvPr id="43" name="Content Placeholder 3">
            <a:extLst>
              <a:ext uri="{FF2B5EF4-FFF2-40B4-BE49-F238E27FC236}">
                <a16:creationId xmlns:a16="http://schemas.microsoft.com/office/drawing/2014/main" id="{C0AB04C7-565C-8E0A-DABE-2927DA9B63C0}"/>
              </a:ext>
            </a:extLst>
          </p:cNvPr>
          <p:cNvSpPr>
            <a:spLocks noGrp="1"/>
          </p:cNvSpPr>
          <p:nvPr>
            <p:ph sz="quarter" idx="19"/>
          </p:nvPr>
        </p:nvSpPr>
        <p:spPr>
          <a:xfrm>
            <a:off x="5206817" y="846510"/>
            <a:ext cx="6088712" cy="5354637"/>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1">
            <a:extLst>
              <a:ext uri="{FF2B5EF4-FFF2-40B4-BE49-F238E27FC236}">
                <a16:creationId xmlns:a16="http://schemas.microsoft.com/office/drawing/2014/main" id="{E7E3426B-EC6F-7CDA-61BB-59BEEEA5E902}"/>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19202" b="76200"/>
          <a:stretch/>
        </p:blipFill>
        <p:spPr>
          <a:xfrm>
            <a:off x="0" y="0"/>
            <a:ext cx="12191999" cy="342579"/>
          </a:xfrm>
          <a:prstGeom prst="rect">
            <a:avLst/>
          </a:prstGeom>
        </p:spPr>
      </p:pic>
    </p:spTree>
    <p:extLst>
      <p:ext uri="{BB962C8B-B14F-4D97-AF65-F5344CB8AC3E}">
        <p14:creationId xmlns:p14="http://schemas.microsoft.com/office/powerpoint/2010/main" val="2964555952"/>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Text with Large Left Image - Lt Purple">
    <p:bg>
      <p:bgPr>
        <a:solidFill>
          <a:schemeClr val="accent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E75EB503-6A5E-D169-DF43-D8719A5ED508}"/>
              </a:ext>
            </a:extLst>
          </p:cNvPr>
          <p:cNvSpPr>
            <a:spLocks noGrp="1"/>
          </p:cNvSpPr>
          <p:nvPr>
            <p:ph type="title" hasCustomPrompt="1"/>
          </p:nvPr>
        </p:nvSpPr>
        <p:spPr>
          <a:xfrm>
            <a:off x="7029238" y="665652"/>
            <a:ext cx="4022175" cy="2006284"/>
          </a:xfrm>
        </p:spPr>
        <p:txBody>
          <a:bodyPr/>
          <a:lstStyle>
            <a:lvl1pPr>
              <a:defRPr>
                <a:solidFill>
                  <a:schemeClr val="tx1"/>
                </a:solidFill>
              </a:defRPr>
            </a:lvl1pPr>
          </a:lstStyle>
          <a:p>
            <a:r>
              <a:rPr lang="en-US"/>
              <a:t>Text with Large Image</a:t>
            </a:r>
          </a:p>
        </p:txBody>
      </p:sp>
      <p:sp>
        <p:nvSpPr>
          <p:cNvPr id="16" name="Text Placeholder 8">
            <a:extLst>
              <a:ext uri="{FF2B5EF4-FFF2-40B4-BE49-F238E27FC236}">
                <a16:creationId xmlns:a16="http://schemas.microsoft.com/office/drawing/2014/main" id="{F8B03BA0-DA03-EE8D-1C43-2E92061C7F3A}"/>
              </a:ext>
            </a:extLst>
          </p:cNvPr>
          <p:cNvSpPr>
            <a:spLocks noGrp="1"/>
          </p:cNvSpPr>
          <p:nvPr>
            <p:ph type="body" sz="quarter" idx="13"/>
          </p:nvPr>
        </p:nvSpPr>
        <p:spPr>
          <a:xfrm>
            <a:off x="7024755" y="2938463"/>
            <a:ext cx="4021789" cy="3081337"/>
          </a:xfrm>
        </p:spPr>
        <p:txBody>
          <a:bodyPr/>
          <a:lstStyle>
            <a:lvl1pPr>
              <a:buClr>
                <a:schemeClr val="accent4"/>
              </a:buClr>
              <a:defRPr>
                <a:solidFill>
                  <a:schemeClr val="tx1"/>
                </a:solidFill>
              </a:defRPr>
            </a:lvl1pPr>
            <a:lvl2pPr>
              <a:spcBef>
                <a:spcPts val="500"/>
              </a:spcBef>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Box 16">
            <a:extLst>
              <a:ext uri="{FF2B5EF4-FFF2-40B4-BE49-F238E27FC236}">
                <a16:creationId xmlns:a16="http://schemas.microsoft.com/office/drawing/2014/main" id="{C784D04E-4E1E-8A21-2C9A-970EBA32062E}"/>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chemeClr val="bg1"/>
                </a:solidFill>
                <a:effectLst/>
                <a:uLnTx/>
                <a:uFillTx/>
              </a:rPr>
              <a:t>TEMPLATE NOTES </a:t>
            </a:r>
            <a:br>
              <a:rPr kumimoji="0" lang="en-US" sz="900" b="1" i="0" u="none" strike="noStrike" kern="0" cap="none" spc="0" normalizeH="0" baseline="0" noProof="0">
                <a:ln>
                  <a:noFill/>
                </a:ln>
                <a:solidFill>
                  <a:schemeClr val="bg1"/>
                </a:solidFill>
                <a:effectLst/>
                <a:uLnTx/>
                <a:uFillTx/>
              </a:rPr>
            </a:br>
            <a:r>
              <a:rPr kumimoji="0" lang="en-US" sz="900" b="0" i="1" u="none" strike="noStrike" kern="0" cap="none" spc="0" normalizeH="0" baseline="0" noProof="0">
                <a:ln>
                  <a:noFill/>
                </a:ln>
                <a:solidFill>
                  <a:schemeClr val="bg1"/>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bg1"/>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solidFill>
                <a:effectLst/>
                <a:uLnTx/>
                <a:uFillTx/>
              </a:rPr>
              <a:t>For a library of presentation-ready images, visit the library on </a:t>
            </a:r>
            <a:r>
              <a:rPr lang="en-US" sz="900">
                <a:solidFill>
                  <a:schemeClr val="bg1"/>
                </a:solidFill>
              </a:rPr>
              <a:t>SharePoint &gt; </a:t>
            </a:r>
            <a:br>
              <a:rPr lang="en-US" sz="900">
                <a:solidFill>
                  <a:schemeClr val="bg1"/>
                </a:solidFill>
              </a:rPr>
            </a:br>
            <a:r>
              <a:rPr lang="en-US" sz="900">
                <a:solidFill>
                  <a:schemeClr val="bg1"/>
                </a:solidFill>
              </a:rPr>
              <a:t>Marketing &gt; </a:t>
            </a:r>
            <a:br>
              <a:rPr lang="en-US" sz="900">
                <a:solidFill>
                  <a:schemeClr val="bg1"/>
                </a:solidFill>
              </a:rPr>
            </a:br>
            <a:r>
              <a:rPr lang="en-US" sz="900">
                <a:solidFill>
                  <a:schemeClr val="bg1"/>
                </a:solidFill>
              </a:rPr>
              <a:t>Documents &gt; </a:t>
            </a:r>
            <a:br>
              <a:rPr lang="en-US" sz="900">
                <a:solidFill>
                  <a:schemeClr val="bg1"/>
                </a:solidFill>
              </a:rPr>
            </a:br>
            <a:r>
              <a:rPr lang="en-US" sz="900">
                <a:solidFill>
                  <a:schemeClr val="bg1"/>
                </a:solidFill>
              </a:rPr>
              <a:t>Design Resources &gt;  PowerPoint Templates &gt; Anytime Fitness &gt; </a:t>
            </a:r>
            <a:br>
              <a:rPr lang="en-US" sz="900">
                <a:solidFill>
                  <a:schemeClr val="bg1"/>
                </a:solidFill>
              </a:rPr>
            </a:br>
            <a:r>
              <a:rPr lang="en-US" sz="900">
                <a:solidFill>
                  <a:schemeClr val="bg1"/>
                </a:solidFill>
              </a:rPr>
              <a:t>PPT Image Library. </a:t>
            </a:r>
            <a:br>
              <a:rPr lang="en-US" sz="900">
                <a:solidFill>
                  <a:schemeClr val="bg1"/>
                </a:solidFill>
              </a:rPr>
            </a:br>
            <a:r>
              <a:rPr lang="en-US" sz="900">
                <a:solidFill>
                  <a:schemeClr val="bg1"/>
                </a:solidFill>
              </a:rPr>
              <a:t>Or, simply type in this URL: </a:t>
            </a:r>
            <a:r>
              <a:rPr lang="en-US" sz="900">
                <a:solidFill>
                  <a:schemeClr val="bg1"/>
                </a:solidFill>
                <a:hlinkClick r:id="rId2">
                  <a:extLst>
                    <a:ext uri="{A12FA001-AC4F-418D-AE19-62706E023703}">
                      <ahyp:hlinkClr xmlns:ahyp="http://schemas.microsoft.com/office/drawing/2018/hyperlinkcolor" val="tx"/>
                    </a:ext>
                  </a:extLst>
                </a:hlinkClick>
              </a:rPr>
              <a:t>bit.ly/AF-PPT</a:t>
            </a:r>
            <a:r>
              <a:rPr lang="en-US" sz="900">
                <a:solidFill>
                  <a:schemeClr val="bg1"/>
                </a:solidFill>
              </a:rPr>
              <a:t> </a:t>
            </a:r>
            <a:endParaRPr lang="en-US" sz="900" i="1">
              <a:solidFill>
                <a:schemeClr val="bg1"/>
              </a:solidFill>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bg1"/>
              </a:solidFill>
              <a:effectLst/>
              <a:uLnTx/>
              <a:uFillTx/>
            </a:endParaRPr>
          </a:p>
        </p:txBody>
      </p:sp>
      <p:sp>
        <p:nvSpPr>
          <p:cNvPr id="19" name="Footer Placeholder 12">
            <a:extLst>
              <a:ext uri="{FF2B5EF4-FFF2-40B4-BE49-F238E27FC236}">
                <a16:creationId xmlns:a16="http://schemas.microsoft.com/office/drawing/2014/main" id="{3347F7F6-DA51-58D6-2C85-ED48992E1203}"/>
              </a:ext>
            </a:extLst>
          </p:cNvPr>
          <p:cNvSpPr>
            <a:spLocks noGrp="1"/>
          </p:cNvSpPr>
          <p:nvPr>
            <p:ph type="ftr" sz="quarter" idx="17"/>
          </p:nvPr>
        </p:nvSpPr>
        <p:spPr>
          <a:xfrm>
            <a:off x="7024755" y="6394105"/>
            <a:ext cx="4361261" cy="365125"/>
          </a:xfrm>
        </p:spPr>
        <p:txBody>
          <a:bodyPr/>
          <a:lstStyle/>
          <a:p>
            <a:endParaRPr lang="en-US"/>
          </a:p>
        </p:txBody>
      </p:sp>
      <p:sp>
        <p:nvSpPr>
          <p:cNvPr id="21" name="Picture Placeholder 4">
            <a:extLst>
              <a:ext uri="{FF2B5EF4-FFF2-40B4-BE49-F238E27FC236}">
                <a16:creationId xmlns:a16="http://schemas.microsoft.com/office/drawing/2014/main" id="{2A22A248-A561-4ED4-306F-9F755219AE2B}"/>
              </a:ext>
            </a:extLst>
          </p:cNvPr>
          <p:cNvSpPr>
            <a:spLocks noGrp="1"/>
          </p:cNvSpPr>
          <p:nvPr>
            <p:ph type="pic" sz="quarter" idx="18" hasCustomPrompt="1"/>
          </p:nvPr>
        </p:nvSpPr>
        <p:spPr>
          <a:xfrm>
            <a:off x="0" y="0"/>
            <a:ext cx="6557319" cy="6857999"/>
          </a:xfrm>
          <a:prstGeom prst="rect">
            <a:avLst/>
          </a:prstGeom>
          <a:ln>
            <a:noFill/>
          </a:ln>
        </p:spPr>
        <p:txBody>
          <a:bodyPr bIns="822960" anchor="ctr"/>
          <a:lstStyle>
            <a:lvl1pPr marL="0" indent="0" algn="ctr">
              <a:buNone/>
              <a:defRPr/>
            </a:lvl1pPr>
          </a:lstStyle>
          <a:p>
            <a:r>
              <a:rPr lang="en-US"/>
              <a:t>Click the Icon to Insert Image</a:t>
            </a:r>
          </a:p>
        </p:txBody>
      </p:sp>
      <p:sp>
        <p:nvSpPr>
          <p:cNvPr id="3" name="Date Placeholder 2">
            <a:extLst>
              <a:ext uri="{FF2B5EF4-FFF2-40B4-BE49-F238E27FC236}">
                <a16:creationId xmlns:a16="http://schemas.microsoft.com/office/drawing/2014/main" id="{C8983892-7A0A-E9DB-3755-E4F0DF4C83E0}"/>
              </a:ext>
            </a:extLst>
          </p:cNvPr>
          <p:cNvSpPr>
            <a:spLocks noGrp="1"/>
          </p:cNvSpPr>
          <p:nvPr>
            <p:ph type="dt" sz="half" idx="19"/>
          </p:nvPr>
        </p:nvSpPr>
        <p:spPr/>
        <p:txBody>
          <a:bodyPr/>
          <a:lstStyle/>
          <a:p>
            <a:fld id="{B7EB65F7-02F7-4C03-9B5E-0F72A9F540CE}" type="datetime1">
              <a:rPr lang="en-US" smtClean="0"/>
              <a:pPr/>
              <a:t>8/14/24</a:t>
            </a:fld>
            <a:endParaRPr lang="en-US"/>
          </a:p>
        </p:txBody>
      </p:sp>
      <p:pic>
        <p:nvPicPr>
          <p:cNvPr id="5" name="Picture 4">
            <a:extLst>
              <a:ext uri="{FF2B5EF4-FFF2-40B4-BE49-F238E27FC236}">
                <a16:creationId xmlns:a16="http://schemas.microsoft.com/office/drawing/2014/main" id="{EE23D776-94AE-A0F5-9184-5BB995497D92}"/>
              </a:ext>
            </a:extLst>
          </p:cNvPr>
          <p:cNvPicPr>
            <a:picLocks noChangeAspect="1"/>
          </p:cNvPicPr>
          <p:nvPr userDrawn="1"/>
        </p:nvPicPr>
        <p:blipFill>
          <a:blip r:embed="rId3"/>
          <a:stretch>
            <a:fillRect/>
          </a:stretch>
        </p:blipFill>
        <p:spPr>
          <a:xfrm>
            <a:off x="11588496" y="0"/>
            <a:ext cx="603504" cy="6858000"/>
          </a:xfrm>
          <a:prstGeom prst="rect">
            <a:avLst/>
          </a:prstGeom>
        </p:spPr>
      </p:pic>
      <p:pic>
        <p:nvPicPr>
          <p:cNvPr id="2" name="Graphic 1">
            <a:extLst>
              <a:ext uri="{FF2B5EF4-FFF2-40B4-BE49-F238E27FC236}">
                <a16:creationId xmlns:a16="http://schemas.microsoft.com/office/drawing/2014/main" id="{6047E895-FF32-9B0B-AE13-FF55BFBAC424}"/>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11384223" y="6170966"/>
            <a:ext cx="911645" cy="241661"/>
          </a:xfrm>
          <a:prstGeom prst="rect">
            <a:avLst/>
          </a:prstGeom>
        </p:spPr>
      </p:pic>
      <p:sp>
        <p:nvSpPr>
          <p:cNvPr id="4" name="Slide Number Placeholder 3">
            <a:extLst>
              <a:ext uri="{FF2B5EF4-FFF2-40B4-BE49-F238E27FC236}">
                <a16:creationId xmlns:a16="http://schemas.microsoft.com/office/drawing/2014/main" id="{04F8B0BE-1B53-4B16-3B7B-70B335BC06DE}"/>
              </a:ext>
            </a:extLst>
          </p:cNvPr>
          <p:cNvSpPr>
            <a:spLocks noGrp="1"/>
          </p:cNvSpPr>
          <p:nvPr>
            <p:ph type="sldNum" sz="quarter" idx="20"/>
          </p:nvPr>
        </p:nvSpPr>
        <p:spPr/>
        <p:txBody>
          <a:bodyPr/>
          <a:lstStyle/>
          <a:p>
            <a:fld id="{545951DD-1C6A-495F-8185-4C73F8F8B75A}" type="slidenum">
              <a:rPr lang="en-US" smtClean="0"/>
              <a:pPr/>
              <a:t>‹#›</a:t>
            </a:fld>
            <a:endParaRPr lang="en-US"/>
          </a:p>
        </p:txBody>
      </p:sp>
    </p:spTree>
    <p:extLst>
      <p:ext uri="{BB962C8B-B14F-4D97-AF65-F5344CB8AC3E}">
        <p14:creationId xmlns:p14="http://schemas.microsoft.com/office/powerpoint/2010/main" val="12428991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ext with Large Right Image - Lt Purple">
    <p:bg>
      <p:bgPr>
        <a:solidFill>
          <a:schemeClr val="accent2"/>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6FD31F38-3EB2-0873-8F25-62C85BC3ACF8}"/>
              </a:ext>
            </a:extLst>
          </p:cNvPr>
          <p:cNvPicPr>
            <a:picLocks noChangeAspect="1"/>
          </p:cNvPicPr>
          <p:nvPr userDrawn="1"/>
        </p:nvPicPr>
        <p:blipFill>
          <a:blip r:embed="rId2"/>
          <a:stretch>
            <a:fillRect/>
          </a:stretch>
        </p:blipFill>
        <p:spPr>
          <a:xfrm>
            <a:off x="5111908" y="0"/>
            <a:ext cx="1091184" cy="6858000"/>
          </a:xfrm>
          <a:prstGeom prst="rect">
            <a:avLst/>
          </a:prstGeom>
        </p:spPr>
      </p:pic>
      <p:sp>
        <p:nvSpPr>
          <p:cNvPr id="2" name="Title 1">
            <a:extLst>
              <a:ext uri="{FF2B5EF4-FFF2-40B4-BE49-F238E27FC236}">
                <a16:creationId xmlns:a16="http://schemas.microsoft.com/office/drawing/2014/main" id="{147CBE3A-1371-4086-83CA-4B7B61C86C9D}"/>
              </a:ext>
            </a:extLst>
          </p:cNvPr>
          <p:cNvSpPr>
            <a:spLocks noGrp="1"/>
          </p:cNvSpPr>
          <p:nvPr>
            <p:ph type="title" hasCustomPrompt="1"/>
          </p:nvPr>
        </p:nvSpPr>
        <p:spPr>
          <a:xfrm>
            <a:off x="876300" y="1252778"/>
            <a:ext cx="3932237" cy="1600200"/>
          </a:xfrm>
        </p:spPr>
        <p:txBody>
          <a:bodyPr anchor="b"/>
          <a:lstStyle>
            <a:lvl1pPr>
              <a:defRPr sz="4400">
                <a:solidFill>
                  <a:schemeClr val="tx1">
                    <a:lumMod val="95000"/>
                  </a:schemeClr>
                </a:solidFill>
              </a:defRPr>
            </a:lvl1pPr>
          </a:lstStyle>
          <a:p>
            <a:r>
              <a:rPr lang="en-US"/>
              <a:t>Picture with Caption Layout</a:t>
            </a:r>
          </a:p>
        </p:txBody>
      </p:sp>
      <p:sp>
        <p:nvSpPr>
          <p:cNvPr id="5" name="Date Placeholder 4">
            <a:extLst>
              <a:ext uri="{FF2B5EF4-FFF2-40B4-BE49-F238E27FC236}">
                <a16:creationId xmlns:a16="http://schemas.microsoft.com/office/drawing/2014/main" id="{4AEAB837-B477-4381-9E50-1014984EB7D9}"/>
              </a:ext>
            </a:extLst>
          </p:cNvPr>
          <p:cNvSpPr>
            <a:spLocks noGrp="1"/>
          </p:cNvSpPr>
          <p:nvPr>
            <p:ph type="dt" sz="half" idx="10"/>
          </p:nvPr>
        </p:nvSpPr>
        <p:spPr/>
        <p:txBody>
          <a:bodyPr/>
          <a:lstStyle/>
          <a:p>
            <a:fld id="{6974DEDA-3E46-4272-B7C0-873B8E9D9D5B}" type="datetime1">
              <a:rPr lang="en-US" smtClean="0"/>
              <a:t>8/14/24</a:t>
            </a:fld>
            <a:endParaRPr lang="en-US"/>
          </a:p>
        </p:txBody>
      </p:sp>
      <p:sp>
        <p:nvSpPr>
          <p:cNvPr id="6" name="Footer Placeholder 5">
            <a:extLst>
              <a:ext uri="{FF2B5EF4-FFF2-40B4-BE49-F238E27FC236}">
                <a16:creationId xmlns:a16="http://schemas.microsoft.com/office/drawing/2014/main" id="{4EE72D9F-9271-4C1D-8743-9736C3B2E0C0}"/>
              </a:ext>
            </a:extLst>
          </p:cNvPr>
          <p:cNvSpPr>
            <a:spLocks noGrp="1"/>
          </p:cNvSpPr>
          <p:nvPr>
            <p:ph type="ftr" sz="quarter" idx="11"/>
          </p:nvPr>
        </p:nvSpPr>
        <p:spPr>
          <a:xfrm>
            <a:off x="342900" y="6394105"/>
            <a:ext cx="5251801" cy="365125"/>
          </a:xfrm>
        </p:spPr>
        <p:txBody>
          <a:bodyPr/>
          <a:lstStyle/>
          <a:p>
            <a:endParaRPr lang="en-US"/>
          </a:p>
        </p:txBody>
      </p:sp>
      <p:sp>
        <p:nvSpPr>
          <p:cNvPr id="7" name="Slide Number Placeholder 6">
            <a:extLst>
              <a:ext uri="{FF2B5EF4-FFF2-40B4-BE49-F238E27FC236}">
                <a16:creationId xmlns:a16="http://schemas.microsoft.com/office/drawing/2014/main" id="{808C2FDB-A372-405D-BD4F-27DAC42ADCAE}"/>
              </a:ext>
            </a:extLst>
          </p:cNvPr>
          <p:cNvSpPr>
            <a:spLocks noGrp="1"/>
          </p:cNvSpPr>
          <p:nvPr>
            <p:ph type="sldNum" sz="quarter" idx="12"/>
          </p:nvPr>
        </p:nvSpPr>
        <p:spPr/>
        <p:txBody>
          <a:bodyPr/>
          <a:lstStyle/>
          <a:p>
            <a:fld id="{545951DD-1C6A-495F-8185-4C73F8F8B75A}" type="slidenum">
              <a:rPr lang="en-US" smtClean="0"/>
              <a:t>‹#›</a:t>
            </a:fld>
            <a:endParaRPr lang="en-US"/>
          </a:p>
        </p:txBody>
      </p:sp>
      <p:sp>
        <p:nvSpPr>
          <p:cNvPr id="8" name="TextBox 7">
            <a:extLst>
              <a:ext uri="{FF2B5EF4-FFF2-40B4-BE49-F238E27FC236}">
                <a16:creationId xmlns:a16="http://schemas.microsoft.com/office/drawing/2014/main" id="{E70C427F-57A5-4C05-9944-747C08A8F684}"/>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161614"/>
                </a:solidFill>
                <a:effectLst/>
                <a:uLnTx/>
                <a:uFillTx/>
              </a:rPr>
              <a:t>TEMPLATE NOTES </a:t>
            </a:r>
            <a:br>
              <a:rPr kumimoji="0" lang="en-US" sz="900" b="1" i="0" u="none" strike="noStrike" kern="0" cap="none" spc="0" normalizeH="0" baseline="0" noProof="0">
                <a:ln>
                  <a:noFill/>
                </a:ln>
                <a:solidFill>
                  <a:srgbClr val="161614"/>
                </a:solidFill>
                <a:effectLst/>
                <a:uLnTx/>
                <a:uFillTx/>
              </a:rPr>
            </a:br>
            <a:r>
              <a:rPr kumimoji="0" lang="en-US" sz="900" b="0" i="1" u="none" strike="noStrike" kern="0" cap="none" spc="0" normalizeH="0" baseline="0" noProof="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61614"/>
                </a:solidFill>
                <a:effectLst/>
                <a:uLnTx/>
                <a:uFillTx/>
              </a:rPr>
              <a:t>For a library of presentation-ready images, visit the library </a:t>
            </a:r>
            <a:r>
              <a:rPr lang="en-US" sz="900">
                <a:solidFill>
                  <a:schemeClr val="bg1"/>
                </a:solidFill>
              </a:rPr>
              <a:t>on SharePoint &gt; </a:t>
            </a:r>
            <a:br>
              <a:rPr lang="en-US" sz="900">
                <a:solidFill>
                  <a:schemeClr val="bg1"/>
                </a:solidFill>
              </a:rPr>
            </a:br>
            <a:r>
              <a:rPr lang="en-US" sz="900">
                <a:solidFill>
                  <a:schemeClr val="bg1"/>
                </a:solidFill>
              </a:rPr>
              <a:t>Marketing &gt; </a:t>
            </a:r>
            <a:br>
              <a:rPr lang="en-US" sz="900">
                <a:solidFill>
                  <a:schemeClr val="bg1"/>
                </a:solidFill>
              </a:rPr>
            </a:br>
            <a:r>
              <a:rPr lang="en-US" sz="900">
                <a:solidFill>
                  <a:schemeClr val="bg1"/>
                </a:solidFill>
              </a:rPr>
              <a:t>Documents &gt; </a:t>
            </a:r>
            <a:br>
              <a:rPr lang="en-US" sz="900">
                <a:solidFill>
                  <a:schemeClr val="bg1"/>
                </a:solidFill>
              </a:rPr>
            </a:br>
            <a:r>
              <a:rPr lang="en-US" sz="900">
                <a:solidFill>
                  <a:schemeClr val="bg1"/>
                </a:solidFill>
              </a:rPr>
              <a:t>Design Resources &gt;  PowerPoint Templates &gt; Anytime Fitness &gt; </a:t>
            </a:r>
            <a:br>
              <a:rPr lang="en-US" sz="900">
                <a:solidFill>
                  <a:schemeClr val="bg1"/>
                </a:solidFill>
              </a:rPr>
            </a:br>
            <a:r>
              <a:rPr lang="en-US" sz="900">
                <a:solidFill>
                  <a:schemeClr val="bg1"/>
                </a:solidFill>
              </a:rPr>
              <a:t>PPT Image Library. </a:t>
            </a:r>
            <a:br>
              <a:rPr lang="en-US" sz="900">
                <a:solidFill>
                  <a:schemeClr val="bg1"/>
                </a:solidFill>
              </a:rPr>
            </a:br>
            <a:r>
              <a:rPr lang="en-US" sz="900">
                <a:solidFill>
                  <a:schemeClr val="bg1"/>
                </a:solidFill>
              </a:rPr>
              <a:t>Or, simply type in this URL:</a:t>
            </a:r>
            <a:r>
              <a:rPr lang="en-US" sz="900"/>
              <a:t> </a:t>
            </a:r>
            <a:r>
              <a:rPr lang="en-US" sz="900">
                <a:hlinkClick r:id="rId3"/>
              </a:rPr>
              <a:t>bit.ly/AF-PPT</a:t>
            </a:r>
            <a:r>
              <a:rPr lang="en-US" sz="900"/>
              <a:t> </a:t>
            </a:r>
            <a:endParaRPr lang="en-US" sz="900" i="1"/>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p:txBody>
      </p:sp>
      <p:sp>
        <p:nvSpPr>
          <p:cNvPr id="3" name="Picture Placeholder 4">
            <a:extLst>
              <a:ext uri="{FF2B5EF4-FFF2-40B4-BE49-F238E27FC236}">
                <a16:creationId xmlns:a16="http://schemas.microsoft.com/office/drawing/2014/main" id="{222F7817-9E4B-4D38-1067-0802726ABB84}"/>
              </a:ext>
            </a:extLst>
          </p:cNvPr>
          <p:cNvSpPr>
            <a:spLocks noGrp="1"/>
          </p:cNvSpPr>
          <p:nvPr>
            <p:ph type="pic" sz="quarter" idx="13" hasCustomPrompt="1"/>
          </p:nvPr>
        </p:nvSpPr>
        <p:spPr>
          <a:xfrm>
            <a:off x="6203092" y="0"/>
            <a:ext cx="5988908" cy="6857999"/>
          </a:xfrm>
          <a:prstGeom prst="rect">
            <a:avLst/>
          </a:prstGeom>
          <a:ln>
            <a:noFill/>
          </a:ln>
        </p:spPr>
        <p:txBody>
          <a:bodyPr bIns="822960" anchor="ctr"/>
          <a:lstStyle>
            <a:lvl1pPr marL="0" indent="0" algn="ctr">
              <a:buNone/>
              <a:defRPr/>
            </a:lvl1pPr>
          </a:lstStyle>
          <a:p>
            <a:r>
              <a:rPr lang="en-US"/>
              <a:t>Click the Icon to Insert Image</a:t>
            </a:r>
          </a:p>
        </p:txBody>
      </p:sp>
      <p:sp>
        <p:nvSpPr>
          <p:cNvPr id="10" name="Text Placeholder 8">
            <a:extLst>
              <a:ext uri="{FF2B5EF4-FFF2-40B4-BE49-F238E27FC236}">
                <a16:creationId xmlns:a16="http://schemas.microsoft.com/office/drawing/2014/main" id="{ED42ABC2-A677-1D12-4596-F119ECDF861A}"/>
              </a:ext>
            </a:extLst>
          </p:cNvPr>
          <p:cNvSpPr>
            <a:spLocks noGrp="1"/>
          </p:cNvSpPr>
          <p:nvPr>
            <p:ph type="body" sz="quarter" idx="14"/>
          </p:nvPr>
        </p:nvSpPr>
        <p:spPr>
          <a:xfrm>
            <a:off x="880761" y="3082873"/>
            <a:ext cx="4021789" cy="3081337"/>
          </a:xfrm>
        </p:spPr>
        <p:txBody>
          <a:bodyPr/>
          <a:lstStyle>
            <a:lvl1pPr>
              <a:buClr>
                <a:schemeClr val="accent4"/>
              </a:buClr>
              <a:defRPr>
                <a:solidFill>
                  <a:schemeClr val="tx1"/>
                </a:solidFill>
              </a:defRPr>
            </a:lvl1pPr>
            <a:lvl2pPr>
              <a:spcBef>
                <a:spcPts val="500"/>
              </a:spcBef>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7209348"/>
      </p:ext>
    </p:extLst>
  </p:cSld>
  <p:clrMapOvr>
    <a:masterClrMapping/>
  </p:clrMapOvr>
  <p:extLst>
    <p:ext uri="{DCECCB84-F9BA-43D5-87BE-67443E8EF086}">
      <p15:sldGuideLst xmlns:p15="http://schemas.microsoft.com/office/powerpoint/2012/main">
        <p15:guide id="1" pos="3024" userDrawn="1">
          <p15:clr>
            <a:srgbClr val="FBAE40"/>
          </p15:clr>
        </p15:guide>
        <p15:guide id="2" orient="horz" pos="1851" userDrawn="1">
          <p15:clr>
            <a:srgbClr val="FBAE40"/>
          </p15:clr>
        </p15:guide>
        <p15:guide id="3" orient="horz" pos="1681" userDrawn="1">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ext with Right Large Image - Dk Purple">
    <p:bg bwMode="gray">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55168DB-E914-DADD-489F-01257F94B183}"/>
              </a:ext>
            </a:extLst>
          </p:cNvPr>
          <p:cNvSpPr/>
          <p:nvPr userDrawn="1"/>
        </p:nvSpPr>
        <p:spPr>
          <a:xfrm>
            <a:off x="342900" y="556054"/>
            <a:ext cx="5291780" cy="560996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902362" y="1346298"/>
            <a:ext cx="4107247" cy="2006284"/>
          </a:xfrm>
        </p:spPr>
        <p:txBody>
          <a:bodyPr/>
          <a:lstStyle>
            <a:lvl1pPr>
              <a:defRPr>
                <a:solidFill>
                  <a:schemeClr val="tx1">
                    <a:lumMod val="95000"/>
                  </a:schemeClr>
                </a:solidFill>
              </a:defRPr>
            </a:lvl1pPr>
          </a:lstStyle>
          <a:p>
            <a:r>
              <a:rPr lang="en-US"/>
              <a:t>Content with Large Image on the Right</a:t>
            </a:r>
          </a:p>
        </p:txBody>
      </p:sp>
      <p:sp>
        <p:nvSpPr>
          <p:cNvPr id="3" name="Date Placeholder 2">
            <a:extLst>
              <a:ext uri="{FF2B5EF4-FFF2-40B4-BE49-F238E27FC236}">
                <a16:creationId xmlns:a16="http://schemas.microsoft.com/office/drawing/2014/main" id="{51D445D6-5ADC-4843-8D7E-04C5B3DA43D2}"/>
              </a:ext>
            </a:extLst>
          </p:cNvPr>
          <p:cNvSpPr>
            <a:spLocks noGrp="1"/>
          </p:cNvSpPr>
          <p:nvPr>
            <p:ph type="dt" sz="half" idx="10"/>
          </p:nvPr>
        </p:nvSpPr>
        <p:spPr/>
        <p:txBody>
          <a:bodyPr/>
          <a:lstStyle/>
          <a:p>
            <a:fld id="{7750942F-FE04-4295-8AA7-1B8CA8C1E7F5}" type="datetime1">
              <a:rPr lang="en-US" smtClean="0"/>
              <a:t>8/14/24</a:t>
            </a:fld>
            <a:endParaRPr lang="en-US"/>
          </a:p>
        </p:txBody>
      </p:sp>
      <p:sp>
        <p:nvSpPr>
          <p:cNvPr id="5" name="Slide Number Placeholder 4">
            <a:extLst>
              <a:ext uri="{FF2B5EF4-FFF2-40B4-BE49-F238E27FC236}">
                <a16:creationId xmlns:a16="http://schemas.microsoft.com/office/drawing/2014/main" id="{98566F4F-6CDA-49B4-ABC2-47547186B62E}"/>
              </a:ext>
            </a:extLst>
          </p:cNvPr>
          <p:cNvSpPr>
            <a:spLocks noGrp="1"/>
          </p:cNvSpPr>
          <p:nvPr>
            <p:ph type="sldNum" sz="quarter" idx="12"/>
          </p:nvPr>
        </p:nvSpPr>
        <p:spPr>
          <a:xfrm>
            <a:off x="11674225" y="5415563"/>
            <a:ext cx="305503" cy="306298"/>
          </a:xfrm>
          <a:ln>
            <a:solidFill>
              <a:schemeClr val="tx1"/>
            </a:solidFill>
          </a:ln>
        </p:spPr>
        <p:txBody>
          <a:bodyPr/>
          <a:lstStyle>
            <a:lvl1pPr>
              <a:defRPr>
                <a:solidFill>
                  <a:schemeClr val="tx1"/>
                </a:solidFill>
              </a:defRPr>
            </a:lvl1pPr>
          </a:lstStyle>
          <a:p>
            <a:fld id="{545951DD-1C6A-495F-8185-4C73F8F8B75A}" type="slidenum">
              <a:rPr lang="en-US" smtClean="0"/>
              <a:pPr/>
              <a:t>‹#›</a:t>
            </a:fld>
            <a:endParaRPr lang="en-US"/>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897879" y="3619110"/>
            <a:ext cx="4106853" cy="1524548"/>
          </a:xfrm>
        </p:spPr>
        <p:txBody>
          <a:bodyPr/>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Box 7">
            <a:extLst>
              <a:ext uri="{FF2B5EF4-FFF2-40B4-BE49-F238E27FC236}">
                <a16:creationId xmlns:a16="http://schemas.microsoft.com/office/drawing/2014/main" id="{206357EE-7324-4E9D-A650-60C96D800F81}"/>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161614"/>
                </a:solidFill>
                <a:effectLst/>
                <a:uLnTx/>
                <a:uFillTx/>
              </a:rPr>
              <a:t>TEMPLATE NOTES </a:t>
            </a:r>
            <a:br>
              <a:rPr kumimoji="0" lang="en-US" sz="900" b="1" i="0" u="none" strike="noStrike" kern="0" cap="none" spc="0" normalizeH="0" baseline="0" noProof="0">
                <a:ln>
                  <a:noFill/>
                </a:ln>
                <a:solidFill>
                  <a:srgbClr val="161614"/>
                </a:solidFill>
                <a:effectLst/>
                <a:uLnTx/>
                <a:uFillTx/>
              </a:rPr>
            </a:br>
            <a:r>
              <a:rPr kumimoji="0" lang="en-US" sz="900" b="0" i="1" u="none" strike="noStrike" kern="0" cap="none" spc="0" normalizeH="0" baseline="0" noProof="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61614"/>
                </a:solidFill>
                <a:effectLst/>
                <a:uLnTx/>
                <a:uFillTx/>
              </a:rPr>
              <a:t>For a library of presentation-ready images, visit the library </a:t>
            </a:r>
            <a:r>
              <a:rPr lang="en-US" sz="900">
                <a:solidFill>
                  <a:schemeClr val="bg1"/>
                </a:solidFill>
              </a:rPr>
              <a:t>on SharePoint &gt; </a:t>
            </a:r>
            <a:br>
              <a:rPr lang="en-US" sz="900">
                <a:solidFill>
                  <a:schemeClr val="bg1"/>
                </a:solidFill>
              </a:rPr>
            </a:br>
            <a:r>
              <a:rPr lang="en-US" sz="900">
                <a:solidFill>
                  <a:schemeClr val="bg1"/>
                </a:solidFill>
              </a:rPr>
              <a:t>Marketing &gt; </a:t>
            </a:r>
            <a:br>
              <a:rPr lang="en-US" sz="900">
                <a:solidFill>
                  <a:schemeClr val="bg1"/>
                </a:solidFill>
              </a:rPr>
            </a:br>
            <a:r>
              <a:rPr lang="en-US" sz="900">
                <a:solidFill>
                  <a:schemeClr val="bg1"/>
                </a:solidFill>
              </a:rPr>
              <a:t>Documents &gt; </a:t>
            </a:r>
            <a:br>
              <a:rPr lang="en-US" sz="900">
                <a:solidFill>
                  <a:schemeClr val="bg1"/>
                </a:solidFill>
              </a:rPr>
            </a:br>
            <a:r>
              <a:rPr lang="en-US" sz="900">
                <a:solidFill>
                  <a:schemeClr val="bg1"/>
                </a:solidFill>
              </a:rPr>
              <a:t>Design Resources &gt;  PowerPoint Templates &gt; Anytime Fitness &gt; </a:t>
            </a:r>
            <a:br>
              <a:rPr lang="en-US" sz="900">
                <a:solidFill>
                  <a:schemeClr val="bg1"/>
                </a:solidFill>
              </a:rPr>
            </a:br>
            <a:r>
              <a:rPr lang="en-US" sz="900">
                <a:solidFill>
                  <a:schemeClr val="bg1"/>
                </a:solidFill>
              </a:rPr>
              <a:t>PPT Image Library. </a:t>
            </a:r>
            <a:br>
              <a:rPr lang="en-US" sz="900">
                <a:solidFill>
                  <a:schemeClr val="bg1"/>
                </a:solidFill>
              </a:rPr>
            </a:br>
            <a:r>
              <a:rPr lang="en-US" sz="900">
                <a:solidFill>
                  <a:schemeClr val="bg1"/>
                </a:solidFill>
              </a:rPr>
              <a:t>Or, simply type in this URL: </a:t>
            </a:r>
            <a:r>
              <a:rPr lang="en-US" sz="900">
                <a:hlinkClick r:id="rId3"/>
              </a:rPr>
              <a:t>bit.ly/AF-PPT</a:t>
            </a:r>
            <a:r>
              <a:rPr lang="en-US" sz="900"/>
              <a:t> </a:t>
            </a:r>
            <a:endParaRPr lang="en-US" sz="900" i="1"/>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p:txBody>
      </p:sp>
      <p:sp>
        <p:nvSpPr>
          <p:cNvPr id="7" name="Picture Placeholder 4">
            <a:extLst>
              <a:ext uri="{FF2B5EF4-FFF2-40B4-BE49-F238E27FC236}">
                <a16:creationId xmlns:a16="http://schemas.microsoft.com/office/drawing/2014/main" id="{EBBFB1AC-062E-48E2-DEA0-70D332678B00}"/>
              </a:ext>
            </a:extLst>
          </p:cNvPr>
          <p:cNvSpPr>
            <a:spLocks noGrp="1"/>
          </p:cNvSpPr>
          <p:nvPr>
            <p:ph type="pic" sz="quarter" idx="14" hasCustomPrompt="1"/>
          </p:nvPr>
        </p:nvSpPr>
        <p:spPr>
          <a:xfrm>
            <a:off x="5634680" y="580769"/>
            <a:ext cx="5881817" cy="5609968"/>
          </a:xfrm>
          <a:prstGeom prst="rect">
            <a:avLst/>
          </a:prstGeom>
          <a:ln>
            <a:noFill/>
          </a:ln>
        </p:spPr>
        <p:txBody>
          <a:bodyPr bIns="822960" anchor="ctr"/>
          <a:lstStyle>
            <a:lvl1pPr marL="0" indent="0" algn="ctr">
              <a:buNone/>
              <a:defRPr/>
            </a:lvl1pPr>
          </a:lstStyle>
          <a:p>
            <a:r>
              <a:rPr lang="en-US"/>
              <a:t>Click the Icon to Insert Image</a:t>
            </a:r>
          </a:p>
        </p:txBody>
      </p:sp>
      <p:sp>
        <p:nvSpPr>
          <p:cNvPr id="11" name="Footer Placeholder 5">
            <a:extLst>
              <a:ext uri="{FF2B5EF4-FFF2-40B4-BE49-F238E27FC236}">
                <a16:creationId xmlns:a16="http://schemas.microsoft.com/office/drawing/2014/main" id="{04AFA2B4-3E35-AF4F-2DC1-EE3201A44FB4}"/>
              </a:ext>
            </a:extLst>
          </p:cNvPr>
          <p:cNvSpPr>
            <a:spLocks noGrp="1"/>
          </p:cNvSpPr>
          <p:nvPr>
            <p:ph type="ftr" sz="quarter" idx="11"/>
          </p:nvPr>
        </p:nvSpPr>
        <p:spPr>
          <a:xfrm>
            <a:off x="342900" y="6394105"/>
            <a:ext cx="5251801" cy="365125"/>
          </a:xfrm>
        </p:spPr>
        <p:txBody>
          <a:bodyPr/>
          <a:lstStyle/>
          <a:p>
            <a:endParaRPr lang="en-US"/>
          </a:p>
        </p:txBody>
      </p:sp>
    </p:spTree>
    <p:extLst>
      <p:ext uri="{BB962C8B-B14F-4D97-AF65-F5344CB8AC3E}">
        <p14:creationId xmlns:p14="http://schemas.microsoft.com/office/powerpoint/2010/main" val="330005686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ext with Large Left Image - Dk Purple">
    <p:bg bwMode="gray">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66A34F3-535E-D168-1C7B-A0D34E551C87}"/>
              </a:ext>
            </a:extLst>
          </p:cNvPr>
          <p:cNvSpPr/>
          <p:nvPr userDrawn="1"/>
        </p:nvSpPr>
        <p:spPr>
          <a:xfrm>
            <a:off x="5681764" y="556054"/>
            <a:ext cx="5793342" cy="560996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6412418" y="991133"/>
            <a:ext cx="4683950" cy="2006284"/>
          </a:xfrm>
        </p:spPr>
        <p:txBody>
          <a:bodyPr/>
          <a:lstStyle>
            <a:lvl1pPr>
              <a:defRPr>
                <a:solidFill>
                  <a:schemeClr val="tx1"/>
                </a:solidFill>
              </a:defRPr>
            </a:lvl1pPr>
          </a:lstStyle>
          <a:p>
            <a:r>
              <a:rPr lang="en-US"/>
              <a:t>Content with Large Image on the Left</a:t>
            </a:r>
          </a:p>
        </p:txBody>
      </p:sp>
      <p:sp>
        <p:nvSpPr>
          <p:cNvPr id="3" name="Date Placeholder 2">
            <a:extLst>
              <a:ext uri="{FF2B5EF4-FFF2-40B4-BE49-F238E27FC236}">
                <a16:creationId xmlns:a16="http://schemas.microsoft.com/office/drawing/2014/main" id="{51D445D6-5ADC-4843-8D7E-04C5B3DA43D2}"/>
              </a:ext>
            </a:extLst>
          </p:cNvPr>
          <p:cNvSpPr>
            <a:spLocks noGrp="1"/>
          </p:cNvSpPr>
          <p:nvPr>
            <p:ph type="dt" sz="half" idx="10"/>
          </p:nvPr>
        </p:nvSpPr>
        <p:spPr/>
        <p:txBody>
          <a:bodyPr/>
          <a:lstStyle/>
          <a:p>
            <a:fld id="{F3AC5A41-916D-4914-928C-14F9E3496C2D}" type="datetime1">
              <a:rPr lang="en-US" smtClean="0"/>
              <a:t>8/14/24</a:t>
            </a:fld>
            <a:endParaRPr lang="en-US"/>
          </a:p>
        </p:txBody>
      </p:sp>
      <p:sp>
        <p:nvSpPr>
          <p:cNvPr id="4" name="Footer Placeholder 3">
            <a:extLst>
              <a:ext uri="{FF2B5EF4-FFF2-40B4-BE49-F238E27FC236}">
                <a16:creationId xmlns:a16="http://schemas.microsoft.com/office/drawing/2014/main" id="{932DC89B-4068-48CC-854E-8194F94552EB}"/>
              </a:ext>
            </a:extLst>
          </p:cNvPr>
          <p:cNvSpPr>
            <a:spLocks noGrp="1"/>
          </p:cNvSpPr>
          <p:nvPr>
            <p:ph type="ftr" sz="quarter" idx="11"/>
          </p:nvPr>
        </p:nvSpPr>
        <p:spPr>
          <a:xfrm>
            <a:off x="6407935" y="6394105"/>
            <a:ext cx="4194827" cy="365125"/>
          </a:xfrm>
        </p:spPr>
        <p:txBody>
          <a:bodyPr/>
          <a:lstStyle/>
          <a:p>
            <a:endParaRPr lang="en-US"/>
          </a:p>
        </p:txBody>
      </p:sp>
      <p:sp>
        <p:nvSpPr>
          <p:cNvPr id="5" name="Slide Number Placeholder 4">
            <a:extLst>
              <a:ext uri="{FF2B5EF4-FFF2-40B4-BE49-F238E27FC236}">
                <a16:creationId xmlns:a16="http://schemas.microsoft.com/office/drawing/2014/main" id="{98566F4F-6CDA-49B4-ABC2-47547186B62E}"/>
              </a:ext>
            </a:extLst>
          </p:cNvPr>
          <p:cNvSpPr>
            <a:spLocks noGrp="1"/>
          </p:cNvSpPr>
          <p:nvPr>
            <p:ph type="sldNum" sz="quarter" idx="12"/>
          </p:nvPr>
        </p:nvSpPr>
        <p:spPr/>
        <p:txBody>
          <a:bodyPr/>
          <a:lstStyle/>
          <a:p>
            <a:fld id="{545951DD-1C6A-495F-8185-4C73F8F8B75A}" type="slidenum">
              <a:rPr lang="en-US" smtClean="0"/>
              <a:pPr/>
              <a:t>‹#›</a:t>
            </a:fld>
            <a:endParaRPr lang="en-US"/>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6407935" y="3263945"/>
            <a:ext cx="4683500" cy="2519700"/>
          </a:xfrm>
        </p:spPr>
        <p:txBody>
          <a:bodyPr/>
          <a:lstStyle>
            <a:lvl1pPr>
              <a:buClr>
                <a:schemeClr val="accent4"/>
              </a:buClr>
              <a:defRPr/>
            </a:lvl1pPr>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Box 7">
            <a:extLst>
              <a:ext uri="{FF2B5EF4-FFF2-40B4-BE49-F238E27FC236}">
                <a16:creationId xmlns:a16="http://schemas.microsoft.com/office/drawing/2014/main" id="{3ECFAEC9-107E-4C12-8C20-C62DC077EDC5}"/>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161614"/>
                </a:solidFill>
                <a:effectLst/>
                <a:uLnTx/>
                <a:uFillTx/>
              </a:rPr>
              <a:t>TEMPLATE NOTES </a:t>
            </a:r>
            <a:br>
              <a:rPr kumimoji="0" lang="en-US" sz="900" b="1" i="0" u="none" strike="noStrike" kern="0" cap="none" spc="0" normalizeH="0" baseline="0" noProof="0">
                <a:ln>
                  <a:noFill/>
                </a:ln>
                <a:solidFill>
                  <a:srgbClr val="161614"/>
                </a:solidFill>
                <a:effectLst/>
                <a:uLnTx/>
                <a:uFillTx/>
              </a:rPr>
            </a:br>
            <a:r>
              <a:rPr kumimoji="0" lang="en-US" sz="900" b="0" i="1" u="none" strike="noStrike" kern="0" cap="none" spc="0" normalizeH="0" baseline="0" noProof="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61614"/>
                </a:solidFill>
                <a:effectLst/>
                <a:uLnTx/>
                <a:uFillTx/>
              </a:rPr>
              <a:t>For a library of presentation-ready images, visit the library </a:t>
            </a:r>
            <a:r>
              <a:rPr lang="en-US" sz="900">
                <a:solidFill>
                  <a:schemeClr val="bg1"/>
                </a:solidFill>
              </a:rPr>
              <a:t>on SharePoint &gt; </a:t>
            </a:r>
            <a:br>
              <a:rPr lang="en-US" sz="900">
                <a:solidFill>
                  <a:schemeClr val="bg1"/>
                </a:solidFill>
              </a:rPr>
            </a:br>
            <a:r>
              <a:rPr lang="en-US" sz="900">
                <a:solidFill>
                  <a:schemeClr val="bg1"/>
                </a:solidFill>
              </a:rPr>
              <a:t>Marketing &gt; </a:t>
            </a:r>
            <a:br>
              <a:rPr lang="en-US" sz="900">
                <a:solidFill>
                  <a:schemeClr val="bg1"/>
                </a:solidFill>
              </a:rPr>
            </a:br>
            <a:r>
              <a:rPr lang="en-US" sz="900">
                <a:solidFill>
                  <a:schemeClr val="bg1"/>
                </a:solidFill>
              </a:rPr>
              <a:t>Documents &gt; </a:t>
            </a:r>
            <a:br>
              <a:rPr lang="en-US" sz="900">
                <a:solidFill>
                  <a:schemeClr val="bg1"/>
                </a:solidFill>
              </a:rPr>
            </a:br>
            <a:r>
              <a:rPr lang="en-US" sz="900">
                <a:solidFill>
                  <a:schemeClr val="bg1"/>
                </a:solidFill>
              </a:rPr>
              <a:t>Design Resources &gt;  PowerPoint Templates &gt; Anytime Fitness &gt; </a:t>
            </a:r>
            <a:br>
              <a:rPr lang="en-US" sz="900">
                <a:solidFill>
                  <a:schemeClr val="bg1"/>
                </a:solidFill>
              </a:rPr>
            </a:br>
            <a:r>
              <a:rPr lang="en-US" sz="900">
                <a:solidFill>
                  <a:schemeClr val="bg1"/>
                </a:solidFill>
              </a:rPr>
              <a:t>PPT Image Library. </a:t>
            </a:r>
            <a:br>
              <a:rPr lang="en-US" sz="900">
                <a:solidFill>
                  <a:schemeClr val="bg1"/>
                </a:solidFill>
              </a:rPr>
            </a:br>
            <a:r>
              <a:rPr lang="en-US" sz="900">
                <a:solidFill>
                  <a:schemeClr val="bg1"/>
                </a:solidFill>
              </a:rPr>
              <a:t>Or, simply type in this URL: </a:t>
            </a:r>
            <a:r>
              <a:rPr lang="en-US" sz="900">
                <a:hlinkClick r:id="rId3"/>
              </a:rPr>
              <a:t>bit.ly/AF-PPT</a:t>
            </a:r>
            <a:r>
              <a:rPr lang="en-US" sz="900"/>
              <a:t> </a:t>
            </a:r>
            <a:endParaRPr lang="en-US" sz="900" i="1"/>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p:txBody>
      </p:sp>
      <p:sp>
        <p:nvSpPr>
          <p:cNvPr id="6" name="Picture Placeholder 4">
            <a:extLst>
              <a:ext uri="{FF2B5EF4-FFF2-40B4-BE49-F238E27FC236}">
                <a16:creationId xmlns:a16="http://schemas.microsoft.com/office/drawing/2014/main" id="{28FA5F90-CC48-8392-5B76-6A50CC473E3E}"/>
              </a:ext>
            </a:extLst>
          </p:cNvPr>
          <p:cNvSpPr>
            <a:spLocks noGrp="1"/>
          </p:cNvSpPr>
          <p:nvPr>
            <p:ph type="pic" sz="quarter" idx="14" hasCustomPrompt="1"/>
          </p:nvPr>
        </p:nvSpPr>
        <p:spPr>
          <a:xfrm>
            <a:off x="5542" y="0"/>
            <a:ext cx="5793342" cy="6857999"/>
          </a:xfrm>
          <a:prstGeom prst="rect">
            <a:avLst/>
          </a:prstGeom>
          <a:ln>
            <a:noFill/>
          </a:ln>
        </p:spPr>
        <p:txBody>
          <a:bodyPr bIns="822960" anchor="ctr"/>
          <a:lstStyle>
            <a:lvl1pPr marL="0" indent="0" algn="ctr">
              <a:buNone/>
              <a:defRPr/>
            </a:lvl1pPr>
          </a:lstStyle>
          <a:p>
            <a:r>
              <a:rPr lang="en-US"/>
              <a:t>Click the Icon to Insert Image</a:t>
            </a:r>
          </a:p>
        </p:txBody>
      </p:sp>
    </p:spTree>
    <p:extLst>
      <p:ext uri="{BB962C8B-B14F-4D97-AF65-F5344CB8AC3E}">
        <p14:creationId xmlns:p14="http://schemas.microsoft.com/office/powerpoint/2010/main" val="87707493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ext with Left Image - Dark Bg">
    <p:bg bwMode="ltGray">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CD822-AC3E-9535-CFA0-156ABCA3E84A}"/>
              </a:ext>
            </a:extLst>
          </p:cNvPr>
          <p:cNvSpPr>
            <a:spLocks noGrp="1"/>
          </p:cNvSpPr>
          <p:nvPr>
            <p:ph type="title" hasCustomPrompt="1"/>
          </p:nvPr>
        </p:nvSpPr>
        <p:spPr>
          <a:xfrm>
            <a:off x="6095999" y="1774065"/>
            <a:ext cx="4977414" cy="1955308"/>
          </a:xfrm>
        </p:spPr>
        <p:txBody>
          <a:bodyPr/>
          <a:lstStyle>
            <a:lvl1pPr>
              <a:defRPr>
                <a:solidFill>
                  <a:schemeClr val="tx1"/>
                </a:solidFill>
              </a:defRPr>
            </a:lvl1pPr>
          </a:lstStyle>
          <a:p>
            <a:r>
              <a:rPr lang="en-US">
                <a:solidFill>
                  <a:schemeClr val="tx1">
                    <a:lumMod val="95000"/>
                  </a:schemeClr>
                </a:solidFill>
              </a:rPr>
              <a:t>Divider or Impact Slide Option 2</a:t>
            </a:r>
          </a:p>
        </p:txBody>
      </p:sp>
      <p:sp>
        <p:nvSpPr>
          <p:cNvPr id="5" name="Text Placeholder 12">
            <a:extLst>
              <a:ext uri="{FF2B5EF4-FFF2-40B4-BE49-F238E27FC236}">
                <a16:creationId xmlns:a16="http://schemas.microsoft.com/office/drawing/2014/main" id="{061B5DED-D73D-015F-4AE5-745B1E18C4D0}"/>
              </a:ext>
            </a:extLst>
          </p:cNvPr>
          <p:cNvSpPr>
            <a:spLocks noGrp="1"/>
          </p:cNvSpPr>
          <p:nvPr>
            <p:ph type="body" sz="quarter" idx="14"/>
          </p:nvPr>
        </p:nvSpPr>
        <p:spPr bwMode="white">
          <a:xfrm>
            <a:off x="6096000" y="3841968"/>
            <a:ext cx="4977413" cy="1301750"/>
          </a:xfrm>
        </p:spPr>
        <p:txBody>
          <a:bodyPr/>
          <a:lstStyle>
            <a:lvl1pPr>
              <a:buClr>
                <a:schemeClr val="accent4"/>
              </a:buClr>
              <a:defRPr/>
            </a:lvl1pPr>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Picture Placeholder 7">
            <a:extLst>
              <a:ext uri="{FF2B5EF4-FFF2-40B4-BE49-F238E27FC236}">
                <a16:creationId xmlns:a16="http://schemas.microsoft.com/office/drawing/2014/main" id="{0DA05514-6B1B-9F0E-84BF-814FDC4826EB}"/>
              </a:ext>
            </a:extLst>
          </p:cNvPr>
          <p:cNvSpPr>
            <a:spLocks noGrp="1"/>
          </p:cNvSpPr>
          <p:nvPr>
            <p:ph type="pic" sz="quarter" idx="15" hasCustomPrompt="1"/>
          </p:nvPr>
        </p:nvSpPr>
        <p:spPr>
          <a:xfrm>
            <a:off x="0" y="0"/>
            <a:ext cx="4078444" cy="6858000"/>
          </a:xfrm>
        </p:spPr>
        <p:txBody>
          <a:bodyPr bIns="914400" anchor="ctr"/>
          <a:lstStyle>
            <a:lvl1pPr marL="0" indent="0" algn="ctr">
              <a:buFontTx/>
              <a:buNone/>
              <a:defRPr/>
            </a:lvl1pPr>
          </a:lstStyle>
          <a:p>
            <a:r>
              <a:rPr lang="en-US"/>
              <a:t>Click the Icon to Insert Image</a:t>
            </a:r>
          </a:p>
        </p:txBody>
      </p:sp>
      <p:sp>
        <p:nvSpPr>
          <p:cNvPr id="3" name="TextBox 2">
            <a:extLst>
              <a:ext uri="{FF2B5EF4-FFF2-40B4-BE49-F238E27FC236}">
                <a16:creationId xmlns:a16="http://schemas.microsoft.com/office/drawing/2014/main" id="{6FAC5571-E6BE-8030-4F4B-C6D3C5C62005}"/>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2D2926"/>
                </a:solidFill>
                <a:effectLst/>
                <a:uLnTx/>
                <a:uFillTx/>
              </a:rPr>
              <a:t>TEMPLATE NOTES </a:t>
            </a:r>
            <a:br>
              <a:rPr kumimoji="0" lang="en-US" sz="900" b="1" i="0" u="none" strike="noStrike" kern="0" cap="none" spc="0" normalizeH="0" baseline="0" noProof="0">
                <a:ln>
                  <a:noFill/>
                </a:ln>
                <a:solidFill>
                  <a:srgbClr val="2D2926"/>
                </a:solidFill>
                <a:effectLst/>
                <a:uLnTx/>
                <a:uFillTx/>
              </a:rPr>
            </a:br>
            <a:r>
              <a:rPr kumimoji="0" lang="en-US" sz="900" b="0" i="1" u="none" strike="noStrike" kern="0" cap="none" spc="0" normalizeH="0" baseline="0" noProof="0">
                <a:ln>
                  <a:noFill/>
                </a:ln>
                <a:solidFill>
                  <a:srgbClr val="2D2926"/>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2D2926"/>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2D2926"/>
                </a:solidFill>
                <a:effectLst/>
                <a:uLnTx/>
                <a:uFillTx/>
              </a:rPr>
              <a:t>For a library of presentation-ready images, visit the library on SharePoint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Marketing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Documents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Design Resources &gt;  PowerPoint Templates &gt; Anytime Fitness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PPT Image Library.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Or, simply type in this URL: </a:t>
            </a:r>
            <a:r>
              <a:rPr kumimoji="0" lang="en-US" sz="900" b="0" i="0" u="none" strike="noStrike" kern="0" cap="none" spc="0" normalizeH="0" baseline="0" noProof="0">
                <a:ln>
                  <a:noFill/>
                </a:ln>
                <a:solidFill>
                  <a:srgbClr val="FF7500"/>
                </a:solidFill>
                <a:effectLst/>
                <a:uLnTx/>
                <a:uFillTx/>
                <a:hlinkClick r:id="rId2">
                  <a:extLst>
                    <a:ext uri="{A12FA001-AC4F-418D-AE19-62706E023703}">
                      <ahyp:hlinkClr xmlns:ahyp="http://schemas.microsoft.com/office/drawing/2018/hyperlinkcolor" val="tx"/>
                    </a:ext>
                  </a:extLst>
                </a:hlinkClick>
              </a:rPr>
              <a:t>bit.ly/AF-PPT</a:t>
            </a:r>
            <a:r>
              <a:rPr kumimoji="0" lang="en-US" sz="900" b="0" i="0" u="none" strike="noStrike" kern="0" cap="none" spc="0" normalizeH="0" baseline="0" noProof="0">
                <a:ln>
                  <a:noFill/>
                </a:ln>
                <a:solidFill>
                  <a:srgbClr val="FF7500"/>
                </a:solidFill>
                <a:effectLst/>
                <a:uLnTx/>
                <a:uFillTx/>
              </a:rPr>
              <a:t> </a:t>
            </a:r>
            <a:endParaRPr kumimoji="0" lang="en-US" sz="900" b="0" i="1" u="none" strike="noStrike" kern="0" cap="none" spc="0" normalizeH="0" baseline="0" noProof="0">
              <a:ln>
                <a:noFill/>
              </a:ln>
              <a:solidFill>
                <a:srgbClr val="FF75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2D2926"/>
              </a:solidFill>
              <a:effectLst/>
              <a:uLnTx/>
              <a:uFillTx/>
            </a:endParaRPr>
          </a:p>
        </p:txBody>
      </p:sp>
      <p:pic>
        <p:nvPicPr>
          <p:cNvPr id="7" name="Picture 6">
            <a:extLst>
              <a:ext uri="{FF2B5EF4-FFF2-40B4-BE49-F238E27FC236}">
                <a16:creationId xmlns:a16="http://schemas.microsoft.com/office/drawing/2014/main" id="{E76671F2-0D61-52BC-4697-DAF58767F2CA}"/>
              </a:ext>
            </a:extLst>
          </p:cNvPr>
          <p:cNvPicPr>
            <a:picLocks noChangeAspect="1"/>
          </p:cNvPicPr>
          <p:nvPr userDrawn="1"/>
        </p:nvPicPr>
        <p:blipFill>
          <a:blip r:embed="rId3"/>
          <a:stretch>
            <a:fillRect/>
          </a:stretch>
        </p:blipFill>
        <p:spPr>
          <a:xfrm>
            <a:off x="4078444" y="0"/>
            <a:ext cx="1572768" cy="6858000"/>
          </a:xfrm>
          <a:prstGeom prst="rect">
            <a:avLst/>
          </a:prstGeom>
        </p:spPr>
      </p:pic>
      <p:sp>
        <p:nvSpPr>
          <p:cNvPr id="10" name="Date Placeholder 9">
            <a:extLst>
              <a:ext uri="{FF2B5EF4-FFF2-40B4-BE49-F238E27FC236}">
                <a16:creationId xmlns:a16="http://schemas.microsoft.com/office/drawing/2014/main" id="{8083A65D-4331-EE9C-4E88-FB1161B83003}"/>
              </a:ext>
            </a:extLst>
          </p:cNvPr>
          <p:cNvSpPr>
            <a:spLocks noGrp="1"/>
          </p:cNvSpPr>
          <p:nvPr>
            <p:ph type="dt" sz="half" idx="16"/>
          </p:nvPr>
        </p:nvSpPr>
        <p:spPr/>
        <p:txBody>
          <a:bodyPr/>
          <a:lstStyle/>
          <a:p>
            <a:fld id="{B7EB65F7-02F7-4C03-9B5E-0F72A9F540CE}" type="datetime1">
              <a:rPr lang="en-US" smtClean="0"/>
              <a:pPr/>
              <a:t>8/14/24</a:t>
            </a:fld>
            <a:endParaRPr lang="en-US"/>
          </a:p>
        </p:txBody>
      </p:sp>
      <p:sp>
        <p:nvSpPr>
          <p:cNvPr id="11" name="Footer Placeholder 10">
            <a:extLst>
              <a:ext uri="{FF2B5EF4-FFF2-40B4-BE49-F238E27FC236}">
                <a16:creationId xmlns:a16="http://schemas.microsoft.com/office/drawing/2014/main" id="{569641BE-1BE1-EB54-23B4-6F4B33A13E9D}"/>
              </a:ext>
            </a:extLst>
          </p:cNvPr>
          <p:cNvSpPr>
            <a:spLocks noGrp="1"/>
          </p:cNvSpPr>
          <p:nvPr>
            <p:ph type="ftr" sz="quarter" idx="17"/>
          </p:nvPr>
        </p:nvSpPr>
        <p:spPr>
          <a:xfrm>
            <a:off x="6096000" y="6394105"/>
            <a:ext cx="4506761" cy="365125"/>
          </a:xfrm>
        </p:spPr>
        <p:txBody>
          <a:bodyPr/>
          <a:lstStyle/>
          <a:p>
            <a:endParaRPr lang="en-US"/>
          </a:p>
        </p:txBody>
      </p:sp>
      <p:sp>
        <p:nvSpPr>
          <p:cNvPr id="12" name="Slide Number Placeholder 11">
            <a:extLst>
              <a:ext uri="{FF2B5EF4-FFF2-40B4-BE49-F238E27FC236}">
                <a16:creationId xmlns:a16="http://schemas.microsoft.com/office/drawing/2014/main" id="{167A052B-5F77-C85C-6A56-14AC15161947}"/>
              </a:ext>
            </a:extLst>
          </p:cNvPr>
          <p:cNvSpPr>
            <a:spLocks noGrp="1"/>
          </p:cNvSpPr>
          <p:nvPr>
            <p:ph type="sldNum" sz="quarter" idx="18"/>
          </p:nvPr>
        </p:nvSpPr>
        <p:spPr/>
        <p:txBody>
          <a:bodyPr/>
          <a:lstStyle/>
          <a:p>
            <a:fld id="{545951DD-1C6A-495F-8185-4C73F8F8B75A}" type="slidenum">
              <a:rPr lang="en-US" smtClean="0"/>
              <a:pPr/>
              <a:t>‹#›</a:t>
            </a:fld>
            <a:endParaRPr lang="en-US"/>
          </a:p>
        </p:txBody>
      </p:sp>
    </p:spTree>
    <p:extLst>
      <p:ext uri="{BB962C8B-B14F-4D97-AF65-F5344CB8AC3E}">
        <p14:creationId xmlns:p14="http://schemas.microsoft.com/office/powerpoint/2010/main" val="364478954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Text with Large Left Image - Light Bg">
    <p:bg>
      <p:bgRef idx="1001">
        <a:schemeClr val="bg1"/>
      </p:bgRef>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3390CDE5-E10E-9F48-C106-7D987530EDB9}"/>
              </a:ext>
            </a:extLst>
          </p:cNvPr>
          <p:cNvSpPr>
            <a:spLocks noGrp="1"/>
          </p:cNvSpPr>
          <p:nvPr>
            <p:ph type="pic" sz="quarter" idx="18" hasCustomPrompt="1"/>
          </p:nvPr>
        </p:nvSpPr>
        <p:spPr>
          <a:xfrm>
            <a:off x="0" y="0"/>
            <a:ext cx="6557319" cy="6857999"/>
          </a:xfrm>
          <a:prstGeom prst="rect">
            <a:avLst/>
          </a:prstGeom>
          <a:ln>
            <a:noFill/>
          </a:ln>
        </p:spPr>
        <p:txBody>
          <a:bodyPr bIns="822960" anchor="ctr"/>
          <a:lstStyle>
            <a:lvl1pPr marL="0" indent="0" algn="ctr">
              <a:buNone/>
              <a:defRPr/>
            </a:lvl1pPr>
          </a:lstStyle>
          <a:p>
            <a:r>
              <a:rPr lang="en-US"/>
              <a:t>Click the Icon to Insert Image</a:t>
            </a:r>
          </a:p>
        </p:txBody>
      </p:sp>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6974811" y="665652"/>
            <a:ext cx="4022175" cy="2006284"/>
          </a:xfrm>
        </p:spPr>
        <p:txBody>
          <a:bodyPr/>
          <a:lstStyle>
            <a:lvl1pPr>
              <a:defRPr>
                <a:solidFill>
                  <a:schemeClr val="accent1"/>
                </a:solidFill>
              </a:defRPr>
            </a:lvl1pPr>
          </a:lstStyle>
          <a:p>
            <a:r>
              <a:rPr lang="en-US"/>
              <a:t>Text with Large Image</a:t>
            </a:r>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6970328" y="2938463"/>
            <a:ext cx="4021789" cy="3081337"/>
          </a:xfrm>
        </p:spPr>
        <p:txBody>
          <a:bodyPr/>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Box 7">
            <a:extLst>
              <a:ext uri="{FF2B5EF4-FFF2-40B4-BE49-F238E27FC236}">
                <a16:creationId xmlns:a16="http://schemas.microsoft.com/office/drawing/2014/main" id="{7E588E7E-D8D9-4FCD-AE09-B830C7371667}"/>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chemeClr val="tx1"/>
                </a:solidFill>
                <a:effectLst/>
                <a:uLnTx/>
                <a:uFillTx/>
              </a:rPr>
              <a:t>TEMPLATE NOTES </a:t>
            </a:r>
            <a:br>
              <a:rPr kumimoji="0" lang="en-US" sz="900" b="1" i="0" u="none" strike="noStrike" kern="0" cap="none" spc="0" normalizeH="0" baseline="0" noProof="0">
                <a:ln>
                  <a:noFill/>
                </a:ln>
                <a:solidFill>
                  <a:schemeClr val="tx1"/>
                </a:solidFill>
                <a:effectLst/>
                <a:uLnTx/>
                <a:uFillTx/>
              </a:rPr>
            </a:br>
            <a:r>
              <a:rPr kumimoji="0" lang="en-US" sz="900" b="0" i="1" u="none" strike="noStrike" kern="0" cap="none" spc="0" normalizeH="0" baseline="0" noProof="0">
                <a:ln>
                  <a:noFill/>
                </a:ln>
                <a:solidFill>
                  <a:schemeClr val="tx1"/>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tx1"/>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tx1"/>
                </a:solidFill>
                <a:effectLst/>
                <a:uLnTx/>
                <a:uFillTx/>
              </a:rPr>
              <a:t>For a library of presentation-ready images, visit the library on </a:t>
            </a:r>
            <a:r>
              <a:rPr lang="en-US" sz="900">
                <a:solidFill>
                  <a:schemeClr val="tx1"/>
                </a:solidFill>
              </a:rPr>
              <a:t>SharePoint &gt; </a:t>
            </a:r>
            <a:br>
              <a:rPr lang="en-US" sz="900">
                <a:solidFill>
                  <a:schemeClr val="tx1"/>
                </a:solidFill>
              </a:rPr>
            </a:br>
            <a:r>
              <a:rPr lang="en-US" sz="900">
                <a:solidFill>
                  <a:schemeClr val="tx1"/>
                </a:solidFill>
              </a:rPr>
              <a:t>Marketing &gt; </a:t>
            </a:r>
            <a:br>
              <a:rPr lang="en-US" sz="900">
                <a:solidFill>
                  <a:schemeClr val="tx1"/>
                </a:solidFill>
              </a:rPr>
            </a:br>
            <a:r>
              <a:rPr lang="en-US" sz="900">
                <a:solidFill>
                  <a:schemeClr val="tx1"/>
                </a:solidFill>
              </a:rPr>
              <a:t>Documents &gt; </a:t>
            </a:r>
            <a:br>
              <a:rPr lang="en-US" sz="900">
                <a:solidFill>
                  <a:schemeClr val="tx1"/>
                </a:solidFill>
              </a:rPr>
            </a:br>
            <a:r>
              <a:rPr lang="en-US" sz="900">
                <a:solidFill>
                  <a:schemeClr val="tx1"/>
                </a:solidFill>
              </a:rPr>
              <a:t>Design Resources &gt;  PowerPoint Templates &gt; Anytime Fitness &gt; </a:t>
            </a:r>
            <a:br>
              <a:rPr lang="en-US" sz="900">
                <a:solidFill>
                  <a:schemeClr val="tx1"/>
                </a:solidFill>
              </a:rPr>
            </a:br>
            <a:r>
              <a:rPr lang="en-US" sz="900">
                <a:solidFill>
                  <a:schemeClr val="tx1"/>
                </a:solidFill>
              </a:rPr>
              <a:t>PPT Image Library. </a:t>
            </a:r>
            <a:br>
              <a:rPr lang="en-US" sz="900">
                <a:solidFill>
                  <a:schemeClr val="tx1"/>
                </a:solidFill>
              </a:rPr>
            </a:br>
            <a:r>
              <a:rPr lang="en-US" sz="900">
                <a:solidFill>
                  <a:schemeClr val="tx1"/>
                </a:solidFill>
              </a:rPr>
              <a:t>Or, simply type in this URL: </a:t>
            </a:r>
            <a:r>
              <a:rPr lang="en-US" sz="900">
                <a:solidFill>
                  <a:schemeClr val="accent6"/>
                </a:solidFill>
                <a:hlinkClick r:id="rId2">
                  <a:extLst>
                    <a:ext uri="{A12FA001-AC4F-418D-AE19-62706E023703}">
                      <ahyp:hlinkClr xmlns:ahyp="http://schemas.microsoft.com/office/drawing/2018/hyperlinkcolor" val="tx"/>
                    </a:ext>
                  </a:extLst>
                </a:hlinkClick>
              </a:rPr>
              <a:t>bit.ly/AF-PPT</a:t>
            </a:r>
            <a:r>
              <a:rPr lang="en-US" sz="900">
                <a:solidFill>
                  <a:schemeClr val="accent6"/>
                </a:solidFill>
              </a:rPr>
              <a:t> </a:t>
            </a:r>
            <a:endParaRPr lang="en-US" sz="900" i="1">
              <a:solidFill>
                <a:schemeClr val="accent6"/>
              </a:solidFill>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tx1"/>
              </a:solidFill>
              <a:effectLst/>
              <a:uLnTx/>
              <a:uFillTx/>
            </a:endParaRPr>
          </a:p>
        </p:txBody>
      </p:sp>
      <p:sp>
        <p:nvSpPr>
          <p:cNvPr id="13" name="Footer Placeholder 12">
            <a:extLst>
              <a:ext uri="{FF2B5EF4-FFF2-40B4-BE49-F238E27FC236}">
                <a16:creationId xmlns:a16="http://schemas.microsoft.com/office/drawing/2014/main" id="{168B3CC2-AFD1-4477-B45D-28E1464D08F1}"/>
              </a:ext>
            </a:extLst>
          </p:cNvPr>
          <p:cNvSpPr>
            <a:spLocks noGrp="1"/>
          </p:cNvSpPr>
          <p:nvPr>
            <p:ph type="ftr" sz="quarter" idx="17"/>
          </p:nvPr>
        </p:nvSpPr>
        <p:spPr>
          <a:xfrm>
            <a:off x="6970328" y="6394105"/>
            <a:ext cx="4361261" cy="365125"/>
          </a:xfrm>
        </p:spPr>
        <p:txBody>
          <a:bodyPr/>
          <a:lstStyle/>
          <a:p>
            <a:endParaRPr lang="en-US"/>
          </a:p>
        </p:txBody>
      </p:sp>
      <p:pic>
        <p:nvPicPr>
          <p:cNvPr id="3" name="Picture 2">
            <a:extLst>
              <a:ext uri="{FF2B5EF4-FFF2-40B4-BE49-F238E27FC236}">
                <a16:creationId xmlns:a16="http://schemas.microsoft.com/office/drawing/2014/main" id="{161E6687-4B96-E3CB-765F-312A09794CB2}"/>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982" r="93760"/>
          <a:stretch/>
        </p:blipFill>
        <p:spPr>
          <a:xfrm>
            <a:off x="11651211" y="0"/>
            <a:ext cx="540789" cy="6858000"/>
          </a:xfrm>
          <a:prstGeom prst="rect">
            <a:avLst/>
          </a:prstGeom>
        </p:spPr>
      </p:pic>
      <p:pic>
        <p:nvPicPr>
          <p:cNvPr id="5" name="Graphic 4">
            <a:extLst>
              <a:ext uri="{FF2B5EF4-FFF2-40B4-BE49-F238E27FC236}">
                <a16:creationId xmlns:a16="http://schemas.microsoft.com/office/drawing/2014/main" id="{7962B426-EE28-3D4F-2226-AB989EB3A17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11384223" y="6170966"/>
            <a:ext cx="911645" cy="241661"/>
          </a:xfrm>
          <a:prstGeom prst="rect">
            <a:avLst/>
          </a:prstGeom>
        </p:spPr>
      </p:pic>
      <p:sp>
        <p:nvSpPr>
          <p:cNvPr id="6" name="Date Placeholder 5">
            <a:extLst>
              <a:ext uri="{FF2B5EF4-FFF2-40B4-BE49-F238E27FC236}">
                <a16:creationId xmlns:a16="http://schemas.microsoft.com/office/drawing/2014/main" id="{812A9857-7E1B-8723-2438-760855E5C06B}"/>
              </a:ext>
            </a:extLst>
          </p:cNvPr>
          <p:cNvSpPr>
            <a:spLocks noGrp="1"/>
          </p:cNvSpPr>
          <p:nvPr>
            <p:ph type="dt" sz="half" idx="19"/>
          </p:nvPr>
        </p:nvSpPr>
        <p:spPr/>
        <p:txBody>
          <a:bodyPr/>
          <a:lstStyle/>
          <a:p>
            <a:fld id="{B7EB65F7-02F7-4C03-9B5E-0F72A9F540CE}" type="datetime1">
              <a:rPr lang="en-US" smtClean="0"/>
              <a:pPr/>
              <a:t>8/14/24</a:t>
            </a:fld>
            <a:endParaRPr lang="en-US"/>
          </a:p>
        </p:txBody>
      </p:sp>
      <p:sp>
        <p:nvSpPr>
          <p:cNvPr id="10" name="Slide Number Placeholder 9">
            <a:extLst>
              <a:ext uri="{FF2B5EF4-FFF2-40B4-BE49-F238E27FC236}">
                <a16:creationId xmlns:a16="http://schemas.microsoft.com/office/drawing/2014/main" id="{B06EBAB5-213A-F3AD-DB61-0953276BD31F}"/>
              </a:ext>
            </a:extLst>
          </p:cNvPr>
          <p:cNvSpPr>
            <a:spLocks noGrp="1"/>
          </p:cNvSpPr>
          <p:nvPr>
            <p:ph type="sldNum" sz="quarter" idx="20"/>
          </p:nvPr>
        </p:nvSpPr>
        <p:spPr>
          <a:ln>
            <a:solidFill>
              <a:schemeClr val="bg2">
                <a:lumMod val="90000"/>
              </a:schemeClr>
            </a:solidFill>
          </a:ln>
        </p:spPr>
        <p:txBody>
          <a:bodyPr/>
          <a:lstStyle>
            <a:lvl1pPr>
              <a:defRPr>
                <a:solidFill>
                  <a:schemeClr val="bg1"/>
                </a:solidFill>
              </a:defRPr>
            </a:lvl1pPr>
          </a:lstStyle>
          <a:p>
            <a:fld id="{545951DD-1C6A-495F-8185-4C73F8F8B75A}" type="slidenum">
              <a:rPr lang="en-US" smtClean="0"/>
              <a:pPr/>
              <a:t>‹#›</a:t>
            </a:fld>
            <a:endParaRPr lang="en-US"/>
          </a:p>
        </p:txBody>
      </p:sp>
    </p:spTree>
    <p:extLst>
      <p:ext uri="{BB962C8B-B14F-4D97-AF65-F5344CB8AC3E}">
        <p14:creationId xmlns:p14="http://schemas.microsoft.com/office/powerpoint/2010/main" val="1819443670"/>
      </p:ext>
    </p:extLst>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Text with Large Left Image - Dark Purple">
    <p:bg>
      <p:bgPr>
        <a:solidFill>
          <a:schemeClr val="accent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3390CDE5-E10E-9F48-C106-7D987530EDB9}"/>
              </a:ext>
            </a:extLst>
          </p:cNvPr>
          <p:cNvSpPr>
            <a:spLocks noGrp="1"/>
          </p:cNvSpPr>
          <p:nvPr>
            <p:ph type="pic" sz="quarter" idx="18" hasCustomPrompt="1"/>
          </p:nvPr>
        </p:nvSpPr>
        <p:spPr>
          <a:xfrm>
            <a:off x="0" y="0"/>
            <a:ext cx="6557319" cy="6857999"/>
          </a:xfrm>
          <a:prstGeom prst="rect">
            <a:avLst/>
          </a:prstGeom>
          <a:ln>
            <a:noFill/>
          </a:ln>
        </p:spPr>
        <p:txBody>
          <a:bodyPr bIns="822960" anchor="ctr"/>
          <a:lstStyle>
            <a:lvl1pPr marL="0" indent="0" algn="ctr">
              <a:buNone/>
              <a:defRPr/>
            </a:lvl1pPr>
          </a:lstStyle>
          <a:p>
            <a:r>
              <a:rPr lang="en-US"/>
              <a:t>Click the Icon to Insert Image</a:t>
            </a:r>
          </a:p>
        </p:txBody>
      </p:sp>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6974811" y="665652"/>
            <a:ext cx="4022175" cy="2006284"/>
          </a:xfrm>
        </p:spPr>
        <p:txBody>
          <a:bodyPr/>
          <a:lstStyle>
            <a:lvl1pPr>
              <a:defRPr>
                <a:solidFill>
                  <a:schemeClr val="tx1"/>
                </a:solidFill>
              </a:defRPr>
            </a:lvl1pPr>
          </a:lstStyle>
          <a:p>
            <a:r>
              <a:rPr lang="en-US"/>
              <a:t>Text with Large Image</a:t>
            </a:r>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6970328" y="2938463"/>
            <a:ext cx="4021789" cy="3081337"/>
          </a:xfrm>
        </p:spPr>
        <p:txBody>
          <a:bodyPr/>
          <a:lstStyle>
            <a:lvl1pPr>
              <a:buClr>
                <a:schemeClr val="accent4"/>
              </a:buClr>
              <a:defRPr/>
            </a:lvl1pPr>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Box 7">
            <a:extLst>
              <a:ext uri="{FF2B5EF4-FFF2-40B4-BE49-F238E27FC236}">
                <a16:creationId xmlns:a16="http://schemas.microsoft.com/office/drawing/2014/main" id="{7E588E7E-D8D9-4FCD-AE09-B830C7371667}"/>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chemeClr val="bg1"/>
                </a:solidFill>
                <a:effectLst/>
                <a:uLnTx/>
                <a:uFillTx/>
              </a:rPr>
              <a:t>TEMPLATE NOTES </a:t>
            </a:r>
            <a:br>
              <a:rPr kumimoji="0" lang="en-US" sz="900" b="1" i="0" u="none" strike="noStrike" kern="0" cap="none" spc="0" normalizeH="0" baseline="0" noProof="0">
                <a:ln>
                  <a:noFill/>
                </a:ln>
                <a:solidFill>
                  <a:schemeClr val="bg1"/>
                </a:solidFill>
                <a:effectLst/>
                <a:uLnTx/>
                <a:uFillTx/>
              </a:rPr>
            </a:br>
            <a:r>
              <a:rPr kumimoji="0" lang="en-US" sz="900" b="0" i="1" u="none" strike="noStrike" kern="0" cap="none" spc="0" normalizeH="0" baseline="0" noProof="0">
                <a:ln>
                  <a:noFill/>
                </a:ln>
                <a:solidFill>
                  <a:schemeClr val="bg1"/>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bg1"/>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solidFill>
                <a:effectLst/>
                <a:uLnTx/>
                <a:uFillTx/>
              </a:rPr>
              <a:t>For a library of presentation-ready images, visit the library on </a:t>
            </a:r>
            <a:r>
              <a:rPr lang="en-US" sz="900">
                <a:solidFill>
                  <a:schemeClr val="bg1"/>
                </a:solidFill>
              </a:rPr>
              <a:t>SharePoint &gt; </a:t>
            </a:r>
            <a:br>
              <a:rPr lang="en-US" sz="900">
                <a:solidFill>
                  <a:schemeClr val="bg1"/>
                </a:solidFill>
              </a:rPr>
            </a:br>
            <a:r>
              <a:rPr lang="en-US" sz="900">
                <a:solidFill>
                  <a:schemeClr val="bg1"/>
                </a:solidFill>
              </a:rPr>
              <a:t>Marketing &gt; </a:t>
            </a:r>
            <a:br>
              <a:rPr lang="en-US" sz="900">
                <a:solidFill>
                  <a:schemeClr val="bg1"/>
                </a:solidFill>
              </a:rPr>
            </a:br>
            <a:r>
              <a:rPr lang="en-US" sz="900">
                <a:solidFill>
                  <a:schemeClr val="bg1"/>
                </a:solidFill>
              </a:rPr>
              <a:t>Documents &gt; </a:t>
            </a:r>
            <a:br>
              <a:rPr lang="en-US" sz="900">
                <a:solidFill>
                  <a:schemeClr val="bg1"/>
                </a:solidFill>
              </a:rPr>
            </a:br>
            <a:r>
              <a:rPr lang="en-US" sz="900">
                <a:solidFill>
                  <a:schemeClr val="bg1"/>
                </a:solidFill>
              </a:rPr>
              <a:t>Design Resources &gt;  PowerPoint Templates &gt; Anytime Fitness &gt; </a:t>
            </a:r>
            <a:br>
              <a:rPr lang="en-US" sz="900">
                <a:solidFill>
                  <a:schemeClr val="bg1"/>
                </a:solidFill>
              </a:rPr>
            </a:br>
            <a:r>
              <a:rPr lang="en-US" sz="900">
                <a:solidFill>
                  <a:schemeClr val="bg1"/>
                </a:solidFill>
              </a:rPr>
              <a:t>PPT Image Library. </a:t>
            </a:r>
            <a:br>
              <a:rPr lang="en-US" sz="900">
                <a:solidFill>
                  <a:schemeClr val="bg1"/>
                </a:solidFill>
              </a:rPr>
            </a:br>
            <a:r>
              <a:rPr lang="en-US" sz="900">
                <a:solidFill>
                  <a:schemeClr val="bg1"/>
                </a:solidFill>
              </a:rPr>
              <a:t>Or, simply type in this URL: </a:t>
            </a:r>
            <a:r>
              <a:rPr lang="en-US" sz="900">
                <a:solidFill>
                  <a:schemeClr val="accent6"/>
                </a:solidFill>
                <a:hlinkClick r:id="rId2">
                  <a:extLst>
                    <a:ext uri="{A12FA001-AC4F-418D-AE19-62706E023703}">
                      <ahyp:hlinkClr xmlns:ahyp="http://schemas.microsoft.com/office/drawing/2018/hyperlinkcolor" val="tx"/>
                    </a:ext>
                  </a:extLst>
                </a:hlinkClick>
              </a:rPr>
              <a:t>bit.ly/AF-PPT</a:t>
            </a:r>
            <a:r>
              <a:rPr lang="en-US" sz="900">
                <a:solidFill>
                  <a:schemeClr val="accent6"/>
                </a:solidFill>
              </a:rPr>
              <a:t> </a:t>
            </a:r>
            <a:endParaRPr lang="en-US" sz="900" i="1">
              <a:solidFill>
                <a:schemeClr val="accent6"/>
              </a:solidFill>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tx1"/>
              </a:solidFill>
              <a:effectLst/>
              <a:uLnTx/>
              <a:uFillTx/>
            </a:endParaRPr>
          </a:p>
        </p:txBody>
      </p:sp>
      <p:sp>
        <p:nvSpPr>
          <p:cNvPr id="13" name="Footer Placeholder 12">
            <a:extLst>
              <a:ext uri="{FF2B5EF4-FFF2-40B4-BE49-F238E27FC236}">
                <a16:creationId xmlns:a16="http://schemas.microsoft.com/office/drawing/2014/main" id="{168B3CC2-AFD1-4477-B45D-28E1464D08F1}"/>
              </a:ext>
            </a:extLst>
          </p:cNvPr>
          <p:cNvSpPr>
            <a:spLocks noGrp="1"/>
          </p:cNvSpPr>
          <p:nvPr>
            <p:ph type="ftr" sz="quarter" idx="17"/>
          </p:nvPr>
        </p:nvSpPr>
        <p:spPr>
          <a:xfrm>
            <a:off x="6970328" y="6394105"/>
            <a:ext cx="4361261" cy="365125"/>
          </a:xfrm>
        </p:spPr>
        <p:txBody>
          <a:bodyPr/>
          <a:lstStyle/>
          <a:p>
            <a:endParaRPr lang="en-US"/>
          </a:p>
        </p:txBody>
      </p:sp>
      <p:pic>
        <p:nvPicPr>
          <p:cNvPr id="5" name="Picture 4">
            <a:extLst>
              <a:ext uri="{FF2B5EF4-FFF2-40B4-BE49-F238E27FC236}">
                <a16:creationId xmlns:a16="http://schemas.microsoft.com/office/drawing/2014/main" id="{0F972565-4E9F-E115-14E6-4713149D276F}"/>
              </a:ext>
            </a:extLst>
          </p:cNvPr>
          <p:cNvPicPr>
            <a:picLocks noChangeAspect="1"/>
          </p:cNvPicPr>
          <p:nvPr userDrawn="1"/>
        </p:nvPicPr>
        <p:blipFill>
          <a:blip r:embed="rId3"/>
          <a:stretch>
            <a:fillRect/>
          </a:stretch>
        </p:blipFill>
        <p:spPr>
          <a:xfrm>
            <a:off x="11649456" y="0"/>
            <a:ext cx="542544" cy="6858000"/>
          </a:xfrm>
          <a:prstGeom prst="rect">
            <a:avLst/>
          </a:prstGeom>
        </p:spPr>
      </p:pic>
      <p:pic>
        <p:nvPicPr>
          <p:cNvPr id="3" name="Graphic 2">
            <a:extLst>
              <a:ext uri="{FF2B5EF4-FFF2-40B4-BE49-F238E27FC236}">
                <a16:creationId xmlns:a16="http://schemas.microsoft.com/office/drawing/2014/main" id="{59D1C155-6E45-A919-BFF3-D95E6F0E0978}"/>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11384223" y="6170966"/>
            <a:ext cx="911645" cy="241661"/>
          </a:xfrm>
          <a:prstGeom prst="rect">
            <a:avLst/>
          </a:prstGeom>
        </p:spPr>
      </p:pic>
      <p:sp>
        <p:nvSpPr>
          <p:cNvPr id="4" name="Date Placeholder 3">
            <a:extLst>
              <a:ext uri="{FF2B5EF4-FFF2-40B4-BE49-F238E27FC236}">
                <a16:creationId xmlns:a16="http://schemas.microsoft.com/office/drawing/2014/main" id="{B2C149FE-1185-71EC-5ED9-DA142CAF3FF8}"/>
              </a:ext>
            </a:extLst>
          </p:cNvPr>
          <p:cNvSpPr>
            <a:spLocks noGrp="1"/>
          </p:cNvSpPr>
          <p:nvPr>
            <p:ph type="dt" sz="half" idx="19"/>
          </p:nvPr>
        </p:nvSpPr>
        <p:spPr/>
        <p:txBody>
          <a:bodyPr/>
          <a:lstStyle/>
          <a:p>
            <a:fld id="{B7EB65F7-02F7-4C03-9B5E-0F72A9F540CE}" type="datetime1">
              <a:rPr lang="en-US" smtClean="0"/>
              <a:pPr/>
              <a:t>8/14/24</a:t>
            </a:fld>
            <a:endParaRPr lang="en-US"/>
          </a:p>
        </p:txBody>
      </p:sp>
      <p:sp>
        <p:nvSpPr>
          <p:cNvPr id="6" name="Slide Number Placeholder 5">
            <a:extLst>
              <a:ext uri="{FF2B5EF4-FFF2-40B4-BE49-F238E27FC236}">
                <a16:creationId xmlns:a16="http://schemas.microsoft.com/office/drawing/2014/main" id="{CF533577-CAD6-CBCA-C7B3-4AD96EA31295}"/>
              </a:ext>
            </a:extLst>
          </p:cNvPr>
          <p:cNvSpPr>
            <a:spLocks noGrp="1"/>
          </p:cNvSpPr>
          <p:nvPr>
            <p:ph type="sldNum" sz="quarter" idx="20"/>
          </p:nvPr>
        </p:nvSpPr>
        <p:spPr/>
        <p:txBody>
          <a:bodyPr/>
          <a:lstStyle/>
          <a:p>
            <a:fld id="{545951DD-1C6A-495F-8185-4C73F8F8B75A}" type="slidenum">
              <a:rPr lang="en-US" smtClean="0"/>
              <a:pPr/>
              <a:t>‹#›</a:t>
            </a:fld>
            <a:endParaRPr lang="en-US"/>
          </a:p>
        </p:txBody>
      </p:sp>
    </p:spTree>
    <p:extLst>
      <p:ext uri="{BB962C8B-B14F-4D97-AF65-F5344CB8AC3E}">
        <p14:creationId xmlns:p14="http://schemas.microsoft.com/office/powerpoint/2010/main" val="3183409407"/>
      </p:ext>
    </p:extLst>
  </p:cSld>
  <p:clrMapOvr>
    <a:overrideClrMapping bg1="dk1" tx1="lt1" bg2="dk2" tx2="lt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Text with Large Right Image - Light Bg">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CBE3A-1371-4086-83CA-4B7B61C86C9D}"/>
              </a:ext>
            </a:extLst>
          </p:cNvPr>
          <p:cNvSpPr>
            <a:spLocks noGrp="1"/>
          </p:cNvSpPr>
          <p:nvPr>
            <p:ph type="title" hasCustomPrompt="1"/>
          </p:nvPr>
        </p:nvSpPr>
        <p:spPr>
          <a:xfrm>
            <a:off x="533400" y="1252778"/>
            <a:ext cx="3932237" cy="1600200"/>
          </a:xfrm>
        </p:spPr>
        <p:txBody>
          <a:bodyPr anchor="b"/>
          <a:lstStyle>
            <a:lvl1pPr>
              <a:defRPr sz="4400">
                <a:solidFill>
                  <a:schemeClr val="accent1"/>
                </a:solidFill>
              </a:defRPr>
            </a:lvl1pPr>
          </a:lstStyle>
          <a:p>
            <a:r>
              <a:rPr lang="en-US"/>
              <a:t>Picture with Caption Layout</a:t>
            </a:r>
          </a:p>
        </p:txBody>
      </p:sp>
      <p:sp>
        <p:nvSpPr>
          <p:cNvPr id="6" name="Footer Placeholder 5">
            <a:extLst>
              <a:ext uri="{FF2B5EF4-FFF2-40B4-BE49-F238E27FC236}">
                <a16:creationId xmlns:a16="http://schemas.microsoft.com/office/drawing/2014/main" id="{4EE72D9F-9271-4C1D-8743-9736C3B2E0C0}"/>
              </a:ext>
            </a:extLst>
          </p:cNvPr>
          <p:cNvSpPr>
            <a:spLocks noGrp="1"/>
          </p:cNvSpPr>
          <p:nvPr>
            <p:ph type="ftr" sz="quarter" idx="11"/>
          </p:nvPr>
        </p:nvSpPr>
        <p:spPr>
          <a:xfrm>
            <a:off x="342901" y="6394105"/>
            <a:ext cx="4594790" cy="365125"/>
          </a:xfrm>
        </p:spPr>
        <p:txBody>
          <a:bodyPr/>
          <a:lstStyle/>
          <a:p>
            <a:endParaRPr lang="en-US"/>
          </a:p>
        </p:txBody>
      </p:sp>
      <p:sp>
        <p:nvSpPr>
          <p:cNvPr id="8" name="TextBox 7">
            <a:extLst>
              <a:ext uri="{FF2B5EF4-FFF2-40B4-BE49-F238E27FC236}">
                <a16:creationId xmlns:a16="http://schemas.microsoft.com/office/drawing/2014/main" id="{E70C427F-57A5-4C05-9944-747C08A8F684}"/>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chemeClr val="tx1"/>
                </a:solidFill>
                <a:effectLst/>
                <a:uLnTx/>
                <a:uFillTx/>
              </a:rPr>
              <a:t>TEMPLATE NOTES </a:t>
            </a:r>
            <a:br>
              <a:rPr kumimoji="0" lang="en-US" sz="900" b="1" i="0" u="none" strike="noStrike" kern="0" cap="none" spc="0" normalizeH="0" baseline="0" noProof="0">
                <a:ln>
                  <a:noFill/>
                </a:ln>
                <a:solidFill>
                  <a:schemeClr val="tx1"/>
                </a:solidFill>
                <a:effectLst/>
                <a:uLnTx/>
                <a:uFillTx/>
              </a:rPr>
            </a:br>
            <a:r>
              <a:rPr kumimoji="0" lang="en-US" sz="900" b="0" i="1" u="none" strike="noStrike" kern="0" cap="none" spc="0" normalizeH="0" baseline="0" noProof="0">
                <a:ln>
                  <a:noFill/>
                </a:ln>
                <a:solidFill>
                  <a:schemeClr val="tx1"/>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tx1"/>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tx1"/>
                </a:solidFill>
                <a:effectLst/>
                <a:uLnTx/>
                <a:uFillTx/>
              </a:rPr>
              <a:t>For a library of presentation-ready images, visit the library </a:t>
            </a:r>
            <a:r>
              <a:rPr lang="en-US" sz="900">
                <a:solidFill>
                  <a:schemeClr val="tx1"/>
                </a:solidFill>
              </a:rPr>
              <a:t>on SharePoint &gt; </a:t>
            </a:r>
            <a:br>
              <a:rPr lang="en-US" sz="900">
                <a:solidFill>
                  <a:schemeClr val="tx1"/>
                </a:solidFill>
              </a:rPr>
            </a:br>
            <a:r>
              <a:rPr lang="en-US" sz="900">
                <a:solidFill>
                  <a:schemeClr val="tx1"/>
                </a:solidFill>
              </a:rPr>
              <a:t>Marketing &gt; </a:t>
            </a:r>
            <a:br>
              <a:rPr lang="en-US" sz="900">
                <a:solidFill>
                  <a:schemeClr val="tx1"/>
                </a:solidFill>
              </a:rPr>
            </a:br>
            <a:r>
              <a:rPr lang="en-US" sz="900">
                <a:solidFill>
                  <a:schemeClr val="tx1"/>
                </a:solidFill>
              </a:rPr>
              <a:t>Documents &gt; </a:t>
            </a:r>
            <a:br>
              <a:rPr lang="en-US" sz="900">
                <a:solidFill>
                  <a:schemeClr val="tx1"/>
                </a:solidFill>
              </a:rPr>
            </a:br>
            <a:r>
              <a:rPr lang="en-US" sz="900">
                <a:solidFill>
                  <a:schemeClr val="tx1"/>
                </a:solidFill>
              </a:rPr>
              <a:t>Design Resources &gt;  PowerPoint Templates &gt; Anytime Fitness &gt; </a:t>
            </a:r>
            <a:br>
              <a:rPr lang="en-US" sz="900">
                <a:solidFill>
                  <a:schemeClr val="tx1"/>
                </a:solidFill>
              </a:rPr>
            </a:br>
            <a:r>
              <a:rPr lang="en-US" sz="900">
                <a:solidFill>
                  <a:schemeClr val="tx1"/>
                </a:solidFill>
              </a:rPr>
              <a:t>PPT Image Library. </a:t>
            </a:r>
            <a:br>
              <a:rPr lang="en-US" sz="900">
                <a:solidFill>
                  <a:schemeClr val="tx1"/>
                </a:solidFill>
              </a:rPr>
            </a:br>
            <a:r>
              <a:rPr lang="en-US" sz="900">
                <a:solidFill>
                  <a:schemeClr val="tx1"/>
                </a:solidFill>
              </a:rPr>
              <a:t>Or, simply type in this URL: </a:t>
            </a:r>
            <a:r>
              <a:rPr lang="en-US" sz="900">
                <a:solidFill>
                  <a:schemeClr val="accent6"/>
                </a:solidFill>
                <a:hlinkClick r:id="rId2">
                  <a:extLst>
                    <a:ext uri="{A12FA001-AC4F-418D-AE19-62706E023703}">
                      <ahyp:hlinkClr xmlns:ahyp="http://schemas.microsoft.com/office/drawing/2018/hyperlinkcolor" val="tx"/>
                    </a:ext>
                  </a:extLst>
                </a:hlinkClick>
              </a:rPr>
              <a:t>bit.ly/AF-PPT</a:t>
            </a:r>
            <a:r>
              <a:rPr lang="en-US" sz="900">
                <a:solidFill>
                  <a:schemeClr val="accent6"/>
                </a:solidFill>
              </a:rPr>
              <a:t> </a:t>
            </a:r>
            <a:endParaRPr lang="en-US" sz="900" i="1">
              <a:solidFill>
                <a:schemeClr val="accent6"/>
              </a:solidFill>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tx1"/>
              </a:solidFill>
              <a:effectLst/>
              <a:uLnTx/>
              <a:uFillTx/>
            </a:endParaRPr>
          </a:p>
        </p:txBody>
      </p:sp>
      <p:sp>
        <p:nvSpPr>
          <p:cNvPr id="3" name="Picture Placeholder 4">
            <a:extLst>
              <a:ext uri="{FF2B5EF4-FFF2-40B4-BE49-F238E27FC236}">
                <a16:creationId xmlns:a16="http://schemas.microsoft.com/office/drawing/2014/main" id="{2F3C0D28-8347-E2BD-5443-74079E301A67}"/>
              </a:ext>
            </a:extLst>
          </p:cNvPr>
          <p:cNvSpPr>
            <a:spLocks noGrp="1"/>
          </p:cNvSpPr>
          <p:nvPr>
            <p:ph type="pic" sz="quarter" idx="13" hasCustomPrompt="1"/>
          </p:nvPr>
        </p:nvSpPr>
        <p:spPr>
          <a:xfrm>
            <a:off x="6203092" y="0"/>
            <a:ext cx="5988907" cy="6857999"/>
          </a:xfrm>
          <a:prstGeom prst="rect">
            <a:avLst/>
          </a:prstGeom>
          <a:ln>
            <a:noFill/>
          </a:ln>
        </p:spPr>
        <p:txBody>
          <a:bodyPr bIns="822960" anchor="ctr"/>
          <a:lstStyle>
            <a:lvl1pPr marL="0" indent="0" algn="ctr">
              <a:buNone/>
              <a:defRPr/>
            </a:lvl1pPr>
          </a:lstStyle>
          <a:p>
            <a:r>
              <a:rPr lang="en-US"/>
              <a:t>Click the Icon to Insert Image</a:t>
            </a:r>
          </a:p>
        </p:txBody>
      </p:sp>
      <p:pic>
        <p:nvPicPr>
          <p:cNvPr id="9" name="Picture 8">
            <a:extLst>
              <a:ext uri="{FF2B5EF4-FFF2-40B4-BE49-F238E27FC236}">
                <a16:creationId xmlns:a16="http://schemas.microsoft.com/office/drawing/2014/main" id="{5DD7EF77-A0CC-9187-46F7-7E0086D8AD9D}"/>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982" r="88438"/>
          <a:stretch/>
        </p:blipFill>
        <p:spPr>
          <a:xfrm>
            <a:off x="5114822" y="0"/>
            <a:ext cx="1088270" cy="6858000"/>
          </a:xfrm>
          <a:prstGeom prst="rect">
            <a:avLst/>
          </a:prstGeom>
        </p:spPr>
      </p:pic>
      <p:sp>
        <p:nvSpPr>
          <p:cNvPr id="5" name="Text Placeholder 8">
            <a:extLst>
              <a:ext uri="{FF2B5EF4-FFF2-40B4-BE49-F238E27FC236}">
                <a16:creationId xmlns:a16="http://schemas.microsoft.com/office/drawing/2014/main" id="{EB9AD8B6-545B-65BB-B696-AD1322BAA3E3}"/>
              </a:ext>
            </a:extLst>
          </p:cNvPr>
          <p:cNvSpPr>
            <a:spLocks noGrp="1"/>
          </p:cNvSpPr>
          <p:nvPr>
            <p:ph type="body" sz="quarter" idx="14"/>
          </p:nvPr>
        </p:nvSpPr>
        <p:spPr>
          <a:xfrm>
            <a:off x="533400" y="3082873"/>
            <a:ext cx="4021789" cy="3081337"/>
          </a:xfrm>
        </p:spPr>
        <p:txBody>
          <a:bodyPr/>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5040516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3024" userDrawn="1">
          <p15:clr>
            <a:srgbClr val="FBAE40"/>
          </p15:clr>
        </p15:guide>
        <p15:guide id="2" orient="horz" pos="1851" userDrawn="1">
          <p15:clr>
            <a:srgbClr val="FBAE40"/>
          </p15:clr>
        </p15:guide>
        <p15:guide id="3" orient="horz" pos="1681" userDrawn="1">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Text with Large Right Image - Dark Purpl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1DB67CB-E66B-E513-1300-A4EE988AB05E}"/>
              </a:ext>
            </a:extLst>
          </p:cNvPr>
          <p:cNvPicPr>
            <a:picLocks noChangeAspect="1"/>
          </p:cNvPicPr>
          <p:nvPr userDrawn="1"/>
        </p:nvPicPr>
        <p:blipFill>
          <a:blip r:embed="rId2"/>
          <a:stretch>
            <a:fillRect/>
          </a:stretch>
        </p:blipFill>
        <p:spPr>
          <a:xfrm>
            <a:off x="5120570" y="0"/>
            <a:ext cx="1091184" cy="6858000"/>
          </a:xfrm>
          <a:prstGeom prst="rect">
            <a:avLst/>
          </a:prstGeom>
        </p:spPr>
      </p:pic>
      <p:sp>
        <p:nvSpPr>
          <p:cNvPr id="2" name="Title 1">
            <a:extLst>
              <a:ext uri="{FF2B5EF4-FFF2-40B4-BE49-F238E27FC236}">
                <a16:creationId xmlns:a16="http://schemas.microsoft.com/office/drawing/2014/main" id="{147CBE3A-1371-4086-83CA-4B7B61C86C9D}"/>
              </a:ext>
            </a:extLst>
          </p:cNvPr>
          <p:cNvSpPr>
            <a:spLocks noGrp="1"/>
          </p:cNvSpPr>
          <p:nvPr>
            <p:ph type="title" hasCustomPrompt="1"/>
          </p:nvPr>
        </p:nvSpPr>
        <p:spPr>
          <a:xfrm>
            <a:off x="533400" y="1252778"/>
            <a:ext cx="3932237" cy="1600200"/>
          </a:xfrm>
        </p:spPr>
        <p:txBody>
          <a:bodyPr anchor="b"/>
          <a:lstStyle>
            <a:lvl1pPr>
              <a:defRPr sz="4400">
                <a:solidFill>
                  <a:schemeClr val="tx1"/>
                </a:solidFill>
              </a:defRPr>
            </a:lvl1pPr>
          </a:lstStyle>
          <a:p>
            <a:r>
              <a:rPr lang="en-US"/>
              <a:t>Picture with Caption Layout</a:t>
            </a:r>
          </a:p>
        </p:txBody>
      </p:sp>
      <p:sp>
        <p:nvSpPr>
          <p:cNvPr id="6" name="Footer Placeholder 5">
            <a:extLst>
              <a:ext uri="{FF2B5EF4-FFF2-40B4-BE49-F238E27FC236}">
                <a16:creationId xmlns:a16="http://schemas.microsoft.com/office/drawing/2014/main" id="{4EE72D9F-9271-4C1D-8743-9736C3B2E0C0}"/>
              </a:ext>
            </a:extLst>
          </p:cNvPr>
          <p:cNvSpPr>
            <a:spLocks noGrp="1"/>
          </p:cNvSpPr>
          <p:nvPr>
            <p:ph type="ftr" sz="quarter" idx="11"/>
          </p:nvPr>
        </p:nvSpPr>
        <p:spPr>
          <a:xfrm>
            <a:off x="342901" y="6394105"/>
            <a:ext cx="4594790" cy="365125"/>
          </a:xfrm>
        </p:spPr>
        <p:txBody>
          <a:bodyPr/>
          <a:lstStyle/>
          <a:p>
            <a:endParaRPr lang="en-US"/>
          </a:p>
        </p:txBody>
      </p:sp>
      <p:sp>
        <p:nvSpPr>
          <p:cNvPr id="8" name="TextBox 7">
            <a:extLst>
              <a:ext uri="{FF2B5EF4-FFF2-40B4-BE49-F238E27FC236}">
                <a16:creationId xmlns:a16="http://schemas.microsoft.com/office/drawing/2014/main" id="{E70C427F-57A5-4C05-9944-747C08A8F684}"/>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chemeClr val="bg1"/>
                </a:solidFill>
                <a:effectLst/>
                <a:uLnTx/>
                <a:uFillTx/>
              </a:rPr>
              <a:t>TEMPLATE NOTES </a:t>
            </a:r>
            <a:br>
              <a:rPr kumimoji="0" lang="en-US" sz="900" b="1" i="0" u="none" strike="noStrike" kern="0" cap="none" spc="0" normalizeH="0" baseline="0" noProof="0">
                <a:ln>
                  <a:noFill/>
                </a:ln>
                <a:solidFill>
                  <a:schemeClr val="bg1"/>
                </a:solidFill>
                <a:effectLst/>
                <a:uLnTx/>
                <a:uFillTx/>
              </a:rPr>
            </a:br>
            <a:r>
              <a:rPr kumimoji="0" lang="en-US" sz="900" b="0" i="1" u="none" strike="noStrike" kern="0" cap="none" spc="0" normalizeH="0" baseline="0" noProof="0">
                <a:ln>
                  <a:noFill/>
                </a:ln>
                <a:solidFill>
                  <a:schemeClr val="bg1"/>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bg1"/>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solidFill>
                <a:effectLst/>
                <a:uLnTx/>
                <a:uFillTx/>
              </a:rPr>
              <a:t>For a library of presentation-ready images, visit the library </a:t>
            </a:r>
            <a:r>
              <a:rPr lang="en-US" sz="900">
                <a:solidFill>
                  <a:schemeClr val="bg1"/>
                </a:solidFill>
              </a:rPr>
              <a:t>on SharePoint &gt; </a:t>
            </a:r>
            <a:br>
              <a:rPr lang="en-US" sz="900">
                <a:solidFill>
                  <a:schemeClr val="bg1"/>
                </a:solidFill>
              </a:rPr>
            </a:br>
            <a:r>
              <a:rPr lang="en-US" sz="900">
                <a:solidFill>
                  <a:schemeClr val="bg1"/>
                </a:solidFill>
              </a:rPr>
              <a:t>Marketing &gt; </a:t>
            </a:r>
            <a:br>
              <a:rPr lang="en-US" sz="900">
                <a:solidFill>
                  <a:schemeClr val="bg1"/>
                </a:solidFill>
              </a:rPr>
            </a:br>
            <a:r>
              <a:rPr lang="en-US" sz="900">
                <a:solidFill>
                  <a:schemeClr val="bg1"/>
                </a:solidFill>
              </a:rPr>
              <a:t>Documents &gt; </a:t>
            </a:r>
            <a:br>
              <a:rPr lang="en-US" sz="900">
                <a:solidFill>
                  <a:schemeClr val="bg1"/>
                </a:solidFill>
              </a:rPr>
            </a:br>
            <a:r>
              <a:rPr lang="en-US" sz="900">
                <a:solidFill>
                  <a:schemeClr val="bg1"/>
                </a:solidFill>
              </a:rPr>
              <a:t>Design Resources &gt;  PowerPoint Templates &gt; Anytime Fitness &gt; </a:t>
            </a:r>
            <a:br>
              <a:rPr lang="en-US" sz="900">
                <a:solidFill>
                  <a:schemeClr val="bg1"/>
                </a:solidFill>
              </a:rPr>
            </a:br>
            <a:r>
              <a:rPr lang="en-US" sz="900">
                <a:solidFill>
                  <a:schemeClr val="bg1"/>
                </a:solidFill>
              </a:rPr>
              <a:t>PPT Image Library. </a:t>
            </a:r>
            <a:br>
              <a:rPr lang="en-US" sz="900">
                <a:solidFill>
                  <a:schemeClr val="bg1"/>
                </a:solidFill>
              </a:rPr>
            </a:br>
            <a:r>
              <a:rPr lang="en-US" sz="900">
                <a:solidFill>
                  <a:schemeClr val="bg1"/>
                </a:solidFill>
              </a:rPr>
              <a:t>Or, simply type in this URL: </a:t>
            </a:r>
            <a:r>
              <a:rPr lang="en-US" sz="900">
                <a:solidFill>
                  <a:schemeClr val="accent6"/>
                </a:solidFill>
                <a:hlinkClick r:id="rId3">
                  <a:extLst>
                    <a:ext uri="{A12FA001-AC4F-418D-AE19-62706E023703}">
                      <ahyp:hlinkClr xmlns:ahyp="http://schemas.microsoft.com/office/drawing/2018/hyperlinkcolor" val="tx"/>
                    </a:ext>
                  </a:extLst>
                </a:hlinkClick>
              </a:rPr>
              <a:t>bit.ly/AF-PPT</a:t>
            </a:r>
            <a:r>
              <a:rPr lang="en-US" sz="900">
                <a:solidFill>
                  <a:schemeClr val="accent6"/>
                </a:solidFill>
              </a:rPr>
              <a:t> </a:t>
            </a:r>
            <a:endParaRPr lang="en-US" sz="900" i="1">
              <a:solidFill>
                <a:schemeClr val="accent6"/>
              </a:solidFill>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tx1"/>
              </a:solidFill>
              <a:effectLst/>
              <a:uLnTx/>
              <a:uFillTx/>
            </a:endParaRPr>
          </a:p>
        </p:txBody>
      </p:sp>
      <p:sp>
        <p:nvSpPr>
          <p:cNvPr id="3" name="Picture Placeholder 4">
            <a:extLst>
              <a:ext uri="{FF2B5EF4-FFF2-40B4-BE49-F238E27FC236}">
                <a16:creationId xmlns:a16="http://schemas.microsoft.com/office/drawing/2014/main" id="{2F3C0D28-8347-E2BD-5443-74079E301A67}"/>
              </a:ext>
            </a:extLst>
          </p:cNvPr>
          <p:cNvSpPr>
            <a:spLocks noGrp="1"/>
          </p:cNvSpPr>
          <p:nvPr>
            <p:ph type="pic" sz="quarter" idx="13" hasCustomPrompt="1"/>
          </p:nvPr>
        </p:nvSpPr>
        <p:spPr>
          <a:xfrm>
            <a:off x="6203092" y="0"/>
            <a:ext cx="5988907" cy="6857999"/>
          </a:xfrm>
          <a:prstGeom prst="rect">
            <a:avLst/>
          </a:prstGeom>
          <a:ln>
            <a:noFill/>
          </a:ln>
        </p:spPr>
        <p:txBody>
          <a:bodyPr bIns="822960" anchor="ctr"/>
          <a:lstStyle>
            <a:lvl1pPr marL="0" indent="0" algn="ctr">
              <a:buNone/>
              <a:defRPr/>
            </a:lvl1pPr>
          </a:lstStyle>
          <a:p>
            <a:r>
              <a:rPr lang="en-US"/>
              <a:t>Click the Icon to Insert Image</a:t>
            </a:r>
          </a:p>
        </p:txBody>
      </p:sp>
      <p:sp>
        <p:nvSpPr>
          <p:cNvPr id="5" name="Text Placeholder 8">
            <a:extLst>
              <a:ext uri="{FF2B5EF4-FFF2-40B4-BE49-F238E27FC236}">
                <a16:creationId xmlns:a16="http://schemas.microsoft.com/office/drawing/2014/main" id="{EB9AD8B6-545B-65BB-B696-AD1322BAA3E3}"/>
              </a:ext>
            </a:extLst>
          </p:cNvPr>
          <p:cNvSpPr>
            <a:spLocks noGrp="1"/>
          </p:cNvSpPr>
          <p:nvPr>
            <p:ph type="body" sz="quarter" idx="14"/>
          </p:nvPr>
        </p:nvSpPr>
        <p:spPr>
          <a:xfrm>
            <a:off x="533400" y="3082873"/>
            <a:ext cx="4021789" cy="3081337"/>
          </a:xfrm>
        </p:spPr>
        <p:txBody>
          <a:bodyPr/>
          <a:lstStyle>
            <a:lvl1pPr>
              <a:buClr>
                <a:schemeClr val="accent4"/>
              </a:buClr>
              <a:defRPr/>
            </a:lvl1pPr>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9843781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024" userDrawn="1">
          <p15:clr>
            <a:srgbClr val="FBAE40"/>
          </p15:clr>
        </p15:guide>
        <p15:guide id="2" orient="horz" pos="1851" userDrawn="1">
          <p15:clr>
            <a:srgbClr val="FBAE40"/>
          </p15:clr>
        </p15:guide>
        <p15:guide id="3" orient="horz" pos="1681" userDrawn="1">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3A6B4-A3D5-4559-9B50-8681943FC616}"/>
              </a:ext>
            </a:extLst>
          </p:cNvPr>
          <p:cNvSpPr>
            <a:spLocks noGrp="1"/>
          </p:cNvSpPr>
          <p:nvPr>
            <p:ph type="title"/>
          </p:nvPr>
        </p:nvSpPr>
        <p:spPr/>
        <p:txBody>
          <a:bodyPr anchor="ctr"/>
          <a:lstStyle>
            <a:lvl1pPr algn="ctr">
              <a:defRPr>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1C950334-CBCA-4C0C-9256-E8C84E84E26D}"/>
              </a:ext>
            </a:extLst>
          </p:cNvPr>
          <p:cNvSpPr>
            <a:spLocks noGrp="1"/>
          </p:cNvSpPr>
          <p:nvPr>
            <p:ph type="dt" sz="half" idx="10"/>
          </p:nvPr>
        </p:nvSpPr>
        <p:spPr/>
        <p:txBody>
          <a:bodyPr/>
          <a:lstStyle/>
          <a:p>
            <a:fld id="{C74C23DA-9182-4F7F-8FC5-9400BE17C503}" type="datetime1">
              <a:rPr lang="en-US" smtClean="0"/>
              <a:t>8/14/24</a:t>
            </a:fld>
            <a:endParaRPr lang="en-US"/>
          </a:p>
        </p:txBody>
      </p:sp>
      <p:sp>
        <p:nvSpPr>
          <p:cNvPr id="4" name="Footer Placeholder 3">
            <a:extLst>
              <a:ext uri="{FF2B5EF4-FFF2-40B4-BE49-F238E27FC236}">
                <a16:creationId xmlns:a16="http://schemas.microsoft.com/office/drawing/2014/main" id="{914C48FC-41A3-4C1F-9FB6-0C16346759B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FFAF286-CA2D-46B2-BD70-5607A3663414}"/>
              </a:ext>
            </a:extLst>
          </p:cNvPr>
          <p:cNvSpPr>
            <a:spLocks noGrp="1"/>
          </p:cNvSpPr>
          <p:nvPr>
            <p:ph type="sldNum" sz="quarter" idx="12"/>
          </p:nvPr>
        </p:nvSpPr>
        <p:spPr/>
        <p:txBody>
          <a:bodyPr/>
          <a:lstStyle/>
          <a:p>
            <a:fld id="{545951DD-1C6A-495F-8185-4C73F8F8B75A}" type="slidenum">
              <a:rPr lang="en-US" smtClean="0"/>
              <a:t>‹#›</a:t>
            </a:fld>
            <a:endParaRPr lang="en-US"/>
          </a:p>
        </p:txBody>
      </p:sp>
      <p:pic>
        <p:nvPicPr>
          <p:cNvPr id="9" name="Picture 8">
            <a:extLst>
              <a:ext uri="{FF2B5EF4-FFF2-40B4-BE49-F238E27FC236}">
                <a16:creationId xmlns:a16="http://schemas.microsoft.com/office/drawing/2014/main" id="{6501A020-009D-7EEA-DD1F-A5CDDB5C4B47}"/>
              </a:ext>
            </a:extLst>
          </p:cNvPr>
          <p:cNvPicPr>
            <a:picLocks noChangeAspect="1"/>
          </p:cNvPicPr>
          <p:nvPr userDrawn="1"/>
        </p:nvPicPr>
        <p:blipFill>
          <a:blip r:embed="rId2"/>
          <a:stretch>
            <a:fillRect/>
          </a:stretch>
        </p:blipFill>
        <p:spPr>
          <a:xfrm>
            <a:off x="-7845" y="0"/>
            <a:ext cx="12192000" cy="304800"/>
          </a:xfrm>
          <a:prstGeom prst="rect">
            <a:avLst/>
          </a:prstGeom>
        </p:spPr>
      </p:pic>
    </p:spTree>
    <p:extLst>
      <p:ext uri="{BB962C8B-B14F-4D97-AF65-F5344CB8AC3E}">
        <p14:creationId xmlns:p14="http://schemas.microsoft.com/office/powerpoint/2010/main" val="286891074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type="titleOnly" preserve="1">
  <p:cSld name="Title Only - Light Bg">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3A6B4-A3D5-4559-9B50-8681943FC616}"/>
              </a:ext>
            </a:extLst>
          </p:cNvPr>
          <p:cNvSpPr>
            <a:spLocks noGrp="1"/>
          </p:cNvSpPr>
          <p:nvPr>
            <p:ph type="title"/>
          </p:nvPr>
        </p:nvSpPr>
        <p:spPr/>
        <p:txBody>
          <a:bodyPr anchor="ctr"/>
          <a:lstStyle>
            <a:lvl1pPr algn="ctr">
              <a:defRPr>
                <a:solidFill>
                  <a:schemeClr val="accent1"/>
                </a:solidFill>
              </a:defRPr>
            </a:lvl1pPr>
          </a:lstStyle>
          <a:p>
            <a:r>
              <a:rPr lang="en-US"/>
              <a:t>Click to edit Master title style</a:t>
            </a:r>
          </a:p>
        </p:txBody>
      </p:sp>
      <p:sp>
        <p:nvSpPr>
          <p:cNvPr id="3" name="Date Placeholder 2">
            <a:extLst>
              <a:ext uri="{FF2B5EF4-FFF2-40B4-BE49-F238E27FC236}">
                <a16:creationId xmlns:a16="http://schemas.microsoft.com/office/drawing/2014/main" id="{1C950334-CBCA-4C0C-9256-E8C84E84E26D}"/>
              </a:ext>
            </a:extLst>
          </p:cNvPr>
          <p:cNvSpPr>
            <a:spLocks noGrp="1"/>
          </p:cNvSpPr>
          <p:nvPr>
            <p:ph type="dt" sz="half" idx="10"/>
          </p:nvPr>
        </p:nvSpPr>
        <p:spPr/>
        <p:txBody>
          <a:bodyPr/>
          <a:lstStyle/>
          <a:p>
            <a:fld id="{B8654CB0-479F-4F7B-88EF-A5236590A22D}" type="datetime1">
              <a:rPr lang="en-US" smtClean="0"/>
              <a:t>8/14/24</a:t>
            </a:fld>
            <a:endParaRPr lang="en-US"/>
          </a:p>
        </p:txBody>
      </p:sp>
      <p:sp>
        <p:nvSpPr>
          <p:cNvPr id="4" name="Footer Placeholder 3">
            <a:extLst>
              <a:ext uri="{FF2B5EF4-FFF2-40B4-BE49-F238E27FC236}">
                <a16:creationId xmlns:a16="http://schemas.microsoft.com/office/drawing/2014/main" id="{914C48FC-41A3-4C1F-9FB6-0C16346759B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FFAF286-CA2D-46B2-BD70-5607A3663414}"/>
              </a:ext>
            </a:extLst>
          </p:cNvPr>
          <p:cNvSpPr>
            <a:spLocks noGrp="1"/>
          </p:cNvSpPr>
          <p:nvPr>
            <p:ph type="sldNum" sz="quarter" idx="12"/>
          </p:nvPr>
        </p:nvSpPr>
        <p:spPr>
          <a:ln>
            <a:solidFill>
              <a:schemeClr val="accent2"/>
            </a:solidFill>
          </a:ln>
        </p:spPr>
        <p:txBody>
          <a:bodyPr/>
          <a:lstStyle>
            <a:lvl1pPr>
              <a:defRPr>
                <a:solidFill>
                  <a:schemeClr val="accent2"/>
                </a:solidFill>
              </a:defRPr>
            </a:lvl1pPr>
          </a:lstStyle>
          <a:p>
            <a:fld id="{545951DD-1C6A-495F-8185-4C73F8F8B75A}" type="slidenum">
              <a:rPr lang="en-US" smtClean="0"/>
              <a:pPr/>
              <a:t>‹#›</a:t>
            </a:fld>
            <a:endParaRPr lang="en-US"/>
          </a:p>
        </p:txBody>
      </p:sp>
      <p:grpSp>
        <p:nvGrpSpPr>
          <p:cNvPr id="8" name="Graphic 11">
            <a:extLst>
              <a:ext uri="{FF2B5EF4-FFF2-40B4-BE49-F238E27FC236}">
                <a16:creationId xmlns:a16="http://schemas.microsoft.com/office/drawing/2014/main" id="{53C0E19A-A4D2-463E-95B1-130D65051F58}"/>
              </a:ext>
            </a:extLst>
          </p:cNvPr>
          <p:cNvGrpSpPr/>
          <p:nvPr userDrawn="1"/>
        </p:nvGrpSpPr>
        <p:grpSpPr>
          <a:xfrm rot="16200000">
            <a:off x="11384220" y="6170961"/>
            <a:ext cx="912230" cy="242400"/>
            <a:chOff x="11384220" y="6170961"/>
            <a:chExt cx="912230" cy="242400"/>
          </a:xfrm>
          <a:solidFill>
            <a:schemeClr val="tx1"/>
          </a:solidFill>
        </p:grpSpPr>
        <p:sp>
          <p:nvSpPr>
            <p:cNvPr id="9" name="Freeform: Shape 8">
              <a:extLst>
                <a:ext uri="{FF2B5EF4-FFF2-40B4-BE49-F238E27FC236}">
                  <a16:creationId xmlns:a16="http://schemas.microsoft.com/office/drawing/2014/main" id="{3FAF0B6A-84AD-4FEC-9F36-4B7FC1B1A58C}"/>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22C11466-1714-4BB7-8992-8150AC1082CA}"/>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CC02E2C-2570-4DFB-8C57-7A6084E29BC5}"/>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7855F52E-9C75-4AB7-9A4D-A2F4AF67D14C}"/>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2C81F46D-2704-456C-A873-C3B778571381}"/>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F084246F-D4F1-46CA-A213-BA68C81E5002}"/>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0EF987AA-CCB4-41F9-9D9A-52E05023101A}"/>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6C5437F7-AD3F-401E-8F75-421F0F7F4D46}"/>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453615C4-42B6-4F33-B5C8-F615958F4118}"/>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86F55D7F-B3E7-47FF-A2AF-BF31306878DD}"/>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CC148540-9CFD-467D-87F3-A74503977291}"/>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9FBA94B1-B40F-42C2-AB64-120230A5A29C}"/>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A707AC8D-CAAA-4801-AF78-4C7CEA528ED4}"/>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774E3741-6D99-404A-8F3C-1B1F4717856C}"/>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5E9D1D89-BA61-4E8A-B5E8-26C1709E364B}"/>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5FE1DC9D-F441-4E78-9F41-0ED81D376A31}"/>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CD5F7999-6C5C-47F4-8660-1A30FD5EDE32}"/>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36B450A2-1530-45AF-B864-9877C2BB45A4}"/>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pic>
        <p:nvPicPr>
          <p:cNvPr id="6" name="Picture 5">
            <a:extLst>
              <a:ext uri="{FF2B5EF4-FFF2-40B4-BE49-F238E27FC236}">
                <a16:creationId xmlns:a16="http://schemas.microsoft.com/office/drawing/2014/main" id="{F6B13653-E029-5EE9-51A5-832057379E0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9202" b="76200"/>
          <a:stretch/>
        </p:blipFill>
        <p:spPr>
          <a:xfrm>
            <a:off x="0" y="0"/>
            <a:ext cx="12191999" cy="342579"/>
          </a:xfrm>
          <a:prstGeom prst="rect">
            <a:avLst/>
          </a:prstGeom>
        </p:spPr>
      </p:pic>
    </p:spTree>
    <p:extLst>
      <p:ext uri="{BB962C8B-B14F-4D97-AF65-F5344CB8AC3E}">
        <p14:creationId xmlns:p14="http://schemas.microsoft.com/office/powerpoint/2010/main" val="103103268"/>
      </p:ext>
    </p:extLst>
  </p:cSld>
  <p:clrMapOvr>
    <a:overrideClrMapping bg1="lt1" tx1="dk1" bg2="lt2" tx2="dk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accent1"/>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70C576-385A-4E89-A235-AFB1864DF23E}"/>
              </a:ext>
            </a:extLst>
          </p:cNvPr>
          <p:cNvSpPr>
            <a:spLocks noGrp="1"/>
          </p:cNvSpPr>
          <p:nvPr>
            <p:ph type="dt" sz="half" idx="10"/>
          </p:nvPr>
        </p:nvSpPr>
        <p:spPr/>
        <p:txBody>
          <a:bodyPr/>
          <a:lstStyle/>
          <a:p>
            <a:fld id="{444E2DAA-6E50-4566-B326-2E4BFAE38C2B}" type="datetime1">
              <a:rPr lang="en-US" smtClean="0"/>
              <a:t>8/14/24</a:t>
            </a:fld>
            <a:endParaRPr lang="en-US"/>
          </a:p>
        </p:txBody>
      </p:sp>
      <p:sp>
        <p:nvSpPr>
          <p:cNvPr id="3" name="Footer Placeholder 2">
            <a:extLst>
              <a:ext uri="{FF2B5EF4-FFF2-40B4-BE49-F238E27FC236}">
                <a16:creationId xmlns:a16="http://schemas.microsoft.com/office/drawing/2014/main" id="{6B1E8DB8-3ABA-4FAC-9CA4-22451C61DEB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E84650C-A620-4D65-812F-A6D81D6F2009}"/>
              </a:ext>
            </a:extLst>
          </p:cNvPr>
          <p:cNvSpPr>
            <a:spLocks noGrp="1"/>
          </p:cNvSpPr>
          <p:nvPr>
            <p:ph type="sldNum" sz="quarter" idx="12"/>
          </p:nvPr>
        </p:nvSpPr>
        <p:spPr/>
        <p:txBody>
          <a:bodyPr/>
          <a:lstStyle/>
          <a:p>
            <a:fld id="{545951DD-1C6A-495F-8185-4C73F8F8B75A}" type="slidenum">
              <a:rPr lang="en-US" smtClean="0"/>
              <a:t>‹#›</a:t>
            </a:fld>
            <a:endParaRPr lang="en-US"/>
          </a:p>
        </p:txBody>
      </p:sp>
      <p:pic>
        <p:nvPicPr>
          <p:cNvPr id="5" name="Picture 4">
            <a:extLst>
              <a:ext uri="{FF2B5EF4-FFF2-40B4-BE49-F238E27FC236}">
                <a16:creationId xmlns:a16="http://schemas.microsoft.com/office/drawing/2014/main" id="{3C89D1C3-EF30-1A64-D64E-785C0321ADC8}"/>
              </a:ext>
            </a:extLst>
          </p:cNvPr>
          <p:cNvPicPr>
            <a:picLocks noChangeAspect="1"/>
          </p:cNvPicPr>
          <p:nvPr userDrawn="1"/>
        </p:nvPicPr>
        <p:blipFill>
          <a:blip r:embed="rId2"/>
          <a:stretch>
            <a:fillRect/>
          </a:stretch>
        </p:blipFill>
        <p:spPr>
          <a:xfrm>
            <a:off x="-7845" y="0"/>
            <a:ext cx="12192000" cy="304800"/>
          </a:xfrm>
          <a:prstGeom prst="rect">
            <a:avLst/>
          </a:prstGeom>
        </p:spPr>
      </p:pic>
    </p:spTree>
    <p:extLst>
      <p:ext uri="{BB962C8B-B14F-4D97-AF65-F5344CB8AC3E}">
        <p14:creationId xmlns:p14="http://schemas.microsoft.com/office/powerpoint/2010/main" val="202971084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type="blank" preserve="1">
  <p:cSld name="Blank - Light Bg">
    <p:bg>
      <p:bgRef idx="1001">
        <a:schemeClr val="bg1"/>
      </p:bgRef>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70C576-385A-4E89-A235-AFB1864DF23E}"/>
              </a:ext>
            </a:extLst>
          </p:cNvPr>
          <p:cNvSpPr>
            <a:spLocks noGrp="1"/>
          </p:cNvSpPr>
          <p:nvPr>
            <p:ph type="dt" sz="half" idx="10"/>
          </p:nvPr>
        </p:nvSpPr>
        <p:spPr/>
        <p:txBody>
          <a:bodyPr/>
          <a:lstStyle/>
          <a:p>
            <a:fld id="{B32AE767-AD7A-4354-98E9-BBF18BBC850E}" type="datetime1">
              <a:rPr lang="en-US" smtClean="0"/>
              <a:t>8/14/24</a:t>
            </a:fld>
            <a:endParaRPr lang="en-US"/>
          </a:p>
        </p:txBody>
      </p:sp>
      <p:sp>
        <p:nvSpPr>
          <p:cNvPr id="3" name="Footer Placeholder 2">
            <a:extLst>
              <a:ext uri="{FF2B5EF4-FFF2-40B4-BE49-F238E27FC236}">
                <a16:creationId xmlns:a16="http://schemas.microsoft.com/office/drawing/2014/main" id="{6B1E8DB8-3ABA-4FAC-9CA4-22451C61DEB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E84650C-A620-4D65-812F-A6D81D6F2009}"/>
              </a:ext>
            </a:extLst>
          </p:cNvPr>
          <p:cNvSpPr>
            <a:spLocks noGrp="1"/>
          </p:cNvSpPr>
          <p:nvPr>
            <p:ph type="sldNum" sz="quarter" idx="12"/>
          </p:nvPr>
        </p:nvSpPr>
        <p:spPr>
          <a:ln>
            <a:solidFill>
              <a:schemeClr val="accent2"/>
            </a:solidFill>
          </a:ln>
        </p:spPr>
        <p:txBody>
          <a:bodyPr/>
          <a:lstStyle>
            <a:lvl1pPr>
              <a:defRPr>
                <a:solidFill>
                  <a:schemeClr val="accent2"/>
                </a:solidFill>
              </a:defRPr>
            </a:lvl1pPr>
          </a:lstStyle>
          <a:p>
            <a:fld id="{545951DD-1C6A-495F-8185-4C73F8F8B75A}" type="slidenum">
              <a:rPr lang="en-US" smtClean="0"/>
              <a:pPr/>
              <a:t>‹#›</a:t>
            </a:fld>
            <a:endParaRPr lang="en-US"/>
          </a:p>
        </p:txBody>
      </p:sp>
      <p:grpSp>
        <p:nvGrpSpPr>
          <p:cNvPr id="7" name="Graphic 11">
            <a:extLst>
              <a:ext uri="{FF2B5EF4-FFF2-40B4-BE49-F238E27FC236}">
                <a16:creationId xmlns:a16="http://schemas.microsoft.com/office/drawing/2014/main" id="{BA9201ED-F2A9-4AD2-8DD8-43E12408EB7A}"/>
              </a:ext>
            </a:extLst>
          </p:cNvPr>
          <p:cNvGrpSpPr/>
          <p:nvPr userDrawn="1"/>
        </p:nvGrpSpPr>
        <p:grpSpPr>
          <a:xfrm rot="16200000">
            <a:off x="11384220" y="6170961"/>
            <a:ext cx="912230" cy="242400"/>
            <a:chOff x="11384220" y="6170961"/>
            <a:chExt cx="912230" cy="242400"/>
          </a:xfrm>
          <a:solidFill>
            <a:schemeClr val="tx1"/>
          </a:solidFill>
        </p:grpSpPr>
        <p:sp>
          <p:nvSpPr>
            <p:cNvPr id="8" name="Freeform: Shape 7">
              <a:extLst>
                <a:ext uri="{FF2B5EF4-FFF2-40B4-BE49-F238E27FC236}">
                  <a16:creationId xmlns:a16="http://schemas.microsoft.com/office/drawing/2014/main" id="{70888EAA-2B15-4C85-A3A0-53854031C0B3}"/>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E8ECDE7E-8123-4765-A6F7-5379560B0CE5}"/>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8FCB4DA7-0E21-4BEC-9A2F-1AA54A8CDD8C}"/>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F71D2BB3-862F-4FCD-9968-A3850282E999}"/>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65575EFA-EF81-44BC-8383-9BCA2B0E63B9}"/>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00982B94-7DCA-4961-BA85-A505E42E53C4}"/>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E3D449D9-8C1E-4E2E-A0AA-80541DFCE6F6}"/>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596A225C-9804-4FC2-BF9A-FA48F1D947E9}"/>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3163AAAE-680F-4A40-9AD8-28402645E775}"/>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63FD5D76-FEA6-4F6D-B521-8BC3A79FE97D}"/>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3D539EAE-FBA1-48EF-B3A8-E0FBAE47782E}"/>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97653361-758F-46D1-8508-6340F8A54665}"/>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AF85573A-308D-49AB-9683-F26973CEBE46}"/>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167BE349-ED57-4FA7-A2AF-FFFBF57C7F98}"/>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1941E430-F8D4-46C7-ABA1-3E517D90F344}"/>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7D115AB9-07A4-49DE-AE79-79340657B546}"/>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A1122BFB-DE13-4813-98E1-26D38008A61E}"/>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A0AA93C6-3E3E-4474-89F7-1EE0DA423DE7}"/>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spTree>
    <p:extLst>
      <p:ext uri="{BB962C8B-B14F-4D97-AF65-F5344CB8AC3E}">
        <p14:creationId xmlns:p14="http://schemas.microsoft.com/office/powerpoint/2010/main" val="3755460610"/>
      </p:ext>
    </p:extLst>
  </p:cSld>
  <p:clrMapOvr>
    <a:overrideClrMapping bg1="lt1" tx1="dk1" bg2="lt2" tx2="dk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Media and Content Layout - Mobile Phone">
    <p:bg>
      <p:bgPr>
        <a:solidFill>
          <a:schemeClr val="accent1"/>
        </a:solidFill>
        <a:effectLst/>
      </p:bgPr>
    </p:bg>
    <p:spTree>
      <p:nvGrpSpPr>
        <p:cNvPr id="1" name=""/>
        <p:cNvGrpSpPr/>
        <p:nvPr/>
      </p:nvGrpSpPr>
      <p:grpSpPr>
        <a:xfrm>
          <a:off x="0" y="0"/>
          <a:ext cx="0" cy="0"/>
          <a:chOff x="0" y="0"/>
          <a:chExt cx="0" cy="0"/>
        </a:xfrm>
      </p:grpSpPr>
      <p:pic>
        <p:nvPicPr>
          <p:cNvPr id="4" name="Picture 3" descr="Background pattern&#10;&#10;Description automatically generated">
            <a:extLst>
              <a:ext uri="{FF2B5EF4-FFF2-40B4-BE49-F238E27FC236}">
                <a16:creationId xmlns:a16="http://schemas.microsoft.com/office/drawing/2014/main" id="{71F8752B-CC89-8237-0AB1-153867E787B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89"/>
            <a:ext cx="12192000" cy="6856622"/>
          </a:xfrm>
          <a:prstGeom prst="rect">
            <a:avLst/>
          </a:prstGeom>
        </p:spPr>
      </p:pic>
      <p:sp>
        <p:nvSpPr>
          <p:cNvPr id="10" name="Rectangle 9">
            <a:extLst>
              <a:ext uri="{FF2B5EF4-FFF2-40B4-BE49-F238E27FC236}">
                <a16:creationId xmlns:a16="http://schemas.microsoft.com/office/drawing/2014/main" id="{ABB42B74-42D0-BC68-CE77-B8A48C597D02}"/>
              </a:ext>
            </a:extLst>
          </p:cNvPr>
          <p:cNvSpPr/>
          <p:nvPr userDrawn="1"/>
        </p:nvSpPr>
        <p:spPr>
          <a:xfrm>
            <a:off x="777922" y="-1313"/>
            <a:ext cx="11414078" cy="60385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p:txBody>
          <a:bodyPr/>
          <a:lstStyle/>
          <a:p>
            <a:fld id="{A7FCC8F5-5E92-4E10-BDD3-D559588743B4}" type="slidenum">
              <a:rPr lang="en-US" smtClean="0"/>
              <a:t>‹#›</a:t>
            </a:fld>
            <a:endParaRPr lang="en-US"/>
          </a:p>
        </p:txBody>
      </p:sp>
      <p:pic>
        <p:nvPicPr>
          <p:cNvPr id="15" name="Picture 14" descr="A close up of a box&#10;&#10;Description automatically generated">
            <a:extLst>
              <a:ext uri="{FF2B5EF4-FFF2-40B4-BE49-F238E27FC236}">
                <a16:creationId xmlns:a16="http://schemas.microsoft.com/office/drawing/2014/main" id="{E4288BF0-2F2B-4AF4-A6DF-82D4FFDB5772}"/>
              </a:ext>
            </a:extLst>
          </p:cNvPr>
          <p:cNvPicPr>
            <a:picLocks noChangeAspect="1"/>
          </p:cNvPicPr>
          <p:nvPr userDrawn="1"/>
        </p:nvPicPr>
        <p:blipFill rotWithShape="1">
          <a:blip r:embed="rId3" cstate="screen">
            <a:extLst>
              <a:ext uri="{28A0092B-C50C-407E-A947-70E740481C1C}">
                <a14:useLocalDpi xmlns:a14="http://schemas.microsoft.com/office/drawing/2010/main" val="0"/>
              </a:ext>
            </a:extLst>
          </a:blip>
          <a:srcRect/>
          <a:stretch/>
        </p:blipFill>
        <p:spPr>
          <a:xfrm>
            <a:off x="4541366" y="423081"/>
            <a:ext cx="7487784" cy="6503206"/>
          </a:xfrm>
          <a:prstGeom prst="rect">
            <a:avLst/>
          </a:prstGeom>
        </p:spPr>
      </p:pic>
      <p:sp>
        <p:nvSpPr>
          <p:cNvPr id="17" name="Content Placeholder 16">
            <a:extLst>
              <a:ext uri="{FF2B5EF4-FFF2-40B4-BE49-F238E27FC236}">
                <a16:creationId xmlns:a16="http://schemas.microsoft.com/office/drawing/2014/main" id="{B2ED39FC-EA16-4E6D-8159-BF3D4AFB8EA6}"/>
              </a:ext>
            </a:extLst>
          </p:cNvPr>
          <p:cNvSpPr>
            <a:spLocks noGrp="1"/>
          </p:cNvSpPr>
          <p:nvPr>
            <p:ph sz="quarter" idx="13" hasCustomPrompt="1"/>
          </p:nvPr>
        </p:nvSpPr>
        <p:spPr>
          <a:xfrm>
            <a:off x="7372353" y="867910"/>
            <a:ext cx="2600988" cy="5134169"/>
          </a:xfrm>
          <a:prstGeom prst="roundRect">
            <a:avLst>
              <a:gd name="adj" fmla="val 5128"/>
            </a:avLst>
          </a:prstGeom>
          <a:ln>
            <a:noFill/>
          </a:ln>
        </p:spPr>
        <p:txBody>
          <a:bodyPr lIns="182880" tIns="457200" rIns="274320" bIns="1828800" anchor="ctr"/>
          <a:lstStyle>
            <a:lvl1pPr marL="0" indent="0" algn="ctr">
              <a:buNone/>
              <a:defRPr sz="1200">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the image or video icon to insert your multimedia content.</a:t>
            </a:r>
          </a:p>
        </p:txBody>
      </p:sp>
      <p:sp>
        <p:nvSpPr>
          <p:cNvPr id="21" name="Content Placeholder 2">
            <a:extLst>
              <a:ext uri="{FF2B5EF4-FFF2-40B4-BE49-F238E27FC236}">
                <a16:creationId xmlns:a16="http://schemas.microsoft.com/office/drawing/2014/main" id="{A75EED30-FB0F-4493-8C81-AD3C0CE9F022}"/>
              </a:ext>
            </a:extLst>
          </p:cNvPr>
          <p:cNvSpPr>
            <a:spLocks noGrp="1"/>
          </p:cNvSpPr>
          <p:nvPr>
            <p:ph sz="half" idx="1"/>
          </p:nvPr>
        </p:nvSpPr>
        <p:spPr>
          <a:xfrm>
            <a:off x="1078860" y="2757827"/>
            <a:ext cx="5265794" cy="2940113"/>
          </a:xfrm>
        </p:spPr>
        <p:txBody>
          <a:bodyPr/>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A584FD7B-C7B7-45A0-A3AD-870EFDA67C90}"/>
              </a:ext>
            </a:extLst>
          </p:cNvPr>
          <p:cNvSpPr>
            <a:spLocks noGrp="1"/>
          </p:cNvSpPr>
          <p:nvPr>
            <p:ph type="title" hasCustomPrompt="1"/>
          </p:nvPr>
        </p:nvSpPr>
        <p:spPr>
          <a:xfrm>
            <a:off x="1078860" y="1105174"/>
            <a:ext cx="5265794" cy="1386298"/>
          </a:xfrm>
        </p:spPr>
        <p:txBody>
          <a:bodyPr/>
          <a:lstStyle>
            <a:lvl1pPr>
              <a:defRPr>
                <a:solidFill>
                  <a:schemeClr val="tx1">
                    <a:lumMod val="95000"/>
                  </a:schemeClr>
                </a:solidFill>
              </a:defRPr>
            </a:lvl1pPr>
          </a:lstStyle>
          <a:p>
            <a:r>
              <a:rPr lang="en-US"/>
              <a:t>Mobile Phone with Content Layout</a:t>
            </a:r>
          </a:p>
        </p:txBody>
      </p:sp>
      <p:pic>
        <p:nvPicPr>
          <p:cNvPr id="11" name="Graphic 10">
            <a:extLst>
              <a:ext uri="{FF2B5EF4-FFF2-40B4-BE49-F238E27FC236}">
                <a16:creationId xmlns:a16="http://schemas.microsoft.com/office/drawing/2014/main" id="{898FB83F-71EE-898B-04D4-72A705780CC3}"/>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11384223" y="6170966"/>
            <a:ext cx="911645" cy="241661"/>
          </a:xfrm>
          <a:prstGeom prst="rect">
            <a:avLst/>
          </a:prstGeom>
        </p:spPr>
      </p:pic>
    </p:spTree>
    <p:extLst>
      <p:ext uri="{BB962C8B-B14F-4D97-AF65-F5344CB8AC3E}">
        <p14:creationId xmlns:p14="http://schemas.microsoft.com/office/powerpoint/2010/main" val="122401469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Media Only Layout - Mobile Phone">
    <p:bg>
      <p:bgPr>
        <a:solidFill>
          <a:schemeClr val="accent1"/>
        </a:solidFill>
        <a:effectLst/>
      </p:bgPr>
    </p:bg>
    <p:spTree>
      <p:nvGrpSpPr>
        <p:cNvPr id="1" name=""/>
        <p:cNvGrpSpPr/>
        <p:nvPr/>
      </p:nvGrpSpPr>
      <p:grpSpPr>
        <a:xfrm>
          <a:off x="0" y="0"/>
          <a:ext cx="0" cy="0"/>
          <a:chOff x="0" y="0"/>
          <a:chExt cx="0" cy="0"/>
        </a:xfrm>
      </p:grpSpPr>
      <p:pic>
        <p:nvPicPr>
          <p:cNvPr id="3" name="Picture 2" descr="Background pattern&#10;&#10;Description automatically generated">
            <a:extLst>
              <a:ext uri="{FF2B5EF4-FFF2-40B4-BE49-F238E27FC236}">
                <a16:creationId xmlns:a16="http://schemas.microsoft.com/office/drawing/2014/main" id="{88C09DC0-316A-AD97-0E28-11EFF9465D9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22661"/>
          <a:stretch/>
        </p:blipFill>
        <p:spPr>
          <a:xfrm flipH="1">
            <a:off x="0" y="689"/>
            <a:ext cx="12192000" cy="5302831"/>
          </a:xfrm>
          <a:prstGeom prst="rect">
            <a:avLst/>
          </a:prstGeom>
        </p:spPr>
      </p:pic>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p:txBody>
          <a:bodyPr/>
          <a:lstStyle/>
          <a:p>
            <a:fld id="{A7FCC8F5-5E92-4E10-BDD3-D559588743B4}" type="slidenum">
              <a:rPr lang="en-US" smtClean="0"/>
              <a:t>‹#›</a:t>
            </a:fld>
            <a:endParaRPr lang="en-US"/>
          </a:p>
        </p:txBody>
      </p:sp>
      <p:pic>
        <p:nvPicPr>
          <p:cNvPr id="15" name="Picture 14" descr="A close up of a box&#10;&#10;Description automatically generated">
            <a:extLst>
              <a:ext uri="{FF2B5EF4-FFF2-40B4-BE49-F238E27FC236}">
                <a16:creationId xmlns:a16="http://schemas.microsoft.com/office/drawing/2014/main" id="{E4288BF0-2F2B-4AF4-A6DF-82D4FFDB5772}"/>
              </a:ext>
            </a:extLst>
          </p:cNvPr>
          <p:cNvPicPr>
            <a:picLocks noChangeAspect="1"/>
          </p:cNvPicPr>
          <p:nvPr userDrawn="1"/>
        </p:nvPicPr>
        <p:blipFill rotWithShape="1">
          <a:blip r:embed="rId3" cstate="screen">
            <a:extLst>
              <a:ext uri="{28A0092B-C50C-407E-A947-70E740481C1C}">
                <a14:useLocalDpi xmlns:a14="http://schemas.microsoft.com/office/drawing/2010/main" val="0"/>
              </a:ext>
            </a:extLst>
          </a:blip>
          <a:srcRect/>
          <a:stretch/>
        </p:blipFill>
        <p:spPr>
          <a:xfrm>
            <a:off x="2512261" y="435935"/>
            <a:ext cx="8090500" cy="6558590"/>
          </a:xfrm>
          <a:prstGeom prst="rect">
            <a:avLst/>
          </a:prstGeom>
        </p:spPr>
      </p:pic>
      <p:sp>
        <p:nvSpPr>
          <p:cNvPr id="17" name="Content Placeholder 16">
            <a:extLst>
              <a:ext uri="{FF2B5EF4-FFF2-40B4-BE49-F238E27FC236}">
                <a16:creationId xmlns:a16="http://schemas.microsoft.com/office/drawing/2014/main" id="{B2ED39FC-EA16-4E6D-8159-BF3D4AFB8EA6}"/>
              </a:ext>
            </a:extLst>
          </p:cNvPr>
          <p:cNvSpPr>
            <a:spLocks noGrp="1"/>
          </p:cNvSpPr>
          <p:nvPr>
            <p:ph sz="quarter" idx="13" hasCustomPrompt="1"/>
          </p:nvPr>
        </p:nvSpPr>
        <p:spPr>
          <a:xfrm>
            <a:off x="4877732" y="893135"/>
            <a:ext cx="2607590" cy="5178056"/>
          </a:xfrm>
          <a:prstGeom prst="roundRect">
            <a:avLst>
              <a:gd name="adj" fmla="val 5128"/>
            </a:avLst>
          </a:prstGeom>
          <a:ln>
            <a:noFill/>
          </a:ln>
        </p:spPr>
        <p:txBody>
          <a:bodyPr lIns="182880" tIns="457200" rIns="274320" bIns="1645920" anchor="ctr"/>
          <a:lstStyle>
            <a:lvl1pPr marL="0" indent="0" algn="ctr">
              <a:buNone/>
              <a:defRPr sz="1200">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the image or video icon to insert your multimedia content.</a:t>
            </a:r>
          </a:p>
        </p:txBody>
      </p:sp>
    </p:spTree>
    <p:extLst>
      <p:ext uri="{BB962C8B-B14F-4D97-AF65-F5344CB8AC3E}">
        <p14:creationId xmlns:p14="http://schemas.microsoft.com/office/powerpoint/2010/main" val="2656219262"/>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Media and Content Layout - Monitor">
    <p:bg>
      <p:bgPr>
        <a:solidFill>
          <a:schemeClr val="accent1"/>
        </a:solidFill>
        <a:effectLst/>
      </p:bgPr>
    </p:bg>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a:xfrm>
            <a:off x="12321944" y="5462658"/>
            <a:ext cx="305503" cy="306298"/>
          </a:xfrm>
        </p:spPr>
        <p:txBody>
          <a:bodyPr/>
          <a:lstStyle/>
          <a:p>
            <a:fld id="{A7FCC8F5-5E92-4E10-BDD3-D559588743B4}" type="slidenum">
              <a:rPr lang="en-US" smtClean="0"/>
              <a:t>‹#›</a:t>
            </a:fld>
            <a:endParaRPr lang="en-US"/>
          </a:p>
        </p:txBody>
      </p:sp>
      <p:sp>
        <p:nvSpPr>
          <p:cNvPr id="21" name="Content Placeholder 2">
            <a:extLst>
              <a:ext uri="{FF2B5EF4-FFF2-40B4-BE49-F238E27FC236}">
                <a16:creationId xmlns:a16="http://schemas.microsoft.com/office/drawing/2014/main" id="{A75EED30-FB0F-4493-8C81-AD3C0CE9F022}"/>
              </a:ext>
            </a:extLst>
          </p:cNvPr>
          <p:cNvSpPr>
            <a:spLocks noGrp="1"/>
          </p:cNvSpPr>
          <p:nvPr>
            <p:ph sz="half" idx="1"/>
          </p:nvPr>
        </p:nvSpPr>
        <p:spPr>
          <a:xfrm>
            <a:off x="475807" y="3234936"/>
            <a:ext cx="2592532" cy="2774622"/>
          </a:xfrm>
        </p:spPr>
        <p:txBody>
          <a:bodyPr/>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descr="A picture containing electronics, display, monitor, computer&#10;&#10;Description automatically generated">
            <a:extLst>
              <a:ext uri="{FF2B5EF4-FFF2-40B4-BE49-F238E27FC236}">
                <a16:creationId xmlns:a16="http://schemas.microsoft.com/office/drawing/2014/main" id="{0E73EB80-86B6-4392-AEB1-BA37BCC6D8B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531667" y="482175"/>
            <a:ext cx="8070930" cy="6479051"/>
          </a:xfrm>
          <a:prstGeom prst="rect">
            <a:avLst/>
          </a:prstGeom>
        </p:spPr>
      </p:pic>
      <p:sp>
        <p:nvSpPr>
          <p:cNvPr id="12" name="Content Placeholder 16">
            <a:extLst>
              <a:ext uri="{FF2B5EF4-FFF2-40B4-BE49-F238E27FC236}">
                <a16:creationId xmlns:a16="http://schemas.microsoft.com/office/drawing/2014/main" id="{8CE65D05-2ADE-4922-AD69-39A60F4790BD}"/>
              </a:ext>
            </a:extLst>
          </p:cNvPr>
          <p:cNvSpPr>
            <a:spLocks noGrp="1"/>
          </p:cNvSpPr>
          <p:nvPr>
            <p:ph sz="quarter" idx="13" hasCustomPrompt="1"/>
          </p:nvPr>
        </p:nvSpPr>
        <p:spPr>
          <a:xfrm>
            <a:off x="3760131" y="749594"/>
            <a:ext cx="7627339" cy="4843131"/>
          </a:xfrm>
          <a:prstGeom prst="rect">
            <a:avLst/>
          </a:prstGeom>
          <a:ln>
            <a:noFill/>
          </a:ln>
        </p:spPr>
        <p:txBody>
          <a:bodyPr lIns="182880" tIns="457200" rIns="274320" bIns="1371600" anchor="ctr"/>
          <a:lstStyle>
            <a:lvl1pPr marL="0" indent="0" algn="ctr">
              <a:buNone/>
              <a:defRPr sz="12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the image or video icon to insert your multimedia content.</a:t>
            </a:r>
          </a:p>
        </p:txBody>
      </p:sp>
      <p:sp>
        <p:nvSpPr>
          <p:cNvPr id="2" name="Title 1">
            <a:extLst>
              <a:ext uri="{FF2B5EF4-FFF2-40B4-BE49-F238E27FC236}">
                <a16:creationId xmlns:a16="http://schemas.microsoft.com/office/drawing/2014/main" id="{4E9E5248-484C-4E3E-B758-2738EE91F401}"/>
              </a:ext>
            </a:extLst>
          </p:cNvPr>
          <p:cNvSpPr>
            <a:spLocks noGrp="1"/>
          </p:cNvSpPr>
          <p:nvPr>
            <p:ph type="title" hasCustomPrompt="1"/>
          </p:nvPr>
        </p:nvSpPr>
        <p:spPr>
          <a:xfrm>
            <a:off x="475808" y="1470449"/>
            <a:ext cx="2592532" cy="1558209"/>
          </a:xfrm>
        </p:spPr>
        <p:txBody>
          <a:bodyPr/>
          <a:lstStyle>
            <a:lvl1pPr>
              <a:defRPr>
                <a:solidFill>
                  <a:schemeClr val="tx1">
                    <a:lumMod val="95000"/>
                  </a:schemeClr>
                </a:solidFill>
              </a:defRPr>
            </a:lvl1pPr>
          </a:lstStyle>
          <a:p>
            <a:r>
              <a:rPr lang="en-US"/>
              <a:t>Monitor with Content Layout</a:t>
            </a:r>
          </a:p>
        </p:txBody>
      </p:sp>
    </p:spTree>
    <p:extLst>
      <p:ext uri="{BB962C8B-B14F-4D97-AF65-F5344CB8AC3E}">
        <p14:creationId xmlns:p14="http://schemas.microsoft.com/office/powerpoint/2010/main" val="229806583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Media Only Layout - Monitor">
    <p:bg>
      <p:bgPr>
        <a:solidFill>
          <a:schemeClr val="accent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0B04AD9-8072-84AB-2ABF-CCAF021C2B8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9202" b="72026"/>
          <a:stretch/>
        </p:blipFill>
        <p:spPr>
          <a:xfrm>
            <a:off x="0" y="0"/>
            <a:ext cx="12191999" cy="653552"/>
          </a:xfrm>
          <a:prstGeom prst="rect">
            <a:avLst/>
          </a:prstGeom>
        </p:spPr>
      </p:pic>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p:txBody>
          <a:bodyPr/>
          <a:lstStyle/>
          <a:p>
            <a:fld id="{A7FCC8F5-5E92-4E10-BDD3-D559588743B4}" type="slidenum">
              <a:rPr lang="en-US" smtClean="0"/>
              <a:t>‹#›</a:t>
            </a:fld>
            <a:endParaRPr lang="en-US"/>
          </a:p>
        </p:txBody>
      </p:sp>
      <p:pic>
        <p:nvPicPr>
          <p:cNvPr id="5" name="Picture 4" descr="A picture containing electronics, display, monitor, computer&#10;&#10;Description automatically generated">
            <a:extLst>
              <a:ext uri="{FF2B5EF4-FFF2-40B4-BE49-F238E27FC236}">
                <a16:creationId xmlns:a16="http://schemas.microsoft.com/office/drawing/2014/main" id="{0E73EB80-86B6-4392-AEB1-BA37BCC6D8B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949841" y="377456"/>
            <a:ext cx="8221247" cy="6599720"/>
          </a:xfrm>
          <a:prstGeom prst="rect">
            <a:avLst/>
          </a:prstGeom>
        </p:spPr>
      </p:pic>
      <p:sp>
        <p:nvSpPr>
          <p:cNvPr id="12" name="Content Placeholder 16">
            <a:extLst>
              <a:ext uri="{FF2B5EF4-FFF2-40B4-BE49-F238E27FC236}">
                <a16:creationId xmlns:a16="http://schemas.microsoft.com/office/drawing/2014/main" id="{8CE65D05-2ADE-4922-AD69-39A60F4790BD}"/>
              </a:ext>
            </a:extLst>
          </p:cNvPr>
          <p:cNvSpPr>
            <a:spLocks noGrp="1"/>
          </p:cNvSpPr>
          <p:nvPr>
            <p:ph sz="quarter" idx="13" hasCustomPrompt="1"/>
          </p:nvPr>
        </p:nvSpPr>
        <p:spPr>
          <a:xfrm>
            <a:off x="2178307" y="611372"/>
            <a:ext cx="7768452" cy="4965405"/>
          </a:xfrm>
          <a:prstGeom prst="rect">
            <a:avLst/>
          </a:prstGeom>
          <a:ln>
            <a:noFill/>
          </a:ln>
        </p:spPr>
        <p:txBody>
          <a:bodyPr lIns="182880" tIns="457200" rIns="274320" bIns="1188720" anchor="ctr"/>
          <a:lstStyle>
            <a:lvl1pPr marL="0" indent="0" algn="ctr">
              <a:buNone/>
              <a:defRPr sz="12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the image or video icon to insert your multimedia content.</a:t>
            </a:r>
          </a:p>
        </p:txBody>
      </p:sp>
    </p:spTree>
    <p:extLst>
      <p:ext uri="{BB962C8B-B14F-4D97-AF65-F5344CB8AC3E}">
        <p14:creationId xmlns:p14="http://schemas.microsoft.com/office/powerpoint/2010/main" val="323235264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Media and Content Layout - Labtop">
    <p:bg>
      <p:bgPr>
        <a:solidFill>
          <a:schemeClr val="accent1"/>
        </a:solidFill>
        <a:effectLst/>
      </p:bgPr>
    </p:bg>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a:xfrm>
            <a:off x="12291169" y="5477347"/>
            <a:ext cx="305503" cy="306298"/>
          </a:xfrm>
        </p:spPr>
        <p:txBody>
          <a:bodyPr/>
          <a:lstStyle/>
          <a:p>
            <a:fld id="{A7FCC8F5-5E92-4E10-BDD3-D559588743B4}" type="slidenum">
              <a:rPr lang="en-US" smtClean="0"/>
              <a:t>‹#›</a:t>
            </a:fld>
            <a:endParaRPr lang="en-US"/>
          </a:p>
        </p:txBody>
      </p:sp>
      <p:sp>
        <p:nvSpPr>
          <p:cNvPr id="21" name="Content Placeholder 2">
            <a:extLst>
              <a:ext uri="{FF2B5EF4-FFF2-40B4-BE49-F238E27FC236}">
                <a16:creationId xmlns:a16="http://schemas.microsoft.com/office/drawing/2014/main" id="{A75EED30-FB0F-4493-8C81-AD3C0CE9F022}"/>
              </a:ext>
            </a:extLst>
          </p:cNvPr>
          <p:cNvSpPr>
            <a:spLocks noGrp="1"/>
          </p:cNvSpPr>
          <p:nvPr>
            <p:ph sz="half" idx="1"/>
          </p:nvPr>
        </p:nvSpPr>
        <p:spPr>
          <a:xfrm>
            <a:off x="342901" y="3239613"/>
            <a:ext cx="2592532" cy="2562551"/>
          </a:xfrm>
        </p:spPr>
        <p:txBody>
          <a:bodyPr/>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Picture 7" descr="A screenshot of a computer screen&#10;&#10;Description automatically generated">
            <a:extLst>
              <a:ext uri="{FF2B5EF4-FFF2-40B4-BE49-F238E27FC236}">
                <a16:creationId xmlns:a16="http://schemas.microsoft.com/office/drawing/2014/main" id="{930A5AB1-3040-4C0D-BADA-C5202530570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464462" y="455123"/>
            <a:ext cx="10259861" cy="6273139"/>
          </a:xfrm>
          <a:prstGeom prst="rect">
            <a:avLst/>
          </a:prstGeom>
        </p:spPr>
      </p:pic>
      <p:sp>
        <p:nvSpPr>
          <p:cNvPr id="11" name="Content Placeholder 16">
            <a:extLst>
              <a:ext uri="{FF2B5EF4-FFF2-40B4-BE49-F238E27FC236}">
                <a16:creationId xmlns:a16="http://schemas.microsoft.com/office/drawing/2014/main" id="{6EA01640-EF1C-4D68-A619-1B49277EBFE8}"/>
              </a:ext>
            </a:extLst>
          </p:cNvPr>
          <p:cNvSpPr>
            <a:spLocks noGrp="1"/>
          </p:cNvSpPr>
          <p:nvPr>
            <p:ph sz="quarter" idx="13" hasCustomPrompt="1"/>
          </p:nvPr>
        </p:nvSpPr>
        <p:spPr>
          <a:xfrm>
            <a:off x="3747000" y="868055"/>
            <a:ext cx="7496930" cy="4660876"/>
          </a:xfrm>
          <a:prstGeom prst="rect">
            <a:avLst/>
          </a:prstGeom>
          <a:ln>
            <a:noFill/>
          </a:ln>
        </p:spPr>
        <p:txBody>
          <a:bodyPr lIns="182880" tIns="457200" rIns="274320" bIns="1280160" anchor="ctr"/>
          <a:lstStyle>
            <a:lvl1pPr marL="0" indent="0" algn="ctr">
              <a:buNone/>
              <a:defRPr sz="1200">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the image or video icon to insert your multimedia content.</a:t>
            </a:r>
          </a:p>
        </p:txBody>
      </p:sp>
      <p:sp>
        <p:nvSpPr>
          <p:cNvPr id="2" name="Title 1">
            <a:extLst>
              <a:ext uri="{FF2B5EF4-FFF2-40B4-BE49-F238E27FC236}">
                <a16:creationId xmlns:a16="http://schemas.microsoft.com/office/drawing/2014/main" id="{338A35DD-E14B-4E0E-A3E8-B5D1C3AA07B9}"/>
              </a:ext>
            </a:extLst>
          </p:cNvPr>
          <p:cNvSpPr>
            <a:spLocks noGrp="1"/>
          </p:cNvSpPr>
          <p:nvPr>
            <p:ph type="title" hasCustomPrompt="1"/>
          </p:nvPr>
        </p:nvSpPr>
        <p:spPr>
          <a:xfrm>
            <a:off x="342902" y="1297510"/>
            <a:ext cx="2592532" cy="1706716"/>
          </a:xfrm>
        </p:spPr>
        <p:txBody>
          <a:bodyPr/>
          <a:lstStyle>
            <a:lvl1pPr>
              <a:defRPr>
                <a:solidFill>
                  <a:schemeClr val="tx1">
                    <a:lumMod val="95000"/>
                  </a:schemeClr>
                </a:solidFill>
              </a:defRPr>
            </a:lvl1pPr>
          </a:lstStyle>
          <a:p>
            <a:r>
              <a:rPr lang="en-US" err="1"/>
              <a:t>Labtop</a:t>
            </a:r>
            <a:r>
              <a:rPr lang="en-US"/>
              <a:t> with Content Layout</a:t>
            </a:r>
          </a:p>
        </p:txBody>
      </p:sp>
    </p:spTree>
    <p:extLst>
      <p:ext uri="{BB962C8B-B14F-4D97-AF65-F5344CB8AC3E}">
        <p14:creationId xmlns:p14="http://schemas.microsoft.com/office/powerpoint/2010/main" val="299224434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Media Only Layout - Labtop">
    <p:bg>
      <p:bgPr>
        <a:solidFill>
          <a:schemeClr val="accent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A5CC85B-DB76-0573-E1DF-A5B18830614D}"/>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9202" b="72026"/>
          <a:stretch/>
        </p:blipFill>
        <p:spPr>
          <a:xfrm>
            <a:off x="0" y="0"/>
            <a:ext cx="12191999" cy="653552"/>
          </a:xfrm>
          <a:prstGeom prst="rect">
            <a:avLst/>
          </a:prstGeom>
        </p:spPr>
      </p:pic>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p:txBody>
          <a:bodyPr/>
          <a:lstStyle/>
          <a:p>
            <a:fld id="{A7FCC8F5-5E92-4E10-BDD3-D559588743B4}" type="slidenum">
              <a:rPr lang="en-US" smtClean="0"/>
              <a:t>‹#›</a:t>
            </a:fld>
            <a:endParaRPr lang="en-US"/>
          </a:p>
        </p:txBody>
      </p:sp>
      <p:pic>
        <p:nvPicPr>
          <p:cNvPr id="8" name="Picture 7" descr="A screenshot of a computer screen&#10;&#10;Description automatically generated">
            <a:extLst>
              <a:ext uri="{FF2B5EF4-FFF2-40B4-BE49-F238E27FC236}">
                <a16:creationId xmlns:a16="http://schemas.microsoft.com/office/drawing/2014/main" id="{930A5AB1-3040-4C0D-BADA-C52025305709}"/>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38096" y="396272"/>
            <a:ext cx="10230379" cy="6255113"/>
          </a:xfrm>
          <a:prstGeom prst="rect">
            <a:avLst/>
          </a:prstGeom>
        </p:spPr>
      </p:pic>
      <p:sp>
        <p:nvSpPr>
          <p:cNvPr id="9" name="Content Placeholder 16">
            <a:extLst>
              <a:ext uri="{FF2B5EF4-FFF2-40B4-BE49-F238E27FC236}">
                <a16:creationId xmlns:a16="http://schemas.microsoft.com/office/drawing/2014/main" id="{2DA65E44-71AA-4CFE-91CB-8EBA77B16709}"/>
              </a:ext>
            </a:extLst>
          </p:cNvPr>
          <p:cNvSpPr>
            <a:spLocks noGrp="1"/>
          </p:cNvSpPr>
          <p:nvPr>
            <p:ph sz="quarter" idx="13" hasCustomPrompt="1"/>
          </p:nvPr>
        </p:nvSpPr>
        <p:spPr>
          <a:xfrm>
            <a:off x="2317898" y="792126"/>
            <a:ext cx="7485321" cy="4635795"/>
          </a:xfrm>
          <a:prstGeom prst="rect">
            <a:avLst/>
          </a:prstGeom>
          <a:ln>
            <a:noFill/>
          </a:ln>
        </p:spPr>
        <p:txBody>
          <a:bodyPr lIns="182880" tIns="457200" rIns="274320" bIns="1280160" anchor="ctr"/>
          <a:lstStyle>
            <a:lvl1pPr marL="0" indent="0" algn="ctr">
              <a:buNone/>
              <a:defRPr sz="1200">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the image or video icon to insert your multimedia content.</a:t>
            </a:r>
          </a:p>
        </p:txBody>
      </p:sp>
    </p:spTree>
    <p:extLst>
      <p:ext uri="{BB962C8B-B14F-4D97-AF65-F5344CB8AC3E}">
        <p14:creationId xmlns:p14="http://schemas.microsoft.com/office/powerpoint/2010/main" val="8885282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Media and Content Layout - Tablet">
    <p:bg>
      <p:bgPr>
        <a:solidFill>
          <a:schemeClr val="accent1"/>
        </a:solidFill>
        <a:effectLst/>
      </p:bgPr>
    </p:bg>
    <p:spTree>
      <p:nvGrpSpPr>
        <p:cNvPr id="1" name=""/>
        <p:cNvGrpSpPr/>
        <p:nvPr/>
      </p:nvGrpSpPr>
      <p:grpSpPr>
        <a:xfrm>
          <a:off x="0" y="0"/>
          <a:ext cx="0" cy="0"/>
          <a:chOff x="0" y="0"/>
          <a:chExt cx="0" cy="0"/>
        </a:xfrm>
      </p:grpSpPr>
      <p:pic>
        <p:nvPicPr>
          <p:cNvPr id="15" name="Picture 14" descr="Shape, square&#10;&#10;Description automatically generated">
            <a:extLst>
              <a:ext uri="{FF2B5EF4-FFF2-40B4-BE49-F238E27FC236}">
                <a16:creationId xmlns:a16="http://schemas.microsoft.com/office/drawing/2014/main" id="{A7CEB4B8-FA90-4131-8982-DF675A196A99}"/>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rot="16200000">
            <a:off x="4677742" y="-449737"/>
            <a:ext cx="5798189" cy="7590805"/>
          </a:xfrm>
          <a:prstGeom prst="rect">
            <a:avLst/>
          </a:prstGeom>
        </p:spPr>
      </p:pic>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p:txBody>
          <a:bodyPr/>
          <a:lstStyle/>
          <a:p>
            <a:fld id="{A7FCC8F5-5E92-4E10-BDD3-D559588743B4}" type="slidenum">
              <a:rPr lang="en-US" smtClean="0"/>
              <a:t>‹#›</a:t>
            </a:fld>
            <a:endParaRPr lang="en-US"/>
          </a:p>
        </p:txBody>
      </p:sp>
      <p:sp>
        <p:nvSpPr>
          <p:cNvPr id="21" name="Content Placeholder 2">
            <a:extLst>
              <a:ext uri="{FF2B5EF4-FFF2-40B4-BE49-F238E27FC236}">
                <a16:creationId xmlns:a16="http://schemas.microsoft.com/office/drawing/2014/main" id="{A75EED30-FB0F-4493-8C81-AD3C0CE9F022}"/>
              </a:ext>
            </a:extLst>
          </p:cNvPr>
          <p:cNvSpPr>
            <a:spLocks noGrp="1"/>
          </p:cNvSpPr>
          <p:nvPr>
            <p:ph sz="half" idx="1"/>
          </p:nvPr>
        </p:nvSpPr>
        <p:spPr>
          <a:xfrm>
            <a:off x="345666" y="3243160"/>
            <a:ext cx="2877758" cy="2660969"/>
          </a:xfrm>
        </p:spPr>
        <p:txBody>
          <a:bodyPr/>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6">
            <a:extLst>
              <a:ext uri="{FF2B5EF4-FFF2-40B4-BE49-F238E27FC236}">
                <a16:creationId xmlns:a16="http://schemas.microsoft.com/office/drawing/2014/main" id="{6EA01640-EF1C-4D68-A619-1B49277EBFE8}"/>
              </a:ext>
            </a:extLst>
          </p:cNvPr>
          <p:cNvSpPr>
            <a:spLocks noGrp="1"/>
          </p:cNvSpPr>
          <p:nvPr>
            <p:ph sz="quarter" idx="13" hasCustomPrompt="1"/>
          </p:nvPr>
        </p:nvSpPr>
        <p:spPr>
          <a:xfrm>
            <a:off x="4045688" y="691116"/>
            <a:ext cx="7097233" cy="5300332"/>
          </a:xfrm>
          <a:prstGeom prst="roundRect">
            <a:avLst>
              <a:gd name="adj" fmla="val 1302"/>
            </a:avLst>
          </a:prstGeom>
          <a:ln>
            <a:noFill/>
          </a:ln>
        </p:spPr>
        <p:txBody>
          <a:bodyPr lIns="182880" tIns="457200" rIns="274320" bIns="1188720" anchor="ctr"/>
          <a:lstStyle>
            <a:lvl1pPr marL="0" indent="0" algn="ctr">
              <a:buNone/>
              <a:defRPr sz="1200">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the image or video icon to insert your multimedia content.</a:t>
            </a:r>
          </a:p>
        </p:txBody>
      </p:sp>
      <p:sp>
        <p:nvSpPr>
          <p:cNvPr id="2" name="Title 1">
            <a:extLst>
              <a:ext uri="{FF2B5EF4-FFF2-40B4-BE49-F238E27FC236}">
                <a16:creationId xmlns:a16="http://schemas.microsoft.com/office/drawing/2014/main" id="{1761CC60-E103-43AE-A5A8-53EF82C778C6}"/>
              </a:ext>
            </a:extLst>
          </p:cNvPr>
          <p:cNvSpPr>
            <a:spLocks noGrp="1"/>
          </p:cNvSpPr>
          <p:nvPr>
            <p:ph type="title" hasCustomPrompt="1"/>
          </p:nvPr>
        </p:nvSpPr>
        <p:spPr>
          <a:xfrm>
            <a:off x="345667" y="805856"/>
            <a:ext cx="2877758" cy="2281834"/>
          </a:xfrm>
        </p:spPr>
        <p:txBody>
          <a:bodyPr/>
          <a:lstStyle>
            <a:lvl1pPr>
              <a:defRPr>
                <a:solidFill>
                  <a:schemeClr val="tx1">
                    <a:lumMod val="95000"/>
                  </a:schemeClr>
                </a:solidFill>
              </a:defRPr>
            </a:lvl1pPr>
          </a:lstStyle>
          <a:p>
            <a:r>
              <a:rPr lang="en-US"/>
              <a:t>Tablet with Content Layout</a:t>
            </a:r>
          </a:p>
        </p:txBody>
      </p:sp>
    </p:spTree>
    <p:extLst>
      <p:ext uri="{BB962C8B-B14F-4D97-AF65-F5344CB8AC3E}">
        <p14:creationId xmlns:p14="http://schemas.microsoft.com/office/powerpoint/2010/main" val="398392604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Media Only Layout - Tablet">
    <p:bg>
      <p:bgPr>
        <a:solidFill>
          <a:schemeClr val="accent1"/>
        </a:solidFill>
        <a:effectLst/>
      </p:bgPr>
    </p:bg>
    <p:spTree>
      <p:nvGrpSpPr>
        <p:cNvPr id="1" name=""/>
        <p:cNvGrpSpPr/>
        <p:nvPr/>
      </p:nvGrpSpPr>
      <p:grpSpPr>
        <a:xfrm>
          <a:off x="0" y="0"/>
          <a:ext cx="0" cy="0"/>
          <a:chOff x="0" y="0"/>
          <a:chExt cx="0" cy="0"/>
        </a:xfrm>
      </p:grpSpPr>
      <p:pic>
        <p:nvPicPr>
          <p:cNvPr id="3" name="Picture 2" descr="Background pattern&#10;&#10;Description automatically generated">
            <a:extLst>
              <a:ext uri="{FF2B5EF4-FFF2-40B4-BE49-F238E27FC236}">
                <a16:creationId xmlns:a16="http://schemas.microsoft.com/office/drawing/2014/main" id="{7E1F9FE4-7079-98F9-0408-2EC07591665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22661"/>
          <a:stretch/>
        </p:blipFill>
        <p:spPr>
          <a:xfrm>
            <a:off x="0" y="689"/>
            <a:ext cx="12192000" cy="5302831"/>
          </a:xfrm>
          <a:prstGeom prst="rect">
            <a:avLst/>
          </a:prstGeom>
        </p:spPr>
      </p:pic>
      <p:pic>
        <p:nvPicPr>
          <p:cNvPr id="15" name="Picture 14" descr="Shape, square&#10;&#10;Description automatically generated">
            <a:extLst>
              <a:ext uri="{FF2B5EF4-FFF2-40B4-BE49-F238E27FC236}">
                <a16:creationId xmlns:a16="http://schemas.microsoft.com/office/drawing/2014/main" id="{A7CEB4B8-FA90-4131-8982-DF675A196A99}"/>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rot="16200000">
            <a:off x="3164849" y="-465285"/>
            <a:ext cx="5862302" cy="7674740"/>
          </a:xfrm>
          <a:prstGeom prst="rect">
            <a:avLst/>
          </a:prstGeom>
        </p:spPr>
      </p:pic>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p:txBody>
          <a:bodyPr/>
          <a:lstStyle/>
          <a:p>
            <a:fld id="{A7FCC8F5-5E92-4E10-BDD3-D559588743B4}" type="slidenum">
              <a:rPr lang="en-US" smtClean="0"/>
              <a:t>‹#›</a:t>
            </a:fld>
            <a:endParaRPr lang="en-US"/>
          </a:p>
        </p:txBody>
      </p:sp>
      <p:sp>
        <p:nvSpPr>
          <p:cNvPr id="11" name="Content Placeholder 16">
            <a:extLst>
              <a:ext uri="{FF2B5EF4-FFF2-40B4-BE49-F238E27FC236}">
                <a16:creationId xmlns:a16="http://schemas.microsoft.com/office/drawing/2014/main" id="{6EA01640-EF1C-4D68-A619-1B49277EBFE8}"/>
              </a:ext>
            </a:extLst>
          </p:cNvPr>
          <p:cNvSpPr>
            <a:spLocks noGrp="1"/>
          </p:cNvSpPr>
          <p:nvPr>
            <p:ph sz="quarter" idx="13" hasCustomPrompt="1"/>
          </p:nvPr>
        </p:nvSpPr>
        <p:spPr>
          <a:xfrm>
            <a:off x="2519284" y="698149"/>
            <a:ext cx="7185327" cy="5335828"/>
          </a:xfrm>
          <a:prstGeom prst="roundRect">
            <a:avLst>
              <a:gd name="adj" fmla="val 1302"/>
            </a:avLst>
          </a:prstGeom>
          <a:ln>
            <a:noFill/>
          </a:ln>
        </p:spPr>
        <p:txBody>
          <a:bodyPr lIns="182880" tIns="457200" rIns="274320" bIns="1280160" anchor="ctr"/>
          <a:lstStyle>
            <a:lvl1pPr marL="0" indent="0" algn="ctr">
              <a:buNone/>
              <a:defRPr sz="1200">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the image or video icon to insert your multimedia content.</a:t>
            </a:r>
          </a:p>
        </p:txBody>
      </p:sp>
    </p:spTree>
    <p:extLst>
      <p:ext uri="{BB962C8B-B14F-4D97-AF65-F5344CB8AC3E}">
        <p14:creationId xmlns:p14="http://schemas.microsoft.com/office/powerpoint/2010/main" val="425332115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Questions">
    <p:bg bwMode="invGray">
      <p:bgPr>
        <a:solidFill>
          <a:schemeClr val="accent1"/>
        </a:solidFill>
        <a:effectLst/>
      </p:bgPr>
    </p:bg>
    <p:spTree>
      <p:nvGrpSpPr>
        <p:cNvPr id="1" name=""/>
        <p:cNvGrpSpPr/>
        <p:nvPr/>
      </p:nvGrpSpPr>
      <p:grpSpPr>
        <a:xfrm>
          <a:off x="0" y="0"/>
          <a:ext cx="0" cy="0"/>
          <a:chOff x="0" y="0"/>
          <a:chExt cx="0" cy="0"/>
        </a:xfrm>
      </p:grpSpPr>
      <p:pic>
        <p:nvPicPr>
          <p:cNvPr id="3" name="Picture 2" descr="Background pattern&#10;&#10;Description automatically generated">
            <a:extLst>
              <a:ext uri="{FF2B5EF4-FFF2-40B4-BE49-F238E27FC236}">
                <a16:creationId xmlns:a16="http://schemas.microsoft.com/office/drawing/2014/main" id="{DCA81D8A-CBA0-45F2-DC4D-D37A6E8A3F8A}"/>
              </a:ext>
            </a:extLst>
          </p:cNvPr>
          <p:cNvPicPr>
            <a:picLocks noChangeAspect="1"/>
          </p:cNvPicPr>
          <p:nvPr userDrawn="1"/>
        </p:nvPicPr>
        <p:blipFill rotWithShape="1">
          <a:blip r:embed="rId2">
            <a:alphaModFix amt="62000"/>
            <a:extLst>
              <a:ext uri="{28A0092B-C50C-407E-A947-70E740481C1C}">
                <a14:useLocalDpi xmlns:a14="http://schemas.microsoft.com/office/drawing/2010/main" val="0"/>
              </a:ext>
            </a:extLst>
          </a:blip>
          <a:srcRect t="7812" b="7812"/>
          <a:stretch/>
        </p:blipFill>
        <p:spPr>
          <a:xfrm>
            <a:off x="0" y="0"/>
            <a:ext cx="12192000" cy="6858000"/>
          </a:xfrm>
          <a:prstGeom prst="rect">
            <a:avLst/>
          </a:prstGeom>
        </p:spPr>
      </p:pic>
      <p:sp>
        <p:nvSpPr>
          <p:cNvPr id="20" name="Text Placeholder 19">
            <a:extLst>
              <a:ext uri="{FF2B5EF4-FFF2-40B4-BE49-F238E27FC236}">
                <a16:creationId xmlns:a16="http://schemas.microsoft.com/office/drawing/2014/main" id="{3BBDEF9B-7E99-47B9-BDFC-E0C14D424E68}"/>
              </a:ext>
            </a:extLst>
          </p:cNvPr>
          <p:cNvSpPr>
            <a:spLocks noGrp="1"/>
          </p:cNvSpPr>
          <p:nvPr>
            <p:ph type="body" sz="quarter" idx="10" hasCustomPrompt="1"/>
          </p:nvPr>
        </p:nvSpPr>
        <p:spPr bwMode="white">
          <a:xfrm>
            <a:off x="2581796" y="2780925"/>
            <a:ext cx="7028408" cy="1091544"/>
          </a:xfrm>
        </p:spPr>
        <p:txBody>
          <a:bodyPr anchor="t"/>
          <a:lstStyle>
            <a:lvl1pPr marL="0" indent="0" algn="ctr">
              <a:buNone/>
              <a:defRPr sz="8800" b="1" cap="all" baseline="0">
                <a:solidFill>
                  <a:schemeClr val="accent4"/>
                </a:solidFill>
              </a:defRPr>
            </a:lvl1pPr>
            <a:lvl2pPr marL="227013" indent="0">
              <a:buNone/>
              <a:defRPr/>
            </a:lvl2pPr>
          </a:lstStyle>
          <a:p>
            <a:pPr lvl="0"/>
            <a:r>
              <a:rPr lang="en-US" err="1"/>
              <a:t>qUESTIONS</a:t>
            </a:r>
            <a:r>
              <a:rPr lang="en-US"/>
              <a:t>?</a:t>
            </a:r>
          </a:p>
        </p:txBody>
      </p:sp>
    </p:spTree>
    <p:extLst>
      <p:ext uri="{BB962C8B-B14F-4D97-AF65-F5344CB8AC3E}">
        <p14:creationId xmlns:p14="http://schemas.microsoft.com/office/powerpoint/2010/main" val="2124739059"/>
      </p:ext>
    </p:extLst>
  </p:cSld>
  <p:clrMapOvr>
    <a:overrideClrMapping bg1="dk1" tx1="lt1" bg2="dk2" tx2="lt2" accent1="accent1" accent2="accent2" accent3="accent3" accent4="accent4" accent5="accent5" accent6="accent6" hlink="hlink" folHlink="folHlink"/>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Thank You">
    <p:bg bwMode="invGray">
      <p:bgPr>
        <a:solidFill>
          <a:schemeClr val="accent1"/>
        </a:solidFill>
        <a:effectLst/>
      </p:bgPr>
    </p:bg>
    <p:spTree>
      <p:nvGrpSpPr>
        <p:cNvPr id="1" name=""/>
        <p:cNvGrpSpPr/>
        <p:nvPr/>
      </p:nvGrpSpPr>
      <p:grpSpPr>
        <a:xfrm>
          <a:off x="0" y="0"/>
          <a:ext cx="0" cy="0"/>
          <a:chOff x="0" y="0"/>
          <a:chExt cx="0" cy="0"/>
        </a:xfrm>
      </p:grpSpPr>
      <p:pic>
        <p:nvPicPr>
          <p:cNvPr id="3" name="Picture 2" descr="Background pattern&#10;&#10;Description automatically generated">
            <a:extLst>
              <a:ext uri="{FF2B5EF4-FFF2-40B4-BE49-F238E27FC236}">
                <a16:creationId xmlns:a16="http://schemas.microsoft.com/office/drawing/2014/main" id="{DCA81D8A-CBA0-45F2-DC4D-D37A6E8A3F8A}"/>
              </a:ext>
            </a:extLst>
          </p:cNvPr>
          <p:cNvPicPr>
            <a:picLocks noChangeAspect="1"/>
          </p:cNvPicPr>
          <p:nvPr userDrawn="1"/>
        </p:nvPicPr>
        <p:blipFill rotWithShape="1">
          <a:blip r:embed="rId2">
            <a:alphaModFix amt="62000"/>
            <a:extLst>
              <a:ext uri="{28A0092B-C50C-407E-A947-70E740481C1C}">
                <a14:useLocalDpi xmlns:a14="http://schemas.microsoft.com/office/drawing/2010/main" val="0"/>
              </a:ext>
            </a:extLst>
          </a:blip>
          <a:srcRect t="7812" b="7812"/>
          <a:stretch/>
        </p:blipFill>
        <p:spPr>
          <a:xfrm>
            <a:off x="0" y="0"/>
            <a:ext cx="12192000" cy="6858000"/>
          </a:xfrm>
          <a:prstGeom prst="rect">
            <a:avLst/>
          </a:prstGeom>
        </p:spPr>
      </p:pic>
      <p:sp>
        <p:nvSpPr>
          <p:cNvPr id="20" name="Text Placeholder 19">
            <a:extLst>
              <a:ext uri="{FF2B5EF4-FFF2-40B4-BE49-F238E27FC236}">
                <a16:creationId xmlns:a16="http://schemas.microsoft.com/office/drawing/2014/main" id="{3BBDEF9B-7E99-47B9-BDFC-E0C14D424E68}"/>
              </a:ext>
            </a:extLst>
          </p:cNvPr>
          <p:cNvSpPr>
            <a:spLocks noGrp="1"/>
          </p:cNvSpPr>
          <p:nvPr>
            <p:ph type="body" sz="quarter" idx="10" hasCustomPrompt="1"/>
          </p:nvPr>
        </p:nvSpPr>
        <p:spPr bwMode="white">
          <a:xfrm>
            <a:off x="2581796" y="2780925"/>
            <a:ext cx="7028408" cy="1091544"/>
          </a:xfrm>
        </p:spPr>
        <p:txBody>
          <a:bodyPr anchor="t"/>
          <a:lstStyle>
            <a:lvl1pPr marL="0" indent="0" algn="ctr">
              <a:buNone/>
              <a:defRPr sz="8800" b="1" cap="all" baseline="0">
                <a:solidFill>
                  <a:schemeClr val="accent4"/>
                </a:solidFill>
              </a:defRPr>
            </a:lvl1pPr>
            <a:lvl2pPr marL="227013" indent="0">
              <a:buNone/>
              <a:defRPr/>
            </a:lvl2pPr>
          </a:lstStyle>
          <a:p>
            <a:pPr lvl="0"/>
            <a:r>
              <a:rPr lang="en-US"/>
              <a:t>THANK YOU</a:t>
            </a:r>
          </a:p>
        </p:txBody>
      </p:sp>
    </p:spTree>
    <p:extLst>
      <p:ext uri="{BB962C8B-B14F-4D97-AF65-F5344CB8AC3E}">
        <p14:creationId xmlns:p14="http://schemas.microsoft.com/office/powerpoint/2010/main" val="2410355545"/>
      </p:ext>
    </p:extLst>
  </p:cSld>
  <p:clrMapOvr>
    <a:overrideClrMapping bg1="dk1" tx1="lt1" bg2="dk2" tx2="lt2" accent1="accent1" accent2="accent2" accent3="accent3" accent4="accent4" accent5="accent5" accent6="accent6" hlink="hlink" folHlink="folHlink"/>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Closing Slide">
    <p:bg bwMode="invGray">
      <p:bgPr>
        <a:solidFill>
          <a:schemeClr val="accent1"/>
        </a:solidFill>
        <a:effectLst/>
      </p:bgPr>
    </p:bg>
    <p:spTree>
      <p:nvGrpSpPr>
        <p:cNvPr id="1" name=""/>
        <p:cNvGrpSpPr/>
        <p:nvPr/>
      </p:nvGrpSpPr>
      <p:grpSpPr>
        <a:xfrm>
          <a:off x="0" y="0"/>
          <a:ext cx="0" cy="0"/>
          <a:chOff x="0" y="0"/>
          <a:chExt cx="0" cy="0"/>
        </a:xfrm>
      </p:grpSpPr>
      <p:sp>
        <p:nvSpPr>
          <p:cNvPr id="16" name="Freeform: Shape 15">
            <a:extLst>
              <a:ext uri="{FF2B5EF4-FFF2-40B4-BE49-F238E27FC236}">
                <a16:creationId xmlns:a16="http://schemas.microsoft.com/office/drawing/2014/main" id="{403FCA63-ED35-43C6-9D23-79CB6DA6369F}"/>
              </a:ext>
            </a:extLst>
          </p:cNvPr>
          <p:cNvSpPr/>
          <p:nvPr userDrawn="1"/>
        </p:nvSpPr>
        <p:spPr>
          <a:xfrm>
            <a:off x="3970041" y="2889501"/>
            <a:ext cx="8221959" cy="1304555"/>
          </a:xfrm>
          <a:custGeom>
            <a:avLst/>
            <a:gdLst>
              <a:gd name="connsiteX0" fmla="*/ 1 w 8221959"/>
              <a:gd name="connsiteY0" fmla="*/ 192 h 1304555"/>
              <a:gd name="connsiteX1" fmla="*/ 323852 w 8221959"/>
              <a:gd name="connsiteY1" fmla="*/ 192 h 1304555"/>
              <a:gd name="connsiteX2" fmla="*/ 323852 w 8221959"/>
              <a:gd name="connsiteY2" fmla="*/ 891522 h 1304555"/>
              <a:gd name="connsiteX3" fmla="*/ 535496 w 8221959"/>
              <a:gd name="connsiteY3" fmla="*/ 652272 h 1304555"/>
              <a:gd name="connsiteX4" fmla="*/ 1038797 w 8221959"/>
              <a:gd name="connsiteY4" fmla="*/ 84582 h 1304555"/>
              <a:gd name="connsiteX5" fmla="*/ 1045274 w 8221959"/>
              <a:gd name="connsiteY5" fmla="*/ 77628 h 1304555"/>
              <a:gd name="connsiteX6" fmla="*/ 1402366 w 8221959"/>
              <a:gd name="connsiteY6" fmla="*/ 62103 h 1304555"/>
              <a:gd name="connsiteX7" fmla="*/ 1495902 w 8221959"/>
              <a:gd name="connsiteY7" fmla="*/ 272319 h 1304555"/>
              <a:gd name="connsiteX8" fmla="*/ 1495902 w 8221959"/>
              <a:gd name="connsiteY8" fmla="*/ 899826 h 1304555"/>
              <a:gd name="connsiteX9" fmla="*/ 1714977 w 8221959"/>
              <a:gd name="connsiteY9" fmla="*/ 652176 h 1304555"/>
              <a:gd name="connsiteX10" fmla="*/ 2218183 w 8221959"/>
              <a:gd name="connsiteY10" fmla="*/ 84582 h 1304555"/>
              <a:gd name="connsiteX11" fmla="*/ 2224374 w 8221959"/>
              <a:gd name="connsiteY11" fmla="*/ 77628 h 1304555"/>
              <a:gd name="connsiteX12" fmla="*/ 2581847 w 8221959"/>
              <a:gd name="connsiteY12" fmla="*/ 62103 h 1304555"/>
              <a:gd name="connsiteX13" fmla="*/ 2675383 w 8221959"/>
              <a:gd name="connsiteY13" fmla="*/ 272319 h 1304555"/>
              <a:gd name="connsiteX14" fmla="*/ 2675383 w 8221959"/>
              <a:gd name="connsiteY14" fmla="*/ 899826 h 1304555"/>
              <a:gd name="connsiteX15" fmla="*/ 2894458 w 8221959"/>
              <a:gd name="connsiteY15" fmla="*/ 652176 h 1304555"/>
              <a:gd name="connsiteX16" fmla="*/ 3397663 w 8221959"/>
              <a:gd name="connsiteY16" fmla="*/ 84582 h 1304555"/>
              <a:gd name="connsiteX17" fmla="*/ 3404236 w 8221959"/>
              <a:gd name="connsiteY17" fmla="*/ 77628 h 1304555"/>
              <a:gd name="connsiteX18" fmla="*/ 3761328 w 8221959"/>
              <a:gd name="connsiteY18" fmla="*/ 62103 h 1304555"/>
              <a:gd name="connsiteX19" fmla="*/ 3854768 w 8221959"/>
              <a:gd name="connsiteY19" fmla="*/ 272319 h 1304555"/>
              <a:gd name="connsiteX20" fmla="*/ 3854768 w 8221959"/>
              <a:gd name="connsiteY20" fmla="*/ 899826 h 1304555"/>
              <a:gd name="connsiteX21" fmla="*/ 4073843 w 8221959"/>
              <a:gd name="connsiteY21" fmla="*/ 652176 h 1304555"/>
              <a:gd name="connsiteX22" fmla="*/ 4577049 w 8221959"/>
              <a:gd name="connsiteY22" fmla="*/ 84582 h 1304555"/>
              <a:gd name="connsiteX23" fmla="*/ 4583526 w 8221959"/>
              <a:gd name="connsiteY23" fmla="*/ 77628 h 1304555"/>
              <a:gd name="connsiteX24" fmla="*/ 4940713 w 8221959"/>
              <a:gd name="connsiteY24" fmla="*/ 62103 h 1304555"/>
              <a:gd name="connsiteX25" fmla="*/ 5034249 w 8221959"/>
              <a:gd name="connsiteY25" fmla="*/ 272319 h 1304555"/>
              <a:gd name="connsiteX26" fmla="*/ 5034249 w 8221959"/>
              <a:gd name="connsiteY26" fmla="*/ 652272 h 1304555"/>
              <a:gd name="connsiteX27" fmla="*/ 5031296 w 8221959"/>
              <a:gd name="connsiteY27" fmla="*/ 652272 h 1304555"/>
              <a:gd name="connsiteX28" fmla="*/ 5031296 w 8221959"/>
              <a:gd name="connsiteY28" fmla="*/ 899921 h 1304555"/>
              <a:gd name="connsiteX29" fmla="*/ 5250370 w 8221959"/>
              <a:gd name="connsiteY29" fmla="*/ 652271 h 1304555"/>
              <a:gd name="connsiteX30" fmla="*/ 5753668 w 8221959"/>
              <a:gd name="connsiteY30" fmla="*/ 84581 h 1304555"/>
              <a:gd name="connsiteX31" fmla="*/ 5760145 w 8221959"/>
              <a:gd name="connsiteY31" fmla="*/ 77627 h 1304555"/>
              <a:gd name="connsiteX32" fmla="*/ 6117235 w 8221959"/>
              <a:gd name="connsiteY32" fmla="*/ 62102 h 1304555"/>
              <a:gd name="connsiteX33" fmla="*/ 6210770 w 8221959"/>
              <a:gd name="connsiteY33" fmla="*/ 272318 h 1304555"/>
              <a:gd name="connsiteX34" fmla="*/ 6210770 w 8221959"/>
              <a:gd name="connsiteY34" fmla="*/ 899825 h 1304555"/>
              <a:gd name="connsiteX35" fmla="*/ 6429843 w 8221959"/>
              <a:gd name="connsiteY35" fmla="*/ 652175 h 1304555"/>
              <a:gd name="connsiteX36" fmla="*/ 6933046 w 8221959"/>
              <a:gd name="connsiteY36" fmla="*/ 84581 h 1304555"/>
              <a:gd name="connsiteX37" fmla="*/ 6939237 w 8221959"/>
              <a:gd name="connsiteY37" fmla="*/ 77627 h 1304555"/>
              <a:gd name="connsiteX38" fmla="*/ 7114949 w 8221959"/>
              <a:gd name="connsiteY38" fmla="*/ 250 h 1304555"/>
              <a:gd name="connsiteX39" fmla="*/ 7296708 w 8221959"/>
              <a:gd name="connsiteY39" fmla="*/ 62102 h 1304555"/>
              <a:gd name="connsiteX40" fmla="*/ 7390243 w 8221959"/>
              <a:gd name="connsiteY40" fmla="*/ 272318 h 1304555"/>
              <a:gd name="connsiteX41" fmla="*/ 7390243 w 8221959"/>
              <a:gd name="connsiteY41" fmla="*/ 899825 h 1304555"/>
              <a:gd name="connsiteX42" fmla="*/ 7609317 w 8221959"/>
              <a:gd name="connsiteY42" fmla="*/ 652175 h 1304555"/>
              <a:gd name="connsiteX43" fmla="*/ 8112520 w 8221959"/>
              <a:gd name="connsiteY43" fmla="*/ 84581 h 1304555"/>
              <a:gd name="connsiteX44" fmla="*/ 8119092 w 8221959"/>
              <a:gd name="connsiteY44" fmla="*/ 77627 h 1304555"/>
              <a:gd name="connsiteX45" fmla="*/ 8201036 w 8221959"/>
              <a:gd name="connsiteY45" fmla="*/ 21886 h 1304555"/>
              <a:gd name="connsiteX46" fmla="*/ 8221959 w 8221959"/>
              <a:gd name="connsiteY46" fmla="*/ 15039 h 1304555"/>
              <a:gd name="connsiteX47" fmla="*/ 8221959 w 8221959"/>
              <a:gd name="connsiteY47" fmla="*/ 439700 h 1304555"/>
              <a:gd name="connsiteX48" fmla="*/ 8033748 w 8221959"/>
              <a:gd name="connsiteY48" fmla="*/ 652461 h 1304555"/>
              <a:gd name="connsiteX49" fmla="*/ 7524354 w 8221959"/>
              <a:gd name="connsiteY49" fmla="*/ 1227105 h 1304555"/>
              <a:gd name="connsiteX50" fmla="*/ 7211270 w 8221959"/>
              <a:gd name="connsiteY50" fmla="*/ 1272253 h 1304555"/>
              <a:gd name="connsiteX51" fmla="*/ 7073729 w 8221959"/>
              <a:gd name="connsiteY51" fmla="*/ 1029556 h 1304555"/>
              <a:gd name="connsiteX52" fmla="*/ 7073729 w 8221959"/>
              <a:gd name="connsiteY52" fmla="*/ 404811 h 1304555"/>
              <a:gd name="connsiteX53" fmla="*/ 6854656 w 8221959"/>
              <a:gd name="connsiteY53" fmla="*/ 652461 h 1304555"/>
              <a:gd name="connsiteX54" fmla="*/ 6345167 w 8221959"/>
              <a:gd name="connsiteY54" fmla="*/ 1227105 h 1304555"/>
              <a:gd name="connsiteX55" fmla="*/ 6158192 w 8221959"/>
              <a:gd name="connsiteY55" fmla="*/ 1304352 h 1304555"/>
              <a:gd name="connsiteX56" fmla="*/ 6031511 w 8221959"/>
              <a:gd name="connsiteY56" fmla="*/ 1272063 h 1304555"/>
              <a:gd name="connsiteX57" fmla="*/ 5893970 w 8221959"/>
              <a:gd name="connsiteY57" fmla="*/ 1029366 h 1304555"/>
              <a:gd name="connsiteX58" fmla="*/ 5893970 w 8221959"/>
              <a:gd name="connsiteY58" fmla="*/ 404811 h 1304555"/>
              <a:gd name="connsiteX59" fmla="*/ 5674897 w 8221959"/>
              <a:gd name="connsiteY59" fmla="*/ 652461 h 1304555"/>
              <a:gd name="connsiteX60" fmla="*/ 5165407 w 8221959"/>
              <a:gd name="connsiteY60" fmla="*/ 1227105 h 1304555"/>
              <a:gd name="connsiteX61" fmla="*/ 4979100 w 8221959"/>
              <a:gd name="connsiteY61" fmla="*/ 1304543 h 1304555"/>
              <a:gd name="connsiteX62" fmla="*/ 4852322 w 8221959"/>
              <a:gd name="connsiteY62" fmla="*/ 1272253 h 1304555"/>
              <a:gd name="connsiteX63" fmla="*/ 4714877 w 8221959"/>
              <a:gd name="connsiteY63" fmla="*/ 1029556 h 1304555"/>
              <a:gd name="connsiteX64" fmla="*/ 4714877 w 8221959"/>
              <a:gd name="connsiteY64" fmla="*/ 652271 h 1304555"/>
              <a:gd name="connsiteX65" fmla="*/ 4717066 w 8221959"/>
              <a:gd name="connsiteY65" fmla="*/ 652271 h 1304555"/>
              <a:gd name="connsiteX66" fmla="*/ 4717066 w 8221959"/>
              <a:gd name="connsiteY66" fmla="*/ 404622 h 1304555"/>
              <a:gd name="connsiteX67" fmla="*/ 4497991 w 8221959"/>
              <a:gd name="connsiteY67" fmla="*/ 652272 h 1304555"/>
              <a:gd name="connsiteX68" fmla="*/ 3988499 w 8221959"/>
              <a:gd name="connsiteY68" fmla="*/ 1226915 h 1304555"/>
              <a:gd name="connsiteX69" fmla="*/ 3802190 w 8221959"/>
              <a:gd name="connsiteY69" fmla="*/ 1304353 h 1304555"/>
              <a:gd name="connsiteX70" fmla="*/ 3675508 w 8221959"/>
              <a:gd name="connsiteY70" fmla="*/ 1272064 h 1304555"/>
              <a:gd name="connsiteX71" fmla="*/ 3537967 w 8221959"/>
              <a:gd name="connsiteY71" fmla="*/ 1029367 h 1304555"/>
              <a:gd name="connsiteX72" fmla="*/ 3537967 w 8221959"/>
              <a:gd name="connsiteY72" fmla="*/ 404812 h 1304555"/>
              <a:gd name="connsiteX73" fmla="*/ 3318892 w 8221959"/>
              <a:gd name="connsiteY73" fmla="*/ 652462 h 1304555"/>
              <a:gd name="connsiteX74" fmla="*/ 2809495 w 8221959"/>
              <a:gd name="connsiteY74" fmla="*/ 1227106 h 1304555"/>
              <a:gd name="connsiteX75" fmla="*/ 2496408 w 8221959"/>
              <a:gd name="connsiteY75" fmla="*/ 1272254 h 1304555"/>
              <a:gd name="connsiteX76" fmla="*/ 2358867 w 8221959"/>
              <a:gd name="connsiteY76" fmla="*/ 1029557 h 1304555"/>
              <a:gd name="connsiteX77" fmla="*/ 2358867 w 8221959"/>
              <a:gd name="connsiteY77" fmla="*/ 404812 h 1304555"/>
              <a:gd name="connsiteX78" fmla="*/ 2139792 w 8221959"/>
              <a:gd name="connsiteY78" fmla="*/ 652462 h 1304555"/>
              <a:gd name="connsiteX79" fmla="*/ 1630300 w 8221959"/>
              <a:gd name="connsiteY79" fmla="*/ 1227106 h 1304555"/>
              <a:gd name="connsiteX80" fmla="*/ 1443324 w 8221959"/>
              <a:gd name="connsiteY80" fmla="*/ 1304353 h 1304555"/>
              <a:gd name="connsiteX81" fmla="*/ 1316641 w 8221959"/>
              <a:gd name="connsiteY81" fmla="*/ 1272064 h 1304555"/>
              <a:gd name="connsiteX82" fmla="*/ 1179100 w 8221959"/>
              <a:gd name="connsiteY82" fmla="*/ 1029367 h 1304555"/>
              <a:gd name="connsiteX83" fmla="*/ 1179100 w 8221959"/>
              <a:gd name="connsiteY83" fmla="*/ 404812 h 1304555"/>
              <a:gd name="connsiteX84" fmla="*/ 960025 w 8221959"/>
              <a:gd name="connsiteY84" fmla="*/ 652462 h 1304555"/>
              <a:gd name="connsiteX85" fmla="*/ 450533 w 8221959"/>
              <a:gd name="connsiteY85" fmla="*/ 1227106 h 1304555"/>
              <a:gd name="connsiteX86" fmla="*/ 264224 w 8221959"/>
              <a:gd name="connsiteY86" fmla="*/ 1304544 h 1304555"/>
              <a:gd name="connsiteX87" fmla="*/ 137446 w 8221959"/>
              <a:gd name="connsiteY87" fmla="*/ 1272254 h 1304555"/>
              <a:gd name="connsiteX88" fmla="*/ 9180 w 8221959"/>
              <a:gd name="connsiteY88" fmla="*/ 1102894 h 1304555"/>
              <a:gd name="connsiteX89" fmla="*/ 513 w 8221959"/>
              <a:gd name="connsiteY89" fmla="*/ 1033656 h 1304555"/>
              <a:gd name="connsiteX90" fmla="*/ 1 w 8221959"/>
              <a:gd name="connsiteY90" fmla="*/ 1033656 h 1304555"/>
              <a:gd name="connsiteX91" fmla="*/ 1 w 8221959"/>
              <a:gd name="connsiteY91" fmla="*/ 1029565 h 1304555"/>
              <a:gd name="connsiteX92" fmla="*/ 0 w 8221959"/>
              <a:gd name="connsiteY92" fmla="*/ 1029557 h 1304555"/>
              <a:gd name="connsiteX93" fmla="*/ 0 w 8221959"/>
              <a:gd name="connsiteY93" fmla="*/ 652272 h 1304555"/>
              <a:gd name="connsiteX94" fmla="*/ 1 w 8221959"/>
              <a:gd name="connsiteY94" fmla="*/ 652272 h 1304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8221959" h="1304555">
                <a:moveTo>
                  <a:pt x="1" y="192"/>
                </a:moveTo>
                <a:lnTo>
                  <a:pt x="323852" y="192"/>
                </a:lnTo>
                <a:lnTo>
                  <a:pt x="323852" y="891522"/>
                </a:lnTo>
                <a:lnTo>
                  <a:pt x="535496" y="652272"/>
                </a:lnTo>
                <a:lnTo>
                  <a:pt x="1038797" y="84582"/>
                </a:lnTo>
                <a:lnTo>
                  <a:pt x="1045274" y="77628"/>
                </a:lnTo>
                <a:cubicBezTo>
                  <a:pt x="1142275" y="-19352"/>
                  <a:pt x="1297315" y="-26092"/>
                  <a:pt x="1402366" y="62103"/>
                </a:cubicBezTo>
                <a:cubicBezTo>
                  <a:pt x="1464469" y="112776"/>
                  <a:pt x="1495902" y="192214"/>
                  <a:pt x="1495902" y="272319"/>
                </a:cubicBezTo>
                <a:lnTo>
                  <a:pt x="1495902" y="899826"/>
                </a:lnTo>
                <a:lnTo>
                  <a:pt x="1714977" y="652176"/>
                </a:lnTo>
                <a:lnTo>
                  <a:pt x="2218183" y="84582"/>
                </a:lnTo>
                <a:lnTo>
                  <a:pt x="2224374" y="77628"/>
                </a:lnTo>
                <a:cubicBezTo>
                  <a:pt x="2321424" y="-19582"/>
                  <a:pt x="2476734" y="-26327"/>
                  <a:pt x="2581847" y="62103"/>
                </a:cubicBezTo>
                <a:cubicBezTo>
                  <a:pt x="2643950" y="112776"/>
                  <a:pt x="2675383" y="192119"/>
                  <a:pt x="2675383" y="272319"/>
                </a:cubicBezTo>
                <a:lnTo>
                  <a:pt x="2675383" y="899826"/>
                </a:lnTo>
                <a:lnTo>
                  <a:pt x="2894458" y="652176"/>
                </a:lnTo>
                <a:lnTo>
                  <a:pt x="3397663" y="84582"/>
                </a:lnTo>
                <a:lnTo>
                  <a:pt x="3404236" y="77628"/>
                </a:lnTo>
                <a:cubicBezTo>
                  <a:pt x="3501236" y="-19352"/>
                  <a:pt x="3656276" y="-26092"/>
                  <a:pt x="3761328" y="62103"/>
                </a:cubicBezTo>
                <a:cubicBezTo>
                  <a:pt x="3823336" y="112776"/>
                  <a:pt x="3854768" y="192214"/>
                  <a:pt x="3854768" y="272319"/>
                </a:cubicBezTo>
                <a:lnTo>
                  <a:pt x="3854768" y="899826"/>
                </a:lnTo>
                <a:lnTo>
                  <a:pt x="4073843" y="652176"/>
                </a:lnTo>
                <a:lnTo>
                  <a:pt x="4577049" y="84582"/>
                </a:lnTo>
                <a:lnTo>
                  <a:pt x="4583526" y="77628"/>
                </a:lnTo>
                <a:cubicBezTo>
                  <a:pt x="4680539" y="-19409"/>
                  <a:pt x="4835647" y="-26151"/>
                  <a:pt x="4940713" y="62103"/>
                </a:cubicBezTo>
                <a:cubicBezTo>
                  <a:pt x="5002816" y="112776"/>
                  <a:pt x="5034249" y="192119"/>
                  <a:pt x="5034249" y="272319"/>
                </a:cubicBezTo>
                <a:lnTo>
                  <a:pt x="5034249" y="652272"/>
                </a:lnTo>
                <a:lnTo>
                  <a:pt x="5031296" y="652272"/>
                </a:lnTo>
                <a:lnTo>
                  <a:pt x="5031296" y="899921"/>
                </a:lnTo>
                <a:lnTo>
                  <a:pt x="5250370" y="652271"/>
                </a:lnTo>
                <a:lnTo>
                  <a:pt x="5753668" y="84581"/>
                </a:lnTo>
                <a:lnTo>
                  <a:pt x="5760145" y="77627"/>
                </a:lnTo>
                <a:cubicBezTo>
                  <a:pt x="5857145" y="-19353"/>
                  <a:pt x="6012184" y="-26093"/>
                  <a:pt x="6117235" y="62102"/>
                </a:cubicBezTo>
                <a:cubicBezTo>
                  <a:pt x="6179338" y="112775"/>
                  <a:pt x="6210770" y="192213"/>
                  <a:pt x="6210770" y="272318"/>
                </a:cubicBezTo>
                <a:lnTo>
                  <a:pt x="6210770" y="899825"/>
                </a:lnTo>
                <a:lnTo>
                  <a:pt x="6429843" y="652175"/>
                </a:lnTo>
                <a:lnTo>
                  <a:pt x="6933046" y="84581"/>
                </a:lnTo>
                <a:lnTo>
                  <a:pt x="6939237" y="77627"/>
                </a:lnTo>
                <a:cubicBezTo>
                  <a:pt x="6987762" y="29022"/>
                  <a:pt x="7050852" y="3033"/>
                  <a:pt x="7114949" y="250"/>
                </a:cubicBezTo>
                <a:cubicBezTo>
                  <a:pt x="7179047" y="-2534"/>
                  <a:pt x="7244152" y="17887"/>
                  <a:pt x="7296708" y="62102"/>
                </a:cubicBezTo>
                <a:cubicBezTo>
                  <a:pt x="7358811" y="112775"/>
                  <a:pt x="7390243" y="192118"/>
                  <a:pt x="7390243" y="272318"/>
                </a:cubicBezTo>
                <a:lnTo>
                  <a:pt x="7390243" y="899825"/>
                </a:lnTo>
                <a:lnTo>
                  <a:pt x="7609317" y="652175"/>
                </a:lnTo>
                <a:lnTo>
                  <a:pt x="8112520" y="84581"/>
                </a:lnTo>
                <a:lnTo>
                  <a:pt x="8119092" y="77627"/>
                </a:lnTo>
                <a:cubicBezTo>
                  <a:pt x="8143342" y="53382"/>
                  <a:pt x="8171219" y="34777"/>
                  <a:pt x="8201036" y="21886"/>
                </a:cubicBezTo>
                <a:lnTo>
                  <a:pt x="8221959" y="15039"/>
                </a:lnTo>
                <a:lnTo>
                  <a:pt x="8221959" y="439700"/>
                </a:lnTo>
                <a:lnTo>
                  <a:pt x="8033748" y="652461"/>
                </a:lnTo>
                <a:lnTo>
                  <a:pt x="7524354" y="1227105"/>
                </a:lnTo>
                <a:cubicBezTo>
                  <a:pt x="7441614" y="1310042"/>
                  <a:pt x="7314071" y="1328434"/>
                  <a:pt x="7211270" y="1272253"/>
                </a:cubicBezTo>
                <a:cubicBezTo>
                  <a:pt x="7123831" y="1224628"/>
                  <a:pt x="7073729" y="1129378"/>
                  <a:pt x="7073729" y="1029556"/>
                </a:cubicBezTo>
                <a:lnTo>
                  <a:pt x="7073729" y="404811"/>
                </a:lnTo>
                <a:lnTo>
                  <a:pt x="6854656" y="652461"/>
                </a:lnTo>
                <a:lnTo>
                  <a:pt x="6345167" y="1227105"/>
                </a:lnTo>
                <a:cubicBezTo>
                  <a:pt x="6295611" y="1276719"/>
                  <a:pt x="6228316" y="1304522"/>
                  <a:pt x="6158192" y="1304352"/>
                </a:cubicBezTo>
                <a:cubicBezTo>
                  <a:pt x="6113940" y="1304266"/>
                  <a:pt x="6070405" y="1293169"/>
                  <a:pt x="6031511" y="1272063"/>
                </a:cubicBezTo>
                <a:cubicBezTo>
                  <a:pt x="5944071" y="1224438"/>
                  <a:pt x="5893970" y="1129188"/>
                  <a:pt x="5893970" y="1029366"/>
                </a:cubicBezTo>
                <a:lnTo>
                  <a:pt x="5893970" y="404811"/>
                </a:lnTo>
                <a:lnTo>
                  <a:pt x="5674897" y="652461"/>
                </a:lnTo>
                <a:lnTo>
                  <a:pt x="5165407" y="1227105"/>
                </a:lnTo>
                <a:cubicBezTo>
                  <a:pt x="5116088" y="1276688"/>
                  <a:pt x="5049034" y="1304558"/>
                  <a:pt x="4979100" y="1304543"/>
                </a:cubicBezTo>
                <a:cubicBezTo>
                  <a:pt x="4934810" y="1304512"/>
                  <a:pt x="4891231" y="1293413"/>
                  <a:pt x="4852322" y="1272253"/>
                </a:cubicBezTo>
                <a:cubicBezTo>
                  <a:pt x="4764883" y="1224628"/>
                  <a:pt x="4714877" y="1129378"/>
                  <a:pt x="4714877" y="1029556"/>
                </a:cubicBezTo>
                <a:lnTo>
                  <a:pt x="4714877" y="652271"/>
                </a:lnTo>
                <a:lnTo>
                  <a:pt x="4717066" y="652271"/>
                </a:lnTo>
                <a:lnTo>
                  <a:pt x="4717066" y="404622"/>
                </a:lnTo>
                <a:lnTo>
                  <a:pt x="4497991" y="652272"/>
                </a:lnTo>
                <a:lnTo>
                  <a:pt x="3988499" y="1226915"/>
                </a:lnTo>
                <a:cubicBezTo>
                  <a:pt x="3939156" y="1276462"/>
                  <a:pt x="3872117" y="1304327"/>
                  <a:pt x="3802190" y="1304353"/>
                </a:cubicBezTo>
                <a:cubicBezTo>
                  <a:pt x="3757938" y="1304267"/>
                  <a:pt x="3714402" y="1293170"/>
                  <a:pt x="3675508" y="1272064"/>
                </a:cubicBezTo>
                <a:cubicBezTo>
                  <a:pt x="3588068" y="1224439"/>
                  <a:pt x="3537967" y="1129189"/>
                  <a:pt x="3537967" y="1029367"/>
                </a:cubicBezTo>
                <a:lnTo>
                  <a:pt x="3537967" y="404812"/>
                </a:lnTo>
                <a:lnTo>
                  <a:pt x="3318892" y="652462"/>
                </a:lnTo>
                <a:lnTo>
                  <a:pt x="2809495" y="1227106"/>
                </a:lnTo>
                <a:cubicBezTo>
                  <a:pt x="2726754" y="1310043"/>
                  <a:pt x="2599210" y="1328435"/>
                  <a:pt x="2496408" y="1272254"/>
                </a:cubicBezTo>
                <a:cubicBezTo>
                  <a:pt x="2408968" y="1224629"/>
                  <a:pt x="2358867" y="1129379"/>
                  <a:pt x="2358867" y="1029557"/>
                </a:cubicBezTo>
                <a:lnTo>
                  <a:pt x="2358867" y="404812"/>
                </a:lnTo>
                <a:lnTo>
                  <a:pt x="2139792" y="652462"/>
                </a:lnTo>
                <a:lnTo>
                  <a:pt x="1630300" y="1227106"/>
                </a:lnTo>
                <a:cubicBezTo>
                  <a:pt x="1580744" y="1276720"/>
                  <a:pt x="1513448" y="1304523"/>
                  <a:pt x="1443324" y="1304353"/>
                </a:cubicBezTo>
                <a:cubicBezTo>
                  <a:pt x="1399071" y="1304267"/>
                  <a:pt x="1355536" y="1293170"/>
                  <a:pt x="1316641" y="1272064"/>
                </a:cubicBezTo>
                <a:cubicBezTo>
                  <a:pt x="1229202" y="1224439"/>
                  <a:pt x="1179100" y="1129189"/>
                  <a:pt x="1179100" y="1029367"/>
                </a:cubicBezTo>
                <a:lnTo>
                  <a:pt x="1179100" y="404812"/>
                </a:lnTo>
                <a:lnTo>
                  <a:pt x="960025" y="652462"/>
                </a:lnTo>
                <a:lnTo>
                  <a:pt x="450533" y="1227106"/>
                </a:lnTo>
                <a:cubicBezTo>
                  <a:pt x="401213" y="1276689"/>
                  <a:pt x="334159" y="1304559"/>
                  <a:pt x="264224" y="1304544"/>
                </a:cubicBezTo>
                <a:cubicBezTo>
                  <a:pt x="219934" y="1304513"/>
                  <a:pt x="176355" y="1293414"/>
                  <a:pt x="137446" y="1272254"/>
                </a:cubicBezTo>
                <a:cubicBezTo>
                  <a:pt x="71866" y="1236535"/>
                  <a:pt x="27343" y="1174028"/>
                  <a:pt x="9180" y="1102894"/>
                </a:cubicBezTo>
                <a:lnTo>
                  <a:pt x="513" y="1033656"/>
                </a:lnTo>
                <a:lnTo>
                  <a:pt x="1" y="1033656"/>
                </a:lnTo>
                <a:lnTo>
                  <a:pt x="1" y="1029565"/>
                </a:lnTo>
                <a:lnTo>
                  <a:pt x="0" y="1029557"/>
                </a:lnTo>
                <a:lnTo>
                  <a:pt x="0" y="652272"/>
                </a:lnTo>
                <a:lnTo>
                  <a:pt x="1" y="652272"/>
                </a:lnTo>
                <a:close/>
              </a:path>
            </a:pathLst>
          </a:custGeom>
          <a:gradFill flip="none" rotWithShape="1">
            <a:gsLst>
              <a:gs pos="0">
                <a:schemeClr val="accent1">
                  <a:tint val="66000"/>
                  <a:satMod val="160000"/>
                </a:schemeClr>
              </a:gs>
              <a:gs pos="49000">
                <a:schemeClr val="accent1">
                  <a:tint val="44500"/>
                  <a:satMod val="160000"/>
                </a:schemeClr>
              </a:gs>
              <a:gs pos="100000">
                <a:schemeClr val="tx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8" name="Graphic 17">
            <a:extLst>
              <a:ext uri="{FF2B5EF4-FFF2-40B4-BE49-F238E27FC236}">
                <a16:creationId xmlns:a16="http://schemas.microsoft.com/office/drawing/2014/main" id="{A9BC630F-6602-46CC-94D2-9A72427CD1B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78464" y="2919177"/>
            <a:ext cx="3165955" cy="1245957"/>
          </a:xfrm>
          <a:prstGeom prst="rect">
            <a:avLst/>
          </a:prstGeom>
        </p:spPr>
      </p:pic>
    </p:spTree>
    <p:extLst>
      <p:ext uri="{BB962C8B-B14F-4D97-AF65-F5344CB8AC3E}">
        <p14:creationId xmlns:p14="http://schemas.microsoft.com/office/powerpoint/2010/main" val="1609920526"/>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image" Target="../media/image1.pn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image" Target="../media/image2.svg"/><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A2CE99E-E714-40B6-AD13-9F92202805BD}"/>
              </a:ext>
            </a:extLst>
          </p:cNvPr>
          <p:cNvSpPr>
            <a:spLocks noGrp="1"/>
          </p:cNvSpPr>
          <p:nvPr>
            <p:ph type="ftr" sz="quarter" idx="3"/>
          </p:nvPr>
        </p:nvSpPr>
        <p:spPr>
          <a:xfrm>
            <a:off x="342900" y="6394105"/>
            <a:ext cx="10259861" cy="365125"/>
          </a:xfrm>
          <a:prstGeom prst="rect">
            <a:avLst/>
          </a:prstGeom>
        </p:spPr>
        <p:txBody>
          <a:bodyPr vert="horz" lIns="0" tIns="45720" rIns="91440" bIns="45720" rtlCol="0" anchor="ctr"/>
          <a:lstStyle>
            <a:lvl1pPr algn="l">
              <a:defRPr sz="800">
                <a:solidFill>
                  <a:schemeClr val="tx1"/>
                </a:solidFill>
              </a:defRPr>
            </a:lvl1pPr>
          </a:lstStyle>
          <a:p>
            <a:endParaRPr lang="en-US"/>
          </a:p>
        </p:txBody>
      </p:sp>
      <p:sp>
        <p:nvSpPr>
          <p:cNvPr id="2" name="Title Placeholder 1">
            <a:extLst>
              <a:ext uri="{FF2B5EF4-FFF2-40B4-BE49-F238E27FC236}">
                <a16:creationId xmlns:a16="http://schemas.microsoft.com/office/drawing/2014/main" id="{6FA46329-3CEB-4871-A9F8-2926A8C0855D}"/>
              </a:ext>
            </a:extLst>
          </p:cNvPr>
          <p:cNvSpPr>
            <a:spLocks noGrp="1"/>
          </p:cNvSpPr>
          <p:nvPr>
            <p:ph type="title"/>
          </p:nvPr>
        </p:nvSpPr>
        <p:spPr>
          <a:xfrm>
            <a:off x="880782" y="545914"/>
            <a:ext cx="10414747" cy="1147152"/>
          </a:xfrm>
          <a:prstGeom prst="rect">
            <a:avLst/>
          </a:prstGeom>
        </p:spPr>
        <p:txBody>
          <a:bodyPr vert="horz" lIns="0" tIns="0" rIns="0" bIns="0" rtlCol="0" anchor="b">
            <a:noAutofit/>
          </a:bodyPr>
          <a:lstStyle/>
          <a:p>
            <a:r>
              <a:rPr lang="en-US"/>
              <a:t>Headline goes here</a:t>
            </a:r>
            <a:br>
              <a:rPr lang="en-US"/>
            </a:br>
            <a:r>
              <a:rPr lang="en-US"/>
              <a:t>two lines long optional</a:t>
            </a:r>
          </a:p>
        </p:txBody>
      </p:sp>
      <p:sp>
        <p:nvSpPr>
          <p:cNvPr id="3" name="Text Placeholder 2">
            <a:extLst>
              <a:ext uri="{FF2B5EF4-FFF2-40B4-BE49-F238E27FC236}">
                <a16:creationId xmlns:a16="http://schemas.microsoft.com/office/drawing/2014/main" id="{213B0E2E-E783-4B3F-B91C-B86959CE7A96}"/>
              </a:ext>
            </a:extLst>
          </p:cNvPr>
          <p:cNvSpPr>
            <a:spLocks noGrp="1"/>
          </p:cNvSpPr>
          <p:nvPr>
            <p:ph type="body" idx="1"/>
          </p:nvPr>
        </p:nvSpPr>
        <p:spPr>
          <a:xfrm>
            <a:off x="880782" y="1980280"/>
            <a:ext cx="10414747" cy="4157383"/>
          </a:xfrm>
          <a:prstGeom prst="rect">
            <a:avLst/>
          </a:prstGeom>
        </p:spPr>
        <p:txBody>
          <a:bodyPr vert="horz" lIns="0" tIns="0" rIns="0" bIns="0" rtlCol="0">
            <a:noAutofit/>
          </a:bodyPr>
          <a:lstStyle/>
          <a:p>
            <a:pPr lvl="0"/>
            <a:r>
              <a:rPr lang="en-US"/>
              <a:t>Default body copy</a:t>
            </a:r>
            <a:br>
              <a:rPr lang="en-US"/>
            </a:br>
            <a:r>
              <a:rPr lang="en-US"/>
              <a:t>second line</a:t>
            </a:r>
          </a:p>
          <a:p>
            <a:pPr lvl="1"/>
            <a:r>
              <a:rPr lang="en-US"/>
              <a:t>Sub-level body copy (tab 2x)</a:t>
            </a:r>
            <a:br>
              <a:rPr lang="en-US"/>
            </a:br>
            <a:r>
              <a:rPr lang="en-US"/>
              <a:t>second line</a:t>
            </a:r>
          </a:p>
          <a:p>
            <a:pPr lvl="2"/>
            <a:r>
              <a:rPr lang="en-US"/>
              <a:t>Sub-level body copy (tab 3x)</a:t>
            </a:r>
            <a:br>
              <a:rPr lang="en-US"/>
            </a:br>
            <a:r>
              <a:rPr lang="en-US"/>
              <a:t>second line</a:t>
            </a:r>
          </a:p>
          <a:p>
            <a:pPr lvl="3"/>
            <a:r>
              <a:rPr lang="en-US"/>
              <a:t>Sub-level (tab 4x)</a:t>
            </a:r>
            <a:br>
              <a:rPr lang="en-US"/>
            </a:br>
            <a:r>
              <a:rPr lang="en-US"/>
              <a:t>second line</a:t>
            </a:r>
          </a:p>
          <a:p>
            <a:pPr lvl="4"/>
            <a:r>
              <a:rPr lang="en-US"/>
              <a:t>Sub-level (tab 5x)</a:t>
            </a:r>
            <a:br>
              <a:rPr lang="en-US"/>
            </a:br>
            <a:r>
              <a:rPr lang="en-US"/>
              <a:t>second line</a:t>
            </a:r>
          </a:p>
        </p:txBody>
      </p:sp>
      <p:sp>
        <p:nvSpPr>
          <p:cNvPr id="4" name="Date Placeholder 3">
            <a:extLst>
              <a:ext uri="{FF2B5EF4-FFF2-40B4-BE49-F238E27FC236}">
                <a16:creationId xmlns:a16="http://schemas.microsoft.com/office/drawing/2014/main" id="{6A1239C0-BD08-4C30-B628-959CD8FA8D83}"/>
              </a:ext>
            </a:extLst>
          </p:cNvPr>
          <p:cNvSpPr>
            <a:spLocks noGrp="1"/>
          </p:cNvSpPr>
          <p:nvPr>
            <p:ph type="dt" sz="half" idx="2"/>
          </p:nvPr>
        </p:nvSpPr>
        <p:spPr>
          <a:xfrm>
            <a:off x="10602762" y="6382494"/>
            <a:ext cx="692767" cy="365125"/>
          </a:xfrm>
          <a:prstGeom prst="rect">
            <a:avLst/>
          </a:prstGeom>
        </p:spPr>
        <p:txBody>
          <a:bodyPr vert="horz" lIns="91440" tIns="45720" rIns="91440" bIns="45720" rtlCol="0" anchor="ctr"/>
          <a:lstStyle>
            <a:lvl1pPr algn="r">
              <a:defRPr sz="700">
                <a:solidFill>
                  <a:schemeClr val="tx1"/>
                </a:solidFill>
              </a:defRPr>
            </a:lvl1pPr>
          </a:lstStyle>
          <a:p>
            <a:fld id="{B7EB65F7-02F7-4C03-9B5E-0F72A9F540CE}" type="datetime1">
              <a:rPr lang="en-US" smtClean="0"/>
              <a:pPr/>
              <a:t>8/14/24</a:t>
            </a:fld>
            <a:endParaRPr lang="en-US"/>
          </a:p>
        </p:txBody>
      </p:sp>
      <p:sp>
        <p:nvSpPr>
          <p:cNvPr id="6" name="Slide Number Placeholder 5">
            <a:extLst>
              <a:ext uri="{FF2B5EF4-FFF2-40B4-BE49-F238E27FC236}">
                <a16:creationId xmlns:a16="http://schemas.microsoft.com/office/drawing/2014/main" id="{AA28DA39-0C23-4056-8B4B-9F8DCBB8EEB9}"/>
              </a:ext>
            </a:extLst>
          </p:cNvPr>
          <p:cNvSpPr>
            <a:spLocks noGrp="1"/>
          </p:cNvSpPr>
          <p:nvPr>
            <p:ph type="sldNum" sz="quarter" idx="4"/>
          </p:nvPr>
        </p:nvSpPr>
        <p:spPr>
          <a:xfrm>
            <a:off x="11674225" y="5477347"/>
            <a:ext cx="305503" cy="306298"/>
          </a:xfrm>
          <a:prstGeom prst="ellipse">
            <a:avLst/>
          </a:prstGeom>
          <a:noFill/>
          <a:ln w="6350">
            <a:solidFill>
              <a:schemeClr val="tx2"/>
            </a:solidFill>
          </a:ln>
        </p:spPr>
        <p:txBody>
          <a:bodyPr vert="horz" lIns="0" tIns="45720" rIns="0" bIns="45720" rtlCol="0" anchor="ctr"/>
          <a:lstStyle>
            <a:lvl1pPr algn="ctr">
              <a:defRPr sz="700" b="1">
                <a:solidFill>
                  <a:schemeClr val="tx2"/>
                </a:solidFill>
              </a:defRPr>
            </a:lvl1pPr>
          </a:lstStyle>
          <a:p>
            <a:fld id="{545951DD-1C6A-495F-8185-4C73F8F8B75A}" type="slidenum">
              <a:rPr lang="en-US" smtClean="0"/>
              <a:pPr/>
              <a:t>‹#›</a:t>
            </a:fld>
            <a:endParaRPr lang="en-US"/>
          </a:p>
        </p:txBody>
      </p:sp>
      <p:pic>
        <p:nvPicPr>
          <p:cNvPr id="9" name="Graphic 8">
            <a:extLst>
              <a:ext uri="{FF2B5EF4-FFF2-40B4-BE49-F238E27FC236}">
                <a16:creationId xmlns:a16="http://schemas.microsoft.com/office/drawing/2014/main" id="{3BB41A6D-43BD-4471-835C-1C49C9CCE2A7}"/>
              </a:ext>
            </a:extLst>
          </p:cNvPr>
          <p:cNvPicPr>
            <a:picLocks noChangeAspect="1"/>
          </p:cNvPicPr>
          <p:nvPr userDrawn="1"/>
        </p:nvPicPr>
        <p:blipFill>
          <a:blip r:embed="rId68">
            <a:extLst>
              <a:ext uri="{28A0092B-C50C-407E-A947-70E740481C1C}">
                <a14:useLocalDpi xmlns:a14="http://schemas.microsoft.com/office/drawing/2010/main" val="0"/>
              </a:ext>
              <a:ext uri="{96DAC541-7B7A-43D3-8B79-37D633B846F1}">
                <asvg:svgBlip xmlns:asvg="http://schemas.microsoft.com/office/drawing/2016/SVG/main" r:embed="rId69"/>
              </a:ext>
            </a:extLst>
          </a:blip>
          <a:stretch>
            <a:fillRect/>
          </a:stretch>
        </p:blipFill>
        <p:spPr>
          <a:xfrm rot="16200000">
            <a:off x="11384223" y="6170966"/>
            <a:ext cx="911645" cy="241661"/>
          </a:xfrm>
          <a:prstGeom prst="rect">
            <a:avLst/>
          </a:prstGeom>
        </p:spPr>
      </p:pic>
    </p:spTree>
    <p:extLst>
      <p:ext uri="{BB962C8B-B14F-4D97-AF65-F5344CB8AC3E}">
        <p14:creationId xmlns:p14="http://schemas.microsoft.com/office/powerpoint/2010/main" val="1350346661"/>
      </p:ext>
    </p:extLst>
  </p:cSld>
  <p:clrMap bg1="dk1" tx1="lt1" bg2="dk2" tx2="lt2" accent1="accent1" accent2="accent2" accent3="accent3" accent4="accent4" accent5="accent5" accent6="accent6" hlink="hlink" folHlink="folHlink"/>
  <p:sldLayoutIdLst>
    <p:sldLayoutId id="2147483649" r:id="rId1"/>
    <p:sldLayoutId id="2147483737" r:id="rId2"/>
    <p:sldLayoutId id="2147483719" r:id="rId3"/>
    <p:sldLayoutId id="2147483720" r:id="rId4"/>
    <p:sldLayoutId id="2147483721" r:id="rId5"/>
    <p:sldLayoutId id="2147483666" r:id="rId6"/>
    <p:sldLayoutId id="2147483736" r:id="rId7"/>
    <p:sldLayoutId id="2147483691" r:id="rId8"/>
    <p:sldLayoutId id="2147483729" r:id="rId9"/>
    <p:sldLayoutId id="2147483651" r:id="rId10"/>
    <p:sldLayoutId id="2147483695" r:id="rId11"/>
    <p:sldLayoutId id="2147483734" r:id="rId12"/>
    <p:sldLayoutId id="2147483735" r:id="rId13"/>
    <p:sldLayoutId id="2147483662" r:id="rId14"/>
    <p:sldLayoutId id="2147483661" r:id="rId15"/>
    <p:sldLayoutId id="2147483696" r:id="rId16"/>
    <p:sldLayoutId id="2147483730" r:id="rId17"/>
    <p:sldLayoutId id="2147483650" r:id="rId18"/>
    <p:sldLayoutId id="2147483728" r:id="rId19"/>
    <p:sldLayoutId id="2147483700" r:id="rId20"/>
    <p:sldLayoutId id="2147483652" r:id="rId21"/>
    <p:sldLayoutId id="2147483705" r:id="rId22"/>
    <p:sldLayoutId id="2147483653" r:id="rId23"/>
    <p:sldLayoutId id="2147483718" r:id="rId24"/>
    <p:sldLayoutId id="2147483706" r:id="rId25"/>
    <p:sldLayoutId id="2147483714" r:id="rId26"/>
    <p:sldLayoutId id="2147483703" r:id="rId27"/>
    <p:sldLayoutId id="2147483724" r:id="rId28"/>
    <p:sldLayoutId id="2147483708" r:id="rId29"/>
    <p:sldLayoutId id="2147483715" r:id="rId30"/>
    <p:sldLayoutId id="2147483704" r:id="rId31"/>
    <p:sldLayoutId id="2147483725" r:id="rId32"/>
    <p:sldLayoutId id="2147483716" r:id="rId33"/>
    <p:sldLayoutId id="2147483707" r:id="rId34"/>
    <p:sldLayoutId id="2147483664" r:id="rId35"/>
    <p:sldLayoutId id="2147483665" r:id="rId36"/>
    <p:sldLayoutId id="2147483656" r:id="rId37"/>
    <p:sldLayoutId id="2147483667" r:id="rId38"/>
    <p:sldLayoutId id="2147483722" r:id="rId39"/>
    <p:sldLayoutId id="2147483723" r:id="rId40"/>
    <p:sldLayoutId id="2147483711" r:id="rId41"/>
    <p:sldLayoutId id="2147483712" r:id="rId42"/>
    <p:sldLayoutId id="2147483679" r:id="rId43"/>
    <p:sldLayoutId id="2147483657" r:id="rId44"/>
    <p:sldLayoutId id="2147483670" r:id="rId45"/>
    <p:sldLayoutId id="2147483668" r:id="rId46"/>
    <p:sldLayoutId id="2147483697" r:id="rId47"/>
    <p:sldLayoutId id="2147483709" r:id="rId48"/>
    <p:sldLayoutId id="2147483732" r:id="rId49"/>
    <p:sldLayoutId id="2147483710" r:id="rId50"/>
    <p:sldLayoutId id="2147483731" r:id="rId51"/>
    <p:sldLayoutId id="2147483654" r:id="rId52"/>
    <p:sldLayoutId id="2147483698" r:id="rId53"/>
    <p:sldLayoutId id="2147483655" r:id="rId54"/>
    <p:sldLayoutId id="2147483699" r:id="rId55"/>
    <p:sldLayoutId id="2147483671" r:id="rId56"/>
    <p:sldLayoutId id="2147483672" r:id="rId57"/>
    <p:sldLayoutId id="2147483673" r:id="rId58"/>
    <p:sldLayoutId id="2147483674" r:id="rId59"/>
    <p:sldLayoutId id="2147483675" r:id="rId60"/>
    <p:sldLayoutId id="2147483676" r:id="rId61"/>
    <p:sldLayoutId id="2147483677" r:id="rId62"/>
    <p:sldLayoutId id="2147483678" r:id="rId63"/>
    <p:sldLayoutId id="2147483669" r:id="rId64"/>
    <p:sldLayoutId id="2147483738" r:id="rId65"/>
    <p:sldLayoutId id="2147483733" r:id="rId66"/>
  </p:sldLayoutIdLst>
  <p:hf hdr="0" dt="0"/>
  <p:txStyles>
    <p:titleStyle>
      <a:lvl1pPr algn="l" defTabSz="914400" rtl="0" eaLnBrk="1" latinLnBrk="0" hangingPunct="1">
        <a:lnSpc>
          <a:spcPct val="90000"/>
        </a:lnSpc>
        <a:spcBef>
          <a:spcPct val="0"/>
        </a:spcBef>
        <a:buNone/>
        <a:defRPr sz="4400" b="1" i="0" kern="1200" spc="0">
          <a:solidFill>
            <a:schemeClr val="tx1">
              <a:lumMod val="95000"/>
            </a:schemeClr>
          </a:solidFill>
          <a:latin typeface="+mj-lt"/>
          <a:ea typeface="+mj-ea"/>
          <a:cs typeface="+mj-cs"/>
        </a:defRPr>
      </a:lvl1pPr>
    </p:titleStyle>
    <p:bodyStyle>
      <a:lvl1pPr marL="171450" indent="-171450" algn="l" defTabSz="914400" rtl="0" eaLnBrk="1" latinLnBrk="0" hangingPunct="1">
        <a:lnSpc>
          <a:spcPct val="110000"/>
        </a:lnSpc>
        <a:spcBef>
          <a:spcPts val="1000"/>
        </a:spcBef>
        <a:buClr>
          <a:schemeClr val="accent3"/>
        </a:buClr>
        <a:buFont typeface="Arial" panose="020B0604020202020204" pitchFamily="34" charset="0"/>
        <a:buChar char="•"/>
        <a:defRPr sz="1600" kern="1200">
          <a:solidFill>
            <a:schemeClr val="tx1"/>
          </a:solidFill>
          <a:latin typeface="+mn-lt"/>
          <a:ea typeface="+mn-ea"/>
          <a:cs typeface="+mn-cs"/>
        </a:defRPr>
      </a:lvl1pPr>
      <a:lvl2pPr marL="344488" indent="-117475" algn="l" defTabSz="914400" rtl="0" eaLnBrk="1" latinLnBrk="0" hangingPunct="1">
        <a:lnSpc>
          <a:spcPct val="110000"/>
        </a:lnSpc>
        <a:spcBef>
          <a:spcPts val="500"/>
        </a:spcBef>
        <a:buFont typeface="Arial" panose="020B0604020202020204" pitchFamily="34" charset="0"/>
        <a:buChar char="•"/>
        <a:defRPr sz="1200" b="0" kern="1200" cap="none" baseline="0">
          <a:solidFill>
            <a:schemeClr val="tx1"/>
          </a:solidFill>
          <a:latin typeface="+mn-lt"/>
          <a:ea typeface="+mn-ea"/>
          <a:cs typeface="+mn-cs"/>
        </a:defRPr>
      </a:lvl2pPr>
      <a:lvl3pPr marL="457200" indent="-115888" algn="l" defTabSz="914400" rtl="0" eaLnBrk="1" latinLnBrk="0" hangingPunct="1">
        <a:lnSpc>
          <a:spcPct val="110000"/>
        </a:lnSpc>
        <a:spcBef>
          <a:spcPts val="500"/>
        </a:spcBef>
        <a:buClr>
          <a:schemeClr val="tx1"/>
        </a:buClr>
        <a:buFont typeface="Arial" panose="020B0604020202020204" pitchFamily="34" charset="0"/>
        <a:buChar char="•"/>
        <a:defRPr sz="1100" kern="1200">
          <a:solidFill>
            <a:schemeClr val="tx1"/>
          </a:solidFill>
          <a:latin typeface="+mn-lt"/>
          <a:ea typeface="+mn-ea"/>
          <a:cs typeface="+mn-cs"/>
        </a:defRPr>
      </a:lvl3pPr>
      <a:lvl4pPr marL="573088" indent="-111125" algn="l" defTabSz="914400" rtl="0" eaLnBrk="1" latinLnBrk="0" hangingPunct="1">
        <a:lnSpc>
          <a:spcPct val="110000"/>
        </a:lnSpc>
        <a:spcBef>
          <a:spcPts val="500"/>
        </a:spcBef>
        <a:buClr>
          <a:schemeClr val="tx1"/>
        </a:buClr>
        <a:buSzPct val="70000"/>
        <a:buFont typeface="Arial" panose="020B0604020202020204" pitchFamily="34" charset="0"/>
        <a:buChar char="•"/>
        <a:defRPr sz="1000" kern="1200">
          <a:solidFill>
            <a:schemeClr val="tx1"/>
          </a:solidFill>
          <a:latin typeface="+mn-lt"/>
          <a:ea typeface="+mn-ea"/>
          <a:cs typeface="+mn-cs"/>
        </a:defRPr>
      </a:lvl4pPr>
      <a:lvl5pPr marL="685800" indent="-115888" algn="l" defTabSz="914400" rtl="0" eaLnBrk="1" latinLnBrk="0" hangingPunct="1">
        <a:lnSpc>
          <a:spcPct val="110000"/>
        </a:lnSpc>
        <a:spcBef>
          <a:spcPts val="500"/>
        </a:spcBef>
        <a:buClr>
          <a:schemeClr val="tx1"/>
        </a:buClr>
        <a:buSzPct val="70000"/>
        <a:buFont typeface="Arial" panose="020B0604020202020204" pitchFamily="34" charset="0"/>
        <a:buChar char="•"/>
        <a:defRPr sz="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ctr" defTabSz="914400" rtl="0" eaLnBrk="1" latinLnBrk="0" hangingPunct="1">
        <a:defRPr sz="1200" kern="1200">
          <a:solidFill>
            <a:schemeClr val="tx1"/>
          </a:solidFill>
          <a:latin typeface="+mn-lt"/>
          <a:ea typeface="+mn-ea"/>
          <a:cs typeface="+mn-cs"/>
        </a:defRPr>
      </a:lvl1pPr>
      <a:lvl2pPr marL="0" algn="ctr"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16" userDrawn="1">
          <p15:clr>
            <a:srgbClr val="F26B43"/>
          </p15:clr>
        </p15:guide>
        <p15:guide id="3" pos="7440" userDrawn="1">
          <p15:clr>
            <a:srgbClr val="F26B43"/>
          </p15:clr>
        </p15:guide>
        <p15:guide id="4" pos="3848" userDrawn="1">
          <p15:clr>
            <a:srgbClr val="F26B43"/>
          </p15:clr>
        </p15:guide>
        <p15:guide id="5" orient="horz" pos="216" userDrawn="1">
          <p15:clr>
            <a:srgbClr val="F26B43"/>
          </p15:clr>
        </p15:guide>
        <p15:guide id="6" orient="horz" pos="4008" userDrawn="1">
          <p15:clr>
            <a:srgbClr val="F26B43"/>
          </p15:clr>
        </p15:guide>
        <p15:guide id="7" pos="552" userDrawn="1">
          <p15:clr>
            <a:srgbClr val="F26B43"/>
          </p15:clr>
        </p15:guide>
        <p15:guide id="8" pos="712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4F7AC15C-8F66-B1FD-9A0C-8C6A6E8DD25D}"/>
              </a:ext>
            </a:extLst>
          </p:cNvPr>
          <p:cNvGraphicFramePr>
            <a:graphicFrameLocks noGrp="1"/>
          </p:cNvGraphicFramePr>
          <p:nvPr>
            <p:extLst>
              <p:ext uri="{D42A27DB-BD31-4B8C-83A1-F6EECF244321}">
                <p14:modId xmlns:p14="http://schemas.microsoft.com/office/powerpoint/2010/main" val="875038354"/>
              </p:ext>
            </p:extLst>
          </p:nvPr>
        </p:nvGraphicFramePr>
        <p:xfrm>
          <a:off x="0" y="1"/>
          <a:ext cx="12192000" cy="6730408"/>
        </p:xfrm>
        <a:graphic>
          <a:graphicData uri="http://schemas.openxmlformats.org/drawingml/2006/table">
            <a:tbl>
              <a:tblPr firstRow="1" bandRow="1">
                <a:tableStyleId>{5202B0CA-FC54-4496-8BCA-5EF66A818D29}</a:tableStyleId>
              </a:tblPr>
              <a:tblGrid>
                <a:gridCol w="1723175">
                  <a:extLst>
                    <a:ext uri="{9D8B030D-6E8A-4147-A177-3AD203B41FA5}">
                      <a16:colId xmlns:a16="http://schemas.microsoft.com/office/drawing/2014/main" val="2484229546"/>
                    </a:ext>
                  </a:extLst>
                </a:gridCol>
                <a:gridCol w="1671997">
                  <a:extLst>
                    <a:ext uri="{9D8B030D-6E8A-4147-A177-3AD203B41FA5}">
                      <a16:colId xmlns:a16="http://schemas.microsoft.com/office/drawing/2014/main" val="439348342"/>
                    </a:ext>
                  </a:extLst>
                </a:gridCol>
                <a:gridCol w="1808517">
                  <a:extLst>
                    <a:ext uri="{9D8B030D-6E8A-4147-A177-3AD203B41FA5}">
                      <a16:colId xmlns:a16="http://schemas.microsoft.com/office/drawing/2014/main" val="1072895275"/>
                    </a:ext>
                  </a:extLst>
                </a:gridCol>
                <a:gridCol w="1520719">
                  <a:extLst>
                    <a:ext uri="{9D8B030D-6E8A-4147-A177-3AD203B41FA5}">
                      <a16:colId xmlns:a16="http://schemas.microsoft.com/office/drawing/2014/main" val="2787662688"/>
                    </a:ext>
                  </a:extLst>
                </a:gridCol>
                <a:gridCol w="1552400">
                  <a:extLst>
                    <a:ext uri="{9D8B030D-6E8A-4147-A177-3AD203B41FA5}">
                      <a16:colId xmlns:a16="http://schemas.microsoft.com/office/drawing/2014/main" val="1952576077"/>
                    </a:ext>
                  </a:extLst>
                </a:gridCol>
                <a:gridCol w="1836761">
                  <a:extLst>
                    <a:ext uri="{9D8B030D-6E8A-4147-A177-3AD203B41FA5}">
                      <a16:colId xmlns:a16="http://schemas.microsoft.com/office/drawing/2014/main" val="1911801536"/>
                    </a:ext>
                  </a:extLst>
                </a:gridCol>
                <a:gridCol w="2078431">
                  <a:extLst>
                    <a:ext uri="{9D8B030D-6E8A-4147-A177-3AD203B41FA5}">
                      <a16:colId xmlns:a16="http://schemas.microsoft.com/office/drawing/2014/main" val="1683208684"/>
                    </a:ext>
                  </a:extLst>
                </a:gridCol>
              </a:tblGrid>
              <a:tr h="583473">
                <a:tc gridSpan="7">
                  <a:txBody>
                    <a:bodyPr/>
                    <a:lstStyle/>
                    <a:p>
                      <a:pPr marL="530225" lvl="0">
                        <a:lnSpc>
                          <a:spcPct val="100000"/>
                        </a:lnSpc>
                        <a:spcBef>
                          <a:spcPts val="2255"/>
                        </a:spcBef>
                        <a:spcAft>
                          <a:spcPts val="0"/>
                        </a:spcAft>
                        <a:buNone/>
                      </a:pPr>
                      <a:r>
                        <a:rPr lang="en-US" sz="3800" spc="0" dirty="0">
                          <a:effectLst/>
                        </a:rPr>
                        <a:t>SEPTEMBER 2024</a:t>
                      </a:r>
                      <a:endParaRPr lang="en-US" dirty="0"/>
                    </a:p>
                  </a:txBody>
                  <a:tcPr marL="9525" marR="9525" marT="9525" marB="0">
                    <a:solidFill>
                      <a:schemeClr val="accent1"/>
                    </a:solidFill>
                  </a:tcPr>
                </a:tc>
                <a:tc hMerge="1">
                  <a:txBody>
                    <a:bodyPr/>
                    <a:lstStyle/>
                    <a:p>
                      <a:endParaRPr lang="en-US"/>
                    </a:p>
                  </a:txBody>
                  <a:tcPr marL="0" marR="0" marT="0" marB="0" horzOverflow="overflow"/>
                </a:tc>
                <a:tc hMerge="1">
                  <a:txBody>
                    <a:bodyPr/>
                    <a:lstStyle/>
                    <a:p>
                      <a:endParaRPr lang="en-US"/>
                    </a:p>
                  </a:txBody>
                  <a:tcPr marL="0" marR="0" marT="0" marB="0" horzOverflow="overflow"/>
                </a:tc>
                <a:tc hMerge="1">
                  <a:txBody>
                    <a:bodyPr/>
                    <a:lstStyle/>
                    <a:p>
                      <a:endParaRPr lang="en-US"/>
                    </a:p>
                  </a:txBody>
                  <a:tcPr marL="0" marR="0" marT="0" marB="0" horzOverflow="overflow"/>
                </a:tc>
                <a:tc hMerge="1">
                  <a:txBody>
                    <a:bodyPr/>
                    <a:lstStyle/>
                    <a:p>
                      <a:endParaRPr lang="en-US"/>
                    </a:p>
                  </a:txBody>
                  <a:tcPr marL="0" marR="0" marT="0" marB="0" horzOverflow="overflow"/>
                </a:tc>
                <a:tc hMerge="1">
                  <a:txBody>
                    <a:bodyPr/>
                    <a:lstStyle/>
                    <a:p>
                      <a:endParaRPr lang="en-US"/>
                    </a:p>
                  </a:txBody>
                  <a:tcPr marL="0" marR="0" marT="0" marB="0" horzOverflow="overflow"/>
                </a:tc>
                <a:tc hMerge="1">
                  <a:txBody>
                    <a:bodyPr/>
                    <a:lstStyle/>
                    <a:p>
                      <a:endParaRPr lang="en-US"/>
                    </a:p>
                  </a:txBody>
                  <a:tcPr marL="0" marR="0" marT="0" marB="0" horzOverflow="overflow"/>
                </a:tc>
                <a:extLst>
                  <a:ext uri="{0D108BD9-81ED-4DB2-BD59-A6C34878D82A}">
                    <a16:rowId xmlns:a16="http://schemas.microsoft.com/office/drawing/2014/main" val="431081062"/>
                  </a:ext>
                </a:extLst>
              </a:tr>
              <a:tr h="160643">
                <a:tc>
                  <a:txBody>
                    <a:bodyPr/>
                    <a:lstStyle/>
                    <a:p>
                      <a:pPr marL="0" marR="8890" algn="ctr" rtl="0" fontAlgn="t" latinLnBrk="0">
                        <a:spcBef>
                          <a:spcPts val="295"/>
                        </a:spcBef>
                        <a:spcAft>
                          <a:spcPts val="0"/>
                        </a:spcAft>
                      </a:pPr>
                      <a:r>
                        <a:rPr lang="en-US" sz="600" spc="0" dirty="0">
                          <a:effectLst/>
                        </a:rPr>
                        <a:t>SUNDAY</a:t>
                      </a:r>
                      <a:endParaRPr lang="en-US" sz="1800" dirty="0">
                        <a:effectLst/>
                      </a:endParaRPr>
                    </a:p>
                  </a:txBody>
                  <a:tcPr marL="9525" marR="9525" marT="33147" marB="0"/>
                </a:tc>
                <a:tc>
                  <a:txBody>
                    <a:bodyPr/>
                    <a:lstStyle/>
                    <a:p>
                      <a:pPr marL="54610" algn="ctr" rtl="0" fontAlgn="t" latinLnBrk="0">
                        <a:spcBef>
                          <a:spcPts val="295"/>
                        </a:spcBef>
                        <a:spcAft>
                          <a:spcPts val="0"/>
                        </a:spcAft>
                      </a:pPr>
                      <a:r>
                        <a:rPr lang="en-US" sz="600" spc="0" dirty="0">
                          <a:effectLst/>
                        </a:rPr>
                        <a:t>MONDAY</a:t>
                      </a:r>
                      <a:endParaRPr lang="en-US" sz="1800" dirty="0">
                        <a:effectLst/>
                      </a:endParaRPr>
                    </a:p>
                  </a:txBody>
                  <a:tcPr marL="9525" marR="9525" marT="33147" marB="0"/>
                </a:tc>
                <a:tc>
                  <a:txBody>
                    <a:bodyPr/>
                    <a:lstStyle/>
                    <a:p>
                      <a:pPr marL="27305" algn="ctr" rtl="0" fontAlgn="t" latinLnBrk="0">
                        <a:spcBef>
                          <a:spcPts val="295"/>
                        </a:spcBef>
                        <a:spcAft>
                          <a:spcPts val="0"/>
                        </a:spcAft>
                      </a:pPr>
                      <a:r>
                        <a:rPr lang="en-US" sz="600" spc="0" dirty="0">
                          <a:effectLst/>
                        </a:rPr>
                        <a:t>TUESDAY</a:t>
                      </a:r>
                      <a:endParaRPr lang="en-US" sz="1800" dirty="0">
                        <a:effectLst/>
                      </a:endParaRPr>
                    </a:p>
                  </a:txBody>
                  <a:tcPr marL="9525" marR="9525" marT="33147" marB="0"/>
                </a:tc>
                <a:tc>
                  <a:txBody>
                    <a:bodyPr/>
                    <a:lstStyle/>
                    <a:p>
                      <a:pPr marL="8890" algn="ctr" rtl="0" fontAlgn="t" latinLnBrk="0">
                        <a:spcBef>
                          <a:spcPts val="295"/>
                        </a:spcBef>
                        <a:spcAft>
                          <a:spcPts val="0"/>
                        </a:spcAft>
                      </a:pPr>
                      <a:r>
                        <a:rPr lang="en-US" sz="600" spc="0" dirty="0">
                          <a:effectLst/>
                        </a:rPr>
                        <a:t>WEDNESDAY</a:t>
                      </a:r>
                      <a:endParaRPr lang="en-US" sz="1800" dirty="0">
                        <a:effectLst/>
                      </a:endParaRPr>
                    </a:p>
                  </a:txBody>
                  <a:tcPr marL="9525" marR="9525" marT="33147" marB="0"/>
                </a:tc>
                <a:tc>
                  <a:txBody>
                    <a:bodyPr/>
                    <a:lstStyle/>
                    <a:p>
                      <a:pPr marL="0" algn="ctr" rtl="0" fontAlgn="t" latinLnBrk="0">
                        <a:spcBef>
                          <a:spcPts val="295"/>
                        </a:spcBef>
                        <a:spcAft>
                          <a:spcPts val="0"/>
                        </a:spcAft>
                      </a:pPr>
                      <a:r>
                        <a:rPr lang="en-US" sz="600" spc="0" dirty="0">
                          <a:effectLst/>
                        </a:rPr>
                        <a:t>THURSDAY</a:t>
                      </a:r>
                      <a:endParaRPr lang="en-US" sz="1800" dirty="0">
                        <a:effectLst/>
                      </a:endParaRPr>
                    </a:p>
                  </a:txBody>
                  <a:tcPr marL="9525" marR="9525" marT="33147" marB="0"/>
                </a:tc>
                <a:tc>
                  <a:txBody>
                    <a:bodyPr/>
                    <a:lstStyle/>
                    <a:p>
                      <a:pPr marL="17780" algn="ctr" rtl="0" fontAlgn="t" latinLnBrk="0">
                        <a:spcBef>
                          <a:spcPts val="295"/>
                        </a:spcBef>
                        <a:spcAft>
                          <a:spcPts val="0"/>
                        </a:spcAft>
                      </a:pPr>
                      <a:r>
                        <a:rPr lang="en-US" sz="600" spc="0" dirty="0">
                          <a:effectLst/>
                        </a:rPr>
                        <a:t>FRIDAY</a:t>
                      </a:r>
                      <a:endParaRPr lang="en-US" sz="1800" dirty="0">
                        <a:effectLst/>
                      </a:endParaRPr>
                    </a:p>
                  </a:txBody>
                  <a:tcPr marL="9525" marR="9525" marT="33147" marB="0"/>
                </a:tc>
                <a:tc>
                  <a:txBody>
                    <a:bodyPr/>
                    <a:lstStyle/>
                    <a:p>
                      <a:pPr marL="36195" algn="ctr" rtl="0" fontAlgn="t" latinLnBrk="0">
                        <a:spcBef>
                          <a:spcPts val="295"/>
                        </a:spcBef>
                        <a:spcAft>
                          <a:spcPts val="0"/>
                        </a:spcAft>
                      </a:pPr>
                      <a:r>
                        <a:rPr lang="en-US" sz="600" spc="0" dirty="0">
                          <a:effectLst/>
                        </a:rPr>
                        <a:t>SATURDAY</a:t>
                      </a:r>
                      <a:endParaRPr lang="en-US" sz="1800" dirty="0">
                        <a:effectLst/>
                      </a:endParaRPr>
                    </a:p>
                  </a:txBody>
                  <a:tcPr marL="9525" marR="9525" marT="33147" marB="0"/>
                </a:tc>
                <a:extLst>
                  <a:ext uri="{0D108BD9-81ED-4DB2-BD59-A6C34878D82A}">
                    <a16:rowId xmlns:a16="http://schemas.microsoft.com/office/drawing/2014/main" val="3509082617"/>
                  </a:ext>
                </a:extLst>
              </a:tr>
              <a:tr h="1125231">
                <a:tc>
                  <a:txBody>
                    <a:bodyPr/>
                    <a:lstStyle/>
                    <a:p>
                      <a:pPr lvl="0" algn="ctr">
                        <a:lnSpc>
                          <a:spcPct val="100000"/>
                        </a:lnSpc>
                        <a:spcBef>
                          <a:spcPts val="0"/>
                        </a:spcBef>
                        <a:spcAft>
                          <a:spcPts val="0"/>
                        </a:spcAft>
                        <a:buNone/>
                      </a:pPr>
                      <a:r>
                        <a:rPr lang="en-US" sz="600" b="0" i="0" u="none" strike="noStrike" noProof="0" dirty="0">
                          <a:solidFill>
                            <a:schemeClr val="bg1"/>
                          </a:solidFill>
                        </a:rPr>
                        <a:t>1</a:t>
                      </a:r>
                    </a:p>
                    <a:p>
                      <a:pPr lvl="0" algn="ctr">
                        <a:lnSpc>
                          <a:spcPct val="150000"/>
                        </a:lnSpc>
                        <a:spcBef>
                          <a:spcPts val="0"/>
                        </a:spcBef>
                        <a:spcAft>
                          <a:spcPts val="0"/>
                        </a:spcAft>
                        <a:buNone/>
                      </a:pPr>
                      <a:r>
                        <a:rPr lang="en-US" sz="600" b="0" i="0" u="none" strike="noStrike" noProof="0" dirty="0">
                          <a:solidFill>
                            <a:schemeClr val="bg1"/>
                          </a:solidFill>
                        </a:rPr>
                        <a:t>SUNDAY RESET</a:t>
                      </a:r>
                    </a:p>
                    <a:p>
                      <a:pPr lvl="0" algn="ctr">
                        <a:lnSpc>
                          <a:spcPct val="100000"/>
                        </a:lnSpc>
                        <a:spcBef>
                          <a:spcPts val="0"/>
                        </a:spcBef>
                        <a:spcAft>
                          <a:spcPts val="0"/>
                        </a:spcAft>
                        <a:buNone/>
                      </a:pPr>
                      <a:r>
                        <a:rPr lang="en-US" sz="700" b="0" i="0" u="none" strike="noStrike" noProof="0" dirty="0">
                          <a:solidFill>
                            <a:schemeClr val="bg1"/>
                          </a:solidFill>
                        </a:rPr>
                        <a:t>What are ways you set yourself up for success during the week? Share tips and tricks for followers to use. This is a great Story post!</a:t>
                      </a:r>
                    </a:p>
                  </a:txBody>
                  <a:tcPr marL="9524" marR="9524" marT="80772" marB="0"/>
                </a:tc>
                <a:tc>
                  <a:txBody>
                    <a:bodyPr/>
                    <a:lstStyle/>
                    <a:p>
                      <a:pPr marL="63500" lvl="0" algn="ctr">
                        <a:spcBef>
                          <a:spcPts val="310"/>
                        </a:spcBef>
                        <a:spcAft>
                          <a:spcPts val="0"/>
                        </a:spcAft>
                        <a:buNone/>
                      </a:pPr>
                      <a:r>
                        <a:rPr lang="en-US" sz="600" b="0" i="0" u="none" strike="noStrike" spc="0" noProof="0" dirty="0">
                          <a:solidFill>
                            <a:schemeClr val="bg1"/>
                          </a:solidFill>
                          <a:effectLst/>
                        </a:rPr>
                        <a:t>2</a:t>
                      </a:r>
                    </a:p>
                    <a:p>
                      <a:pPr marL="63500" lvl="0" algn="ctr">
                        <a:spcBef>
                          <a:spcPts val="310"/>
                        </a:spcBef>
                        <a:spcAft>
                          <a:spcPts val="0"/>
                        </a:spcAft>
                        <a:buNone/>
                      </a:pPr>
                      <a:r>
                        <a:rPr lang="en-US" sz="600" b="0" i="0" u="none" strike="noStrike" spc="0" noProof="0" dirty="0">
                          <a:solidFill>
                            <a:schemeClr val="bg1"/>
                          </a:solidFill>
                          <a:effectLst/>
                        </a:rPr>
                        <a:t>LABOR DAY</a:t>
                      </a:r>
                    </a:p>
                    <a:p>
                      <a:pPr marL="63500" lvl="0" algn="ctr">
                        <a:spcBef>
                          <a:spcPts val="310"/>
                        </a:spcBef>
                        <a:spcAft>
                          <a:spcPts val="0"/>
                        </a:spcAft>
                        <a:buNone/>
                      </a:pPr>
                      <a:r>
                        <a:rPr lang="en-US" sz="700" b="0" i="0" u="none" strike="noStrike" spc="0" noProof="0" dirty="0">
                          <a:solidFill>
                            <a:srgbClr val="2D2926"/>
                          </a:solidFill>
                          <a:effectLst/>
                          <a:latin typeface="Century Gothic"/>
                        </a:rPr>
                        <a:t>Happy Labor Day! Share a quick workout you can complete anywhere or encourage members to make it into the gym promoting our 24/7/365 availability,</a:t>
                      </a:r>
                    </a:p>
                  </a:txBody>
                  <a:tcPr marL="9524" marR="9524" marT="80772" marB="0"/>
                </a:tc>
                <a:tc>
                  <a:txBody>
                    <a:bodyPr/>
                    <a:lstStyle/>
                    <a:p>
                      <a:pPr marL="63500" lvl="0" algn="ctr">
                        <a:spcBef>
                          <a:spcPts val="310"/>
                        </a:spcBef>
                        <a:spcAft>
                          <a:spcPts val="0"/>
                        </a:spcAft>
                        <a:buNone/>
                      </a:pPr>
                      <a:r>
                        <a:rPr lang="en-US" sz="600" b="0" i="0" u="none" strike="noStrike" spc="0" noProof="0" dirty="0">
                          <a:solidFill>
                            <a:schemeClr val="bg1"/>
                          </a:solidFill>
                          <a:effectLst/>
                        </a:rPr>
                        <a:t>3</a:t>
                      </a:r>
                      <a:endParaRPr lang="en-US" sz="600" b="0" i="0" u="none" strike="noStrike" spc="0" noProof="0" dirty="0">
                        <a:solidFill>
                          <a:srgbClr val="2D2926"/>
                        </a:solidFill>
                        <a:effectLst/>
                        <a:latin typeface="Century Gothic"/>
                      </a:endParaRPr>
                    </a:p>
                    <a:p>
                      <a:pPr marL="63500" lvl="0" algn="ctr">
                        <a:spcBef>
                          <a:spcPts val="310"/>
                        </a:spcBef>
                        <a:spcAft>
                          <a:spcPts val="0"/>
                        </a:spcAft>
                        <a:buNone/>
                      </a:pPr>
                      <a:r>
                        <a:rPr lang="en-US" sz="600" b="1" i="0" u="none" strike="noStrike" spc="0" noProof="0" dirty="0">
                          <a:solidFill>
                            <a:srgbClr val="2D2926"/>
                          </a:solidFill>
                          <a:effectLst/>
                          <a:latin typeface="Century Gothic"/>
                        </a:rPr>
                        <a:t>FALL CAMPAIGN:</a:t>
                      </a:r>
                      <a:br>
                        <a:rPr lang="en-US" sz="600" b="1" i="0" u="none" strike="noStrike" spc="0" noProof="0" dirty="0">
                          <a:solidFill>
                            <a:srgbClr val="2D2926"/>
                          </a:solidFill>
                          <a:effectLst/>
                          <a:latin typeface="Century Gothic"/>
                        </a:rPr>
                      </a:br>
                      <a:r>
                        <a:rPr lang="en-US" sz="600" b="1" i="0" u="none" strike="noStrike" spc="0" noProof="0" dirty="0">
                          <a:solidFill>
                            <a:srgbClr val="2D2926"/>
                          </a:solidFill>
                          <a:effectLst/>
                          <a:latin typeface="Century Gothic"/>
                        </a:rPr>
                        <a:t>LOCAL OFFER PAID MEDIA BEGIN</a:t>
                      </a:r>
                    </a:p>
                    <a:p>
                      <a:pPr marL="63500" lvl="0" algn="ctr">
                        <a:spcBef>
                          <a:spcPts val="310"/>
                        </a:spcBef>
                        <a:spcAft>
                          <a:spcPts val="0"/>
                        </a:spcAft>
                        <a:buNone/>
                      </a:pPr>
                      <a:r>
                        <a:rPr lang="en-US" sz="700" b="0" i="0" u="none" strike="noStrike" spc="0" noProof="0" dirty="0">
                          <a:solidFill>
                            <a:srgbClr val="2D2926"/>
                          </a:solidFill>
                          <a:effectLst/>
                          <a:latin typeface="Century Gothic"/>
                        </a:rPr>
                        <a:t>Share your offer!</a:t>
                      </a:r>
                    </a:p>
                    <a:p>
                      <a:pPr marL="63500" lvl="0" algn="ctr">
                        <a:spcBef>
                          <a:spcPts val="310"/>
                        </a:spcBef>
                        <a:spcAft>
                          <a:spcPts val="0"/>
                        </a:spcAft>
                        <a:buNone/>
                      </a:pPr>
                      <a:r>
                        <a:rPr lang="en-US" sz="700" b="0" i="0" u="none" strike="noStrike" spc="0" noProof="0" dirty="0">
                          <a:solidFill>
                            <a:srgbClr val="2D2926"/>
                          </a:solidFill>
                          <a:effectLst/>
                          <a:latin typeface="Century Gothic"/>
                        </a:rPr>
                        <a:t>It's time to start the campaign.</a:t>
                      </a:r>
                    </a:p>
                  </a:txBody>
                  <a:tcPr marL="9525" marR="9525" marT="80772" marB="0"/>
                </a:tc>
                <a:tc>
                  <a:txBody>
                    <a:bodyPr/>
                    <a:lstStyle/>
                    <a:p>
                      <a:pPr marL="63500" lvl="0" algn="ctr">
                        <a:spcBef>
                          <a:spcPts val="310"/>
                        </a:spcBef>
                        <a:spcAft>
                          <a:spcPts val="0"/>
                        </a:spcAft>
                        <a:buNone/>
                      </a:pPr>
                      <a:r>
                        <a:rPr lang="en-US" sz="600" b="0" i="0" u="none" strike="noStrike" spc="0" noProof="0" dirty="0">
                          <a:solidFill>
                            <a:schemeClr val="bg1"/>
                          </a:solidFill>
                          <a:effectLst/>
                        </a:rPr>
                        <a:t>4</a:t>
                      </a:r>
                    </a:p>
                    <a:p>
                      <a:pPr marL="63500" lvl="0" algn="ctr">
                        <a:spcBef>
                          <a:spcPts val="310"/>
                        </a:spcBef>
                        <a:spcAft>
                          <a:spcPts val="0"/>
                        </a:spcAft>
                        <a:buNone/>
                      </a:pPr>
                      <a:r>
                        <a:rPr lang="en-US" sz="600" b="0" i="0" u="none" strike="noStrike" spc="0" noProof="0" dirty="0">
                          <a:solidFill>
                            <a:schemeClr val="bg1"/>
                          </a:solidFill>
                          <a:effectLst/>
                        </a:rPr>
                        <a:t>COMMUNITY MOMENTS</a:t>
                      </a:r>
                    </a:p>
                    <a:p>
                      <a:pPr marL="63500" lvl="0" algn="ctr">
                        <a:spcBef>
                          <a:spcPts val="310"/>
                        </a:spcBef>
                        <a:spcAft>
                          <a:spcPts val="0"/>
                        </a:spcAft>
                        <a:buNone/>
                      </a:pPr>
                      <a:r>
                        <a:rPr lang="en-US" sz="700" b="0" i="0" u="none" strike="noStrike" spc="0" noProof="0" dirty="0">
                          <a:solidFill>
                            <a:schemeClr val="bg1"/>
                          </a:solidFill>
                          <a:effectLst/>
                        </a:rPr>
                        <a:t>Share what community events you’ll be attending this month. Include any open gyms or free sessions you may be offering. </a:t>
                      </a:r>
                    </a:p>
                  </a:txBody>
                  <a:tcPr marL="9525" marR="9525" marT="80772" marB="0"/>
                </a:tc>
                <a:tc>
                  <a:txBody>
                    <a:bodyPr/>
                    <a:lstStyle/>
                    <a:p>
                      <a:pPr lvl="0" algn="ctr">
                        <a:lnSpc>
                          <a:spcPct val="100000"/>
                        </a:lnSpc>
                        <a:spcBef>
                          <a:spcPts val="0"/>
                        </a:spcBef>
                        <a:spcAft>
                          <a:spcPts val="0"/>
                        </a:spcAft>
                        <a:buNone/>
                      </a:pPr>
                      <a:r>
                        <a:rPr lang="en-US" sz="600" b="0" i="0" u="none" strike="noStrike" spc="0" noProof="0" dirty="0">
                          <a:solidFill>
                            <a:schemeClr val="bg1"/>
                          </a:solidFill>
                          <a:effectLst/>
                          <a:latin typeface="Century Gothic"/>
                        </a:rPr>
                        <a:t>5</a:t>
                      </a:r>
                    </a:p>
                    <a:p>
                      <a:pPr lvl="0" algn="ctr">
                        <a:lnSpc>
                          <a:spcPct val="150000"/>
                        </a:lnSpc>
                        <a:spcBef>
                          <a:spcPts val="0"/>
                        </a:spcBef>
                        <a:spcAft>
                          <a:spcPts val="0"/>
                        </a:spcAft>
                        <a:buNone/>
                      </a:pPr>
                      <a:r>
                        <a:rPr lang="en-US" sz="600" b="0" i="0" u="none" strike="noStrike" spc="0" noProof="0" dirty="0">
                          <a:solidFill>
                            <a:srgbClr val="2D2926"/>
                          </a:solidFill>
                          <a:effectLst/>
                        </a:rPr>
                        <a:t>NATIONAL DAY OF ENCOURAGEMENT</a:t>
                      </a:r>
                    </a:p>
                    <a:p>
                      <a:pPr marL="63500" lvl="0" algn="ctr">
                        <a:spcBef>
                          <a:spcPts val="310"/>
                        </a:spcBef>
                        <a:spcAft>
                          <a:spcPts val="0"/>
                        </a:spcAft>
                        <a:buNone/>
                      </a:pPr>
                      <a:r>
                        <a:rPr lang="en-US" sz="700" b="0" i="0" u="none" strike="noStrike" spc="0" noProof="0" dirty="0">
                          <a:solidFill>
                            <a:srgbClr val="2D2926"/>
                          </a:solidFill>
                          <a:effectLst/>
                        </a:rPr>
                        <a:t>Hype up your members on National Day of Encouragement! Have your followers leave words of encouragement for others in the comments.</a:t>
                      </a:r>
                      <a:endParaRPr lang="en-US" sz="700" dirty="0"/>
                    </a:p>
                  </a:txBody>
                  <a:tcPr marL="9524" marR="9524" marT="80772" marB="0"/>
                </a:tc>
                <a:tc>
                  <a:txBody>
                    <a:bodyPr/>
                    <a:lstStyle/>
                    <a:p>
                      <a:pPr marL="63500" lvl="0" algn="ctr">
                        <a:spcBef>
                          <a:spcPts val="310"/>
                        </a:spcBef>
                        <a:spcAft>
                          <a:spcPts val="0"/>
                        </a:spcAft>
                        <a:buNone/>
                      </a:pPr>
                      <a:r>
                        <a:rPr lang="en-US" sz="600" b="0" i="0" u="none" strike="noStrike" spc="0" noProof="0" dirty="0">
                          <a:solidFill>
                            <a:schemeClr val="bg1"/>
                          </a:solidFill>
                          <a:effectLst/>
                        </a:rPr>
                        <a:t>6</a:t>
                      </a:r>
                      <a:endParaRPr lang="en-US" sz="600" b="0" i="0" u="none" strike="noStrike" spc="0" noProof="0" dirty="0">
                        <a:solidFill>
                          <a:srgbClr val="2D2926"/>
                        </a:solidFill>
                        <a:effectLst/>
                        <a:latin typeface="Century Gothic"/>
                      </a:endParaRPr>
                    </a:p>
                    <a:p>
                      <a:pPr marL="63500" lvl="0" algn="ctr">
                        <a:spcBef>
                          <a:spcPts val="310"/>
                        </a:spcBef>
                        <a:spcAft>
                          <a:spcPts val="0"/>
                        </a:spcAft>
                        <a:buNone/>
                      </a:pPr>
                      <a:r>
                        <a:rPr lang="en-US" sz="600" b="0" i="0" u="none" strike="noStrike" spc="0" noProof="0" dirty="0">
                          <a:solidFill>
                            <a:srgbClr val="2D2926"/>
                          </a:solidFill>
                          <a:effectLst/>
                          <a:latin typeface="Century Gothic"/>
                        </a:rPr>
                        <a:t>BACK TO SCHOOL</a:t>
                      </a:r>
                    </a:p>
                    <a:p>
                      <a:pPr marL="63500" lvl="0" algn="ctr">
                        <a:spcBef>
                          <a:spcPts val="310"/>
                        </a:spcBef>
                        <a:spcAft>
                          <a:spcPts val="0"/>
                        </a:spcAft>
                        <a:buNone/>
                      </a:pPr>
                      <a:r>
                        <a:rPr lang="en-US" sz="700" b="0" i="0" u="none" strike="noStrike" spc="0" noProof="0" dirty="0">
                          <a:solidFill>
                            <a:srgbClr val="2D2926"/>
                          </a:solidFill>
                          <a:effectLst/>
                          <a:latin typeface="Century Gothic"/>
                        </a:rPr>
                        <a:t>Share tips and tricks for parents, college kids, and others dealing with the transition back into the school year grind. Ideas: Recipes – especially</a:t>
                      </a:r>
                      <a:br>
                        <a:rPr lang="en-US" sz="700" b="0" i="0" u="none" strike="noStrike" spc="0" noProof="0" dirty="0">
                          <a:solidFill>
                            <a:srgbClr val="2D2926"/>
                          </a:solidFill>
                          <a:effectLst/>
                          <a:latin typeface="Century Gothic"/>
                        </a:rPr>
                      </a:br>
                      <a:r>
                        <a:rPr lang="en-US" sz="700" b="0" i="0" u="none" strike="noStrike" spc="0" noProof="0" dirty="0">
                          <a:solidFill>
                            <a:srgbClr val="2D2926"/>
                          </a:solidFill>
                          <a:effectLst/>
                          <a:latin typeface="Century Gothic"/>
                        </a:rPr>
                        <a:t>grab n go snacks, how to plan</a:t>
                      </a:r>
                      <a:br>
                        <a:rPr lang="en-US" sz="700" b="0" i="0" u="none" strike="noStrike" spc="0" noProof="0" dirty="0">
                          <a:solidFill>
                            <a:srgbClr val="2D2926"/>
                          </a:solidFill>
                          <a:effectLst/>
                          <a:latin typeface="Century Gothic"/>
                        </a:rPr>
                      </a:br>
                      <a:r>
                        <a:rPr lang="en-US" sz="700" b="0" i="0" u="none" strike="noStrike" spc="0" noProof="0" dirty="0">
                          <a:solidFill>
                            <a:srgbClr val="2D2926"/>
                          </a:solidFill>
                          <a:effectLst/>
                          <a:latin typeface="Century Gothic"/>
                        </a:rPr>
                        <a:t>workouts around your week, etc.</a:t>
                      </a:r>
                      <a:endParaRPr lang="en-US" sz="700" b="0" i="0" u="none" strike="noStrike" spc="0" noProof="0" dirty="0">
                        <a:solidFill>
                          <a:schemeClr val="bg1"/>
                        </a:solidFill>
                        <a:effectLst/>
                      </a:endParaRPr>
                    </a:p>
                  </a:txBody>
                  <a:tcPr marL="9525" marR="9525" marT="80772" marB="0"/>
                </a:tc>
                <a:tc>
                  <a:txBody>
                    <a:bodyPr/>
                    <a:lstStyle/>
                    <a:p>
                      <a:pPr marL="63500" lvl="0" algn="ctr">
                        <a:spcBef>
                          <a:spcPts val="310"/>
                        </a:spcBef>
                        <a:spcAft>
                          <a:spcPts val="0"/>
                        </a:spcAft>
                        <a:buNone/>
                      </a:pPr>
                      <a:r>
                        <a:rPr lang="en-US" sz="600" b="0" i="0" u="none" strike="noStrike" spc="0" noProof="0" dirty="0">
                          <a:solidFill>
                            <a:schemeClr val="bg1"/>
                          </a:solidFill>
                          <a:effectLst/>
                        </a:rPr>
                        <a:t>7</a:t>
                      </a:r>
                    </a:p>
                    <a:p>
                      <a:pPr marL="63500" lvl="0" algn="ctr">
                        <a:spcBef>
                          <a:spcPts val="310"/>
                        </a:spcBef>
                        <a:spcAft>
                          <a:spcPts val="0"/>
                        </a:spcAft>
                        <a:buNone/>
                      </a:pPr>
                      <a:r>
                        <a:rPr lang="en-US" sz="600" b="0" i="0" u="none" strike="noStrike" spc="0" noProof="0" dirty="0">
                          <a:solidFill>
                            <a:schemeClr val="bg1"/>
                          </a:solidFill>
                          <a:effectLst/>
                          <a:latin typeface="Century Gothic"/>
                        </a:rPr>
                        <a:t>CLASSES</a:t>
                      </a:r>
                      <a:endParaRPr lang="en-US" sz="600" b="0" i="0" u="none" strike="noStrike" spc="0" noProof="0" dirty="0">
                        <a:solidFill>
                          <a:srgbClr val="2D2926"/>
                        </a:solidFill>
                        <a:effectLst/>
                        <a:latin typeface="Century Gothic"/>
                      </a:endParaRPr>
                    </a:p>
                    <a:p>
                      <a:pPr marL="63500" lvl="0" algn="ctr">
                        <a:spcBef>
                          <a:spcPts val="310"/>
                        </a:spcBef>
                        <a:spcAft>
                          <a:spcPts val="0"/>
                        </a:spcAft>
                        <a:buNone/>
                      </a:pPr>
                      <a:r>
                        <a:rPr lang="en-US" sz="700" b="0" i="0" u="none" strike="noStrike" spc="0" noProof="0" dirty="0">
                          <a:solidFill>
                            <a:schemeClr val="bg1"/>
                          </a:solidFill>
                          <a:effectLst/>
                          <a:latin typeface="Century Gothic"/>
                        </a:rPr>
                        <a:t>Share your session schedule! When and</a:t>
                      </a:r>
                      <a:br>
                        <a:rPr lang="en-US" sz="700" b="0" i="0" u="none" strike="noStrike" spc="0" noProof="0" dirty="0">
                          <a:solidFill>
                            <a:schemeClr val="bg1"/>
                          </a:solidFill>
                          <a:effectLst/>
                          <a:latin typeface="Century Gothic"/>
                        </a:rPr>
                      </a:br>
                      <a:r>
                        <a:rPr lang="en-US" sz="700" b="0" i="0" u="none" strike="noStrike" spc="0" noProof="0" dirty="0">
                          <a:solidFill>
                            <a:schemeClr val="bg1"/>
                          </a:solidFill>
                          <a:effectLst/>
                          <a:latin typeface="Century Gothic"/>
                        </a:rPr>
                        <a:t>how can someone join in on the group</a:t>
                      </a:r>
                      <a:br>
                        <a:rPr lang="en-US" sz="700" b="0" i="0" u="none" strike="noStrike" spc="0" noProof="0" dirty="0">
                          <a:solidFill>
                            <a:schemeClr val="bg1"/>
                          </a:solidFill>
                          <a:effectLst/>
                          <a:latin typeface="Century Gothic"/>
                        </a:rPr>
                      </a:br>
                      <a:r>
                        <a:rPr lang="en-US" sz="700" b="0" i="0" u="none" strike="noStrike" spc="0" noProof="0" dirty="0">
                          <a:solidFill>
                            <a:schemeClr val="bg1"/>
                          </a:solidFill>
                          <a:effectLst/>
                          <a:latin typeface="Century Gothic"/>
                        </a:rPr>
                        <a:t>fitness fun? Or share a Reel of a sneak</a:t>
                      </a:r>
                      <a:br>
                        <a:rPr lang="en-US" sz="700" b="0" i="0" u="none" strike="noStrike" spc="0" noProof="0" dirty="0">
                          <a:solidFill>
                            <a:schemeClr val="bg1"/>
                          </a:solidFill>
                          <a:effectLst/>
                          <a:latin typeface="Century Gothic"/>
                        </a:rPr>
                      </a:br>
                      <a:r>
                        <a:rPr lang="en-US" sz="700" b="0" i="0" u="none" strike="noStrike" spc="0" noProof="0" dirty="0">
                          <a:solidFill>
                            <a:schemeClr val="bg1"/>
                          </a:solidFill>
                          <a:effectLst/>
                          <a:latin typeface="Century Gothic"/>
                        </a:rPr>
                        <a:t>peek for an upcoming class. </a:t>
                      </a:r>
                      <a:endParaRPr lang="en-US" sz="700" dirty="0"/>
                    </a:p>
                  </a:txBody>
                  <a:tcPr marL="9525" marR="9525" marT="80772" marB="0"/>
                </a:tc>
                <a:extLst>
                  <a:ext uri="{0D108BD9-81ED-4DB2-BD59-A6C34878D82A}">
                    <a16:rowId xmlns:a16="http://schemas.microsoft.com/office/drawing/2014/main" val="4038034110"/>
                  </a:ext>
                </a:extLst>
              </a:tr>
              <a:tr h="1333500">
                <a:tc>
                  <a:txBody>
                    <a:bodyPr/>
                    <a:lstStyle/>
                    <a:p>
                      <a:pPr lvl="0" algn="ctr">
                        <a:lnSpc>
                          <a:spcPct val="100000"/>
                        </a:lnSpc>
                        <a:spcBef>
                          <a:spcPts val="0"/>
                        </a:spcBef>
                        <a:spcAft>
                          <a:spcPts val="0"/>
                        </a:spcAft>
                        <a:buNone/>
                      </a:pPr>
                      <a:r>
                        <a:rPr lang="en-US" sz="600" b="0" i="0" u="none" strike="noStrike" spc="0" noProof="0" dirty="0">
                          <a:solidFill>
                            <a:schemeClr val="bg1"/>
                          </a:solidFill>
                          <a:effectLst/>
                          <a:latin typeface="Century Gothic"/>
                        </a:rPr>
                        <a:t>8</a:t>
                      </a:r>
                    </a:p>
                    <a:p>
                      <a:pPr marL="63500" marR="0" lvl="0" indent="0" algn="ctr">
                        <a:spcBef>
                          <a:spcPts val="310"/>
                        </a:spcBef>
                        <a:spcAft>
                          <a:spcPts val="0"/>
                        </a:spcAft>
                        <a:buNone/>
                      </a:pPr>
                      <a:r>
                        <a:rPr lang="en-US" sz="600" b="0" i="0" u="none" strike="noStrike" spc="0" noProof="0" dirty="0">
                          <a:solidFill>
                            <a:schemeClr val="bg1"/>
                          </a:solidFill>
                          <a:effectLst/>
                        </a:rPr>
                        <a:t>POP CULTURE MOMENT</a:t>
                      </a:r>
                      <a:endParaRPr lang="en-US" sz="600" b="0" i="0" u="none" strike="noStrike" spc="0" noProof="0" dirty="0">
                        <a:solidFill>
                          <a:srgbClr val="2D2926"/>
                        </a:solidFill>
                        <a:effectLst/>
                      </a:endParaRPr>
                    </a:p>
                    <a:p>
                      <a:pPr marL="63500" lvl="0" algn="ctr">
                        <a:spcBef>
                          <a:spcPts val="310"/>
                        </a:spcBef>
                        <a:spcAft>
                          <a:spcPts val="0"/>
                        </a:spcAft>
                        <a:buNone/>
                      </a:pPr>
                      <a:r>
                        <a:rPr lang="en-US" sz="700" b="0" i="0" u="none" strike="noStrike" spc="0" noProof="0" dirty="0">
                          <a:solidFill>
                            <a:schemeClr val="bg1"/>
                          </a:solidFill>
                          <a:effectLst/>
                        </a:rPr>
                        <a:t>Share a meme or create a Reel</a:t>
                      </a:r>
                      <a:br>
                        <a:rPr lang="en-US" sz="700" b="0" i="0" u="none" strike="noStrike" spc="0" noProof="0" dirty="0">
                          <a:solidFill>
                            <a:schemeClr val="bg1"/>
                          </a:solidFill>
                          <a:effectLst/>
                        </a:rPr>
                      </a:br>
                      <a:r>
                        <a:rPr lang="en-US" sz="700" b="0" i="0" u="none" strike="noStrike" spc="0" noProof="0" dirty="0">
                          <a:solidFill>
                            <a:schemeClr val="bg1"/>
                          </a:solidFill>
                          <a:effectLst/>
                        </a:rPr>
                        <a:t>using a trending sound to post. Tip: don't schedule this one more than</a:t>
                      </a:r>
                      <a:br>
                        <a:rPr lang="en-US" sz="700" b="0" i="0" u="none" strike="noStrike" spc="0" noProof="0" dirty="0">
                          <a:solidFill>
                            <a:schemeClr val="bg1"/>
                          </a:solidFill>
                          <a:effectLst/>
                        </a:rPr>
                      </a:br>
                      <a:r>
                        <a:rPr lang="en-US" sz="700" b="0" i="0" u="none" strike="noStrike" spc="0" noProof="0" dirty="0">
                          <a:solidFill>
                            <a:schemeClr val="bg1"/>
                          </a:solidFill>
                          <a:effectLst/>
                        </a:rPr>
                        <a:t>a few days ahead. P.S. It's the first Sunday of football season; watch</a:t>
                      </a:r>
                      <a:br>
                        <a:rPr lang="en-US" sz="700" b="0" i="0" u="none" strike="noStrike" spc="0" noProof="0" dirty="0">
                          <a:solidFill>
                            <a:schemeClr val="bg1"/>
                          </a:solidFill>
                          <a:effectLst/>
                        </a:rPr>
                      </a:br>
                      <a:r>
                        <a:rPr lang="en-US" sz="700" b="0" i="0" u="none" strike="noStrike" spc="0" noProof="0" dirty="0">
                          <a:solidFill>
                            <a:schemeClr val="bg1"/>
                          </a:solidFill>
                          <a:effectLst/>
                        </a:rPr>
                        <a:t>for trends related to this.</a:t>
                      </a:r>
                      <a:endParaRPr lang="en-US" sz="700" b="0" i="0" u="none" strike="noStrike" spc="0" noProof="0" dirty="0">
                        <a:solidFill>
                          <a:srgbClr val="2D2926"/>
                        </a:solidFill>
                        <a:effectLst/>
                      </a:endParaRPr>
                    </a:p>
                  </a:txBody>
                  <a:tcPr marL="9525" marR="9525" marT="80772" marB="0"/>
                </a:tc>
                <a:tc>
                  <a:txBody>
                    <a:bodyPr/>
                    <a:lstStyle/>
                    <a:p>
                      <a:pPr marL="63500" lvl="0" algn="ctr" rtl="0">
                        <a:spcBef>
                          <a:spcPts val="310"/>
                        </a:spcBef>
                        <a:spcAft>
                          <a:spcPts val="0"/>
                        </a:spcAft>
                        <a:buNone/>
                      </a:pPr>
                      <a:r>
                        <a:rPr lang="en-US" sz="600" b="0" spc="0" dirty="0">
                          <a:solidFill>
                            <a:schemeClr val="bg1"/>
                          </a:solidFill>
                          <a:effectLst/>
                        </a:rPr>
                        <a:t>9</a:t>
                      </a:r>
                    </a:p>
                    <a:p>
                      <a:pPr marL="63500" lvl="0" algn="ctr">
                        <a:spcBef>
                          <a:spcPts val="310"/>
                        </a:spcBef>
                        <a:spcAft>
                          <a:spcPts val="0"/>
                        </a:spcAft>
                        <a:buNone/>
                      </a:pPr>
                      <a:r>
                        <a:rPr lang="en-US" sz="600" b="0" i="0" u="none" strike="noStrike" spc="0" noProof="0" dirty="0">
                          <a:solidFill>
                            <a:schemeClr val="bg1"/>
                          </a:solidFill>
                          <a:effectLst/>
                          <a:latin typeface="Century Gothic"/>
                        </a:rPr>
                        <a:t>STRENGTH MOVEMENT</a:t>
                      </a:r>
                      <a:endParaRPr lang="en-US" sz="600" b="0" i="0" u="none" strike="noStrike" spc="0" noProof="0" dirty="0">
                        <a:solidFill>
                          <a:srgbClr val="2D2926"/>
                        </a:solidFill>
                        <a:effectLst/>
                        <a:latin typeface="Century Gothic"/>
                      </a:endParaRPr>
                    </a:p>
                    <a:p>
                      <a:pPr marL="63500" lvl="0" algn="ctr">
                        <a:spcBef>
                          <a:spcPts val="310"/>
                        </a:spcBef>
                        <a:spcAft>
                          <a:spcPts val="0"/>
                        </a:spcAft>
                        <a:buNone/>
                      </a:pPr>
                      <a:r>
                        <a:rPr lang="en-US" sz="700" b="0" i="0" u="none" strike="noStrike" spc="0" noProof="0" dirty="0">
                          <a:solidFill>
                            <a:schemeClr val="bg1"/>
                          </a:solidFill>
                          <a:effectLst/>
                          <a:latin typeface="Century Gothic"/>
                        </a:rPr>
                        <a:t>Demonstrate a strength movement and its progression for those</a:t>
                      </a:r>
                      <a:br>
                        <a:rPr lang="en-US" sz="700" b="0" i="0" u="none" strike="noStrike" spc="0" noProof="0" dirty="0">
                          <a:solidFill>
                            <a:schemeClr val="bg1"/>
                          </a:solidFill>
                          <a:effectLst/>
                          <a:latin typeface="Century Gothic"/>
                        </a:rPr>
                      </a:br>
                      <a:r>
                        <a:rPr lang="en-US" sz="700" b="0" i="0" u="none" strike="noStrike" spc="0" noProof="0" dirty="0">
                          <a:solidFill>
                            <a:schemeClr val="bg1"/>
                          </a:solidFill>
                          <a:effectLst/>
                          <a:latin typeface="Century Gothic"/>
                        </a:rPr>
                        <a:t>who are looking to up a certain aspect of their workout regimen. Challenge followers to implement the movement in their workouts</a:t>
                      </a:r>
                      <a:br>
                        <a:rPr lang="en-US" sz="700" b="0" i="0" u="none" strike="noStrike" spc="0" noProof="0" dirty="0">
                          <a:solidFill>
                            <a:schemeClr val="bg1"/>
                          </a:solidFill>
                          <a:effectLst/>
                          <a:latin typeface="Century Gothic"/>
                        </a:rPr>
                      </a:br>
                      <a:r>
                        <a:rPr lang="en-US" sz="700" b="0" i="0" u="none" strike="noStrike" spc="0" noProof="0" dirty="0">
                          <a:solidFill>
                            <a:schemeClr val="bg1"/>
                          </a:solidFill>
                          <a:effectLst/>
                          <a:latin typeface="Century Gothic"/>
                        </a:rPr>
                        <a:t>this week!</a:t>
                      </a:r>
                      <a:endParaRPr lang="en-US" sz="700" dirty="0"/>
                    </a:p>
                  </a:txBody>
                  <a:tcPr marL="9525" marR="9525" marT="80772" marB="0"/>
                </a:tc>
                <a:tc>
                  <a:txBody>
                    <a:bodyPr/>
                    <a:lstStyle/>
                    <a:p>
                      <a:pPr marL="63500" lvl="0" algn="ctr" rtl="0">
                        <a:spcBef>
                          <a:spcPts val="310"/>
                        </a:spcBef>
                        <a:spcAft>
                          <a:spcPts val="0"/>
                        </a:spcAft>
                        <a:buNone/>
                      </a:pPr>
                      <a:r>
                        <a:rPr lang="en-US" sz="600" spc="0" dirty="0">
                          <a:solidFill>
                            <a:schemeClr val="bg1"/>
                          </a:solidFill>
                          <a:effectLst/>
                        </a:rPr>
                        <a:t>10</a:t>
                      </a:r>
                    </a:p>
                    <a:p>
                      <a:pPr marL="63500" lvl="0" algn="ctr">
                        <a:spcBef>
                          <a:spcPts val="310"/>
                        </a:spcBef>
                        <a:spcAft>
                          <a:spcPts val="0"/>
                        </a:spcAft>
                        <a:buNone/>
                      </a:pPr>
                      <a:r>
                        <a:rPr lang="en-US" sz="600" b="0" i="0" u="none" strike="noStrike" spc="0" noProof="0" dirty="0">
                          <a:solidFill>
                            <a:schemeClr val="bg1"/>
                          </a:solidFill>
                          <a:effectLst/>
                          <a:latin typeface="Century Gothic"/>
                        </a:rPr>
                        <a:t>INSIDE THE CLUB</a:t>
                      </a:r>
                      <a:endParaRPr lang="en-US" sz="600" b="0" i="0" u="none" strike="noStrike" spc="0" noProof="0" dirty="0">
                        <a:solidFill>
                          <a:srgbClr val="2D2926"/>
                        </a:solidFill>
                        <a:effectLst/>
                        <a:latin typeface="Century Gothic"/>
                      </a:endParaRPr>
                    </a:p>
                    <a:p>
                      <a:pPr marL="63500" lvl="0" algn="ctr">
                        <a:spcBef>
                          <a:spcPts val="310"/>
                        </a:spcBef>
                        <a:spcAft>
                          <a:spcPts val="0"/>
                        </a:spcAft>
                        <a:buNone/>
                      </a:pPr>
                      <a:r>
                        <a:rPr lang="en-US" sz="700" b="0" i="0" u="none" strike="noStrike" spc="0" noProof="0" dirty="0">
                          <a:solidFill>
                            <a:schemeClr val="bg1"/>
                          </a:solidFill>
                          <a:effectLst/>
                          <a:latin typeface="Century Gothic"/>
                        </a:rPr>
                        <a:t>What's new? What's happening</a:t>
                      </a:r>
                      <a:br>
                        <a:rPr lang="en-US" sz="700" b="0" i="0" u="none" strike="noStrike" spc="0" noProof="0" dirty="0">
                          <a:solidFill>
                            <a:schemeClr val="bg1"/>
                          </a:solidFill>
                          <a:effectLst/>
                          <a:latin typeface="Century Gothic"/>
                        </a:rPr>
                      </a:br>
                      <a:r>
                        <a:rPr lang="en-US" sz="700" b="0" i="0" u="none" strike="noStrike" spc="0" noProof="0" dirty="0">
                          <a:solidFill>
                            <a:schemeClr val="bg1"/>
                          </a:solidFill>
                          <a:effectLst/>
                          <a:latin typeface="Century Gothic"/>
                        </a:rPr>
                        <a:t>around the club? Any challenges? Share now!</a:t>
                      </a:r>
                      <a:endParaRPr lang="en-US" sz="700" dirty="0"/>
                    </a:p>
                  </a:txBody>
                  <a:tcPr marL="9525" marR="9525" marT="80772" marB="0"/>
                </a:tc>
                <a:tc>
                  <a:txBody>
                    <a:bodyPr/>
                    <a:lstStyle/>
                    <a:p>
                      <a:pPr lvl="0" algn="ctr">
                        <a:lnSpc>
                          <a:spcPct val="100000"/>
                        </a:lnSpc>
                        <a:spcBef>
                          <a:spcPts val="0"/>
                        </a:spcBef>
                        <a:spcAft>
                          <a:spcPts val="0"/>
                        </a:spcAft>
                        <a:buNone/>
                      </a:pPr>
                      <a:r>
                        <a:rPr lang="en-US" sz="600" b="0" i="0" u="none" strike="noStrike" spc="0" noProof="0" dirty="0">
                          <a:solidFill>
                            <a:schemeClr val="bg1"/>
                          </a:solidFill>
                          <a:effectLst/>
                          <a:latin typeface="Century Gothic"/>
                        </a:rPr>
                        <a:t>11</a:t>
                      </a:r>
                    </a:p>
                    <a:p>
                      <a:pPr marL="63500" lvl="0" algn="ctr">
                        <a:spcBef>
                          <a:spcPts val="310"/>
                        </a:spcBef>
                        <a:spcAft>
                          <a:spcPts val="0"/>
                        </a:spcAft>
                        <a:buNone/>
                      </a:pPr>
                      <a:r>
                        <a:rPr lang="en-US" sz="600" b="0" i="0" u="none" strike="noStrike" spc="0" noProof="0" dirty="0">
                          <a:solidFill>
                            <a:srgbClr val="2D2926"/>
                          </a:solidFill>
                          <a:effectLst/>
                        </a:rPr>
                        <a:t>REMEMBERING 9/11</a:t>
                      </a:r>
                    </a:p>
                    <a:p>
                      <a:pPr marL="63500" lvl="0" algn="ctr">
                        <a:spcBef>
                          <a:spcPts val="310"/>
                        </a:spcBef>
                        <a:spcAft>
                          <a:spcPts val="0"/>
                        </a:spcAft>
                        <a:buNone/>
                      </a:pPr>
                      <a:r>
                        <a:rPr lang="en-US" sz="700" b="0" i="0" u="none" strike="noStrike" spc="0" noProof="0" dirty="0">
                          <a:solidFill>
                            <a:srgbClr val="2D2926"/>
                          </a:solidFill>
                          <a:effectLst/>
                        </a:rPr>
                        <a:t>The Stair Climber Challenge</a:t>
                      </a:r>
                      <a:br>
                        <a:rPr lang="en-US" sz="700" b="0" i="0" u="none" strike="noStrike" spc="0" noProof="0" dirty="0">
                          <a:solidFill>
                            <a:srgbClr val="2D2926"/>
                          </a:solidFill>
                          <a:effectLst/>
                        </a:rPr>
                      </a:br>
                      <a:r>
                        <a:rPr lang="en-US" sz="700" b="0" i="0" u="none" strike="noStrike" spc="0" noProof="0" dirty="0">
                          <a:solidFill>
                            <a:srgbClr val="2D2926"/>
                          </a:solidFill>
                          <a:effectLst/>
                        </a:rPr>
                        <a:t>is a great way to bring together your #AFfam and remember those who lost their lives on 9/11. Share a group photo or a</a:t>
                      </a:r>
                      <a:br>
                        <a:rPr lang="en-US" sz="700" b="0" i="0" u="none" strike="noStrike" spc="0" noProof="0" dirty="0">
                          <a:solidFill>
                            <a:srgbClr val="2D2926"/>
                          </a:solidFill>
                          <a:effectLst/>
                        </a:rPr>
                      </a:br>
                      <a:r>
                        <a:rPr lang="en-US" sz="700" b="0" i="0" u="none" strike="noStrike" spc="0" noProof="0" dirty="0">
                          <a:solidFill>
                            <a:srgbClr val="2D2926"/>
                          </a:solidFill>
                          <a:effectLst/>
                        </a:rPr>
                        <a:t>Reel compiling all those</a:t>
                      </a:r>
                      <a:br>
                        <a:rPr lang="en-US" sz="700" b="0" i="0" u="none" strike="noStrike" spc="0" noProof="0" dirty="0">
                          <a:solidFill>
                            <a:srgbClr val="2D2926"/>
                          </a:solidFill>
                          <a:effectLst/>
                        </a:rPr>
                      </a:br>
                      <a:r>
                        <a:rPr lang="en-US" sz="700" b="0" i="0" u="none" strike="noStrike" spc="0" noProof="0" dirty="0">
                          <a:solidFill>
                            <a:srgbClr val="2D2926"/>
                          </a:solidFill>
                          <a:effectLst/>
                        </a:rPr>
                        <a:t>who participated.</a:t>
                      </a:r>
                      <a:endParaRPr lang="en-US" sz="700" dirty="0"/>
                    </a:p>
                  </a:txBody>
                  <a:tcPr marL="9525" marR="9525" marT="80772" marB="0"/>
                </a:tc>
                <a:tc>
                  <a:txBody>
                    <a:bodyPr/>
                    <a:lstStyle/>
                    <a:p>
                      <a:pPr marL="63500" lvl="0" algn="ctr">
                        <a:spcBef>
                          <a:spcPts val="310"/>
                        </a:spcBef>
                        <a:spcAft>
                          <a:spcPts val="0"/>
                        </a:spcAft>
                        <a:buNone/>
                      </a:pPr>
                      <a:r>
                        <a:rPr lang="en-US" sz="600" b="0" i="0" u="none" strike="noStrike" spc="0" noProof="0" dirty="0">
                          <a:solidFill>
                            <a:schemeClr val="bg1"/>
                          </a:solidFill>
                          <a:effectLst/>
                        </a:rPr>
                        <a:t>12</a:t>
                      </a:r>
                    </a:p>
                    <a:p>
                      <a:pPr marL="63500" lvl="0" algn="ctr">
                        <a:spcBef>
                          <a:spcPts val="310"/>
                        </a:spcBef>
                        <a:spcAft>
                          <a:spcPts val="0"/>
                        </a:spcAft>
                        <a:buNone/>
                      </a:pPr>
                      <a:r>
                        <a:rPr lang="en-US" sz="600" b="0" i="0" u="none" strike="noStrike" spc="0" noProof="0" dirty="0">
                          <a:solidFill>
                            <a:schemeClr val="bg1"/>
                          </a:solidFill>
                          <a:effectLst/>
                          <a:latin typeface="Century Gothic"/>
                        </a:rPr>
                        <a:t>#TRENDING</a:t>
                      </a:r>
                      <a:endParaRPr lang="en-US" sz="600" b="0" i="0" u="none" strike="noStrike" spc="0" noProof="0" dirty="0">
                        <a:solidFill>
                          <a:srgbClr val="2D2926"/>
                        </a:solidFill>
                        <a:effectLst/>
                        <a:latin typeface="Century Gothic"/>
                      </a:endParaRPr>
                    </a:p>
                    <a:p>
                      <a:pPr marL="63500" lvl="0" algn="ctr">
                        <a:spcBef>
                          <a:spcPts val="310"/>
                        </a:spcBef>
                        <a:spcAft>
                          <a:spcPts val="0"/>
                        </a:spcAft>
                        <a:buNone/>
                      </a:pPr>
                      <a:r>
                        <a:rPr lang="en-US" sz="700" b="0" i="0" u="none" strike="noStrike" spc="0" noProof="0" dirty="0">
                          <a:solidFill>
                            <a:schemeClr val="bg1"/>
                          </a:solidFill>
                          <a:effectLst/>
                          <a:latin typeface="Century Gothic"/>
                        </a:rPr>
                        <a:t>Use a Trending Sound to boost your algorithm. Creating content using Instagram's Reels is a great way to show the algorithm you like to participate in what's popular on the app. </a:t>
                      </a:r>
                      <a:endParaRPr lang="en-US" sz="700" dirty="0"/>
                    </a:p>
                  </a:txBody>
                  <a:tcPr marL="9525" marR="9525" marT="80772" marB="0"/>
                </a:tc>
                <a:tc>
                  <a:txBody>
                    <a:bodyPr/>
                    <a:lstStyle/>
                    <a:p>
                      <a:pPr marL="63500" lvl="0" algn="ctr" rtl="0">
                        <a:spcBef>
                          <a:spcPts val="310"/>
                        </a:spcBef>
                        <a:spcAft>
                          <a:spcPts val="0"/>
                        </a:spcAft>
                        <a:buNone/>
                      </a:pPr>
                      <a:r>
                        <a:rPr lang="en-US" sz="600" spc="0" dirty="0">
                          <a:solidFill>
                            <a:schemeClr val="bg1"/>
                          </a:solidFill>
                          <a:effectLst/>
                        </a:rPr>
                        <a:t>13</a:t>
                      </a:r>
                    </a:p>
                    <a:p>
                      <a:pPr marL="63500" lvl="0" algn="ctr">
                        <a:spcBef>
                          <a:spcPts val="310"/>
                        </a:spcBef>
                        <a:spcAft>
                          <a:spcPts val="0"/>
                        </a:spcAft>
                        <a:buNone/>
                      </a:pPr>
                      <a:r>
                        <a:rPr lang="en-US" sz="600" spc="0" dirty="0">
                          <a:solidFill>
                            <a:schemeClr val="bg1"/>
                          </a:solidFill>
                          <a:effectLst/>
                        </a:rPr>
                        <a:t>FRIDAY THE 13th</a:t>
                      </a:r>
                    </a:p>
                    <a:p>
                      <a:pPr marL="63500" lvl="0" algn="ctr">
                        <a:spcBef>
                          <a:spcPts val="310"/>
                        </a:spcBef>
                        <a:spcAft>
                          <a:spcPts val="0"/>
                        </a:spcAft>
                        <a:buNone/>
                      </a:pPr>
                      <a:r>
                        <a:rPr lang="en-US" sz="700" spc="0" dirty="0">
                          <a:solidFill>
                            <a:schemeClr val="bg1"/>
                          </a:solidFill>
                          <a:effectLst/>
                        </a:rPr>
                        <a:t>SPOOKY! It's Friday the 13th and who knows what could happen? Share a story on your Instagram showing a spooky workout, a fun treat, or see what superstitious gym rituals your members might have by polling them!</a:t>
                      </a:r>
                    </a:p>
                  </a:txBody>
                  <a:tcPr marL="9525" marR="9525" marT="80772" marB="0"/>
                </a:tc>
                <a:tc>
                  <a:txBody>
                    <a:bodyPr/>
                    <a:lstStyle/>
                    <a:p>
                      <a:pPr marL="63500" lvl="0" algn="ctr">
                        <a:spcBef>
                          <a:spcPts val="310"/>
                        </a:spcBef>
                        <a:spcAft>
                          <a:spcPts val="0"/>
                        </a:spcAft>
                        <a:buNone/>
                      </a:pPr>
                      <a:r>
                        <a:rPr lang="en-US" sz="600" b="0" i="0" u="none" strike="noStrike" spc="0" noProof="0" dirty="0">
                          <a:solidFill>
                            <a:schemeClr val="bg1"/>
                          </a:solidFill>
                          <a:effectLst/>
                          <a:latin typeface="Century Gothic"/>
                        </a:rPr>
                        <a:t>14</a:t>
                      </a:r>
                    </a:p>
                    <a:p>
                      <a:pPr marL="63500" lvl="0" algn="ctr">
                        <a:spcBef>
                          <a:spcPts val="310"/>
                        </a:spcBef>
                        <a:spcAft>
                          <a:spcPts val="0"/>
                        </a:spcAft>
                        <a:buNone/>
                      </a:pPr>
                      <a:r>
                        <a:rPr lang="en-US" sz="600" b="0" i="0" u="none" strike="noStrike" spc="0" noProof="0" dirty="0">
                          <a:solidFill>
                            <a:schemeClr val="bg1"/>
                          </a:solidFill>
                          <a:effectLst/>
                          <a:latin typeface="Century Gothic"/>
                        </a:rPr>
                        <a:t>ACTIVE RECOVERY</a:t>
                      </a:r>
                    </a:p>
                    <a:p>
                      <a:pPr marL="63500" lvl="0" algn="ctr">
                        <a:spcBef>
                          <a:spcPts val="310"/>
                        </a:spcBef>
                        <a:spcAft>
                          <a:spcPts val="0"/>
                        </a:spcAft>
                        <a:buNone/>
                      </a:pPr>
                      <a:r>
                        <a:rPr lang="en-US" sz="700" b="0" i="0" u="none" strike="noStrike" spc="0" noProof="0" dirty="0">
                          <a:solidFill>
                            <a:schemeClr val="bg1"/>
                          </a:solidFill>
                          <a:effectLst/>
                          <a:latin typeface="Century Gothic"/>
                        </a:rPr>
                        <a:t>What is active recovery? Why should I do active recovery? Share tips or routines members can use for active recovery options. </a:t>
                      </a:r>
                    </a:p>
                  </a:txBody>
                  <a:tcPr marL="9525" marR="9525" marT="80772" marB="0"/>
                </a:tc>
                <a:extLst>
                  <a:ext uri="{0D108BD9-81ED-4DB2-BD59-A6C34878D82A}">
                    <a16:rowId xmlns:a16="http://schemas.microsoft.com/office/drawing/2014/main" val="4289451183"/>
                  </a:ext>
                </a:extLst>
              </a:tr>
              <a:tr h="1165860">
                <a:tc>
                  <a:txBody>
                    <a:bodyPr/>
                    <a:lstStyle/>
                    <a:p>
                      <a:pPr marL="63500" lvl="0" algn="ctr" rtl="0">
                        <a:spcBef>
                          <a:spcPts val="310"/>
                        </a:spcBef>
                        <a:spcAft>
                          <a:spcPts val="0"/>
                        </a:spcAft>
                        <a:buNone/>
                      </a:pPr>
                      <a:r>
                        <a:rPr lang="en-US" sz="600" u="none" spc="0" dirty="0">
                          <a:solidFill>
                            <a:schemeClr val="bg1"/>
                          </a:solidFill>
                          <a:effectLst/>
                        </a:rPr>
                        <a:t>15</a:t>
                      </a:r>
                    </a:p>
                    <a:p>
                      <a:pPr marL="63500" lvl="0" algn="ctr">
                        <a:spcBef>
                          <a:spcPts val="310"/>
                        </a:spcBef>
                        <a:spcAft>
                          <a:spcPts val="0"/>
                        </a:spcAft>
                        <a:buNone/>
                      </a:pPr>
                      <a:r>
                        <a:rPr lang="en-US" sz="600" b="0" i="0" u="none" strike="noStrike" spc="0" noProof="0" dirty="0">
                          <a:solidFill>
                            <a:srgbClr val="2D2926"/>
                          </a:solidFill>
                          <a:effectLst/>
                          <a:latin typeface="Century Gothic"/>
                        </a:rPr>
                        <a:t>REASONS TO HIT THE GYM</a:t>
                      </a:r>
                    </a:p>
                    <a:p>
                      <a:pPr marL="63500" lvl="0" algn="ctr">
                        <a:spcBef>
                          <a:spcPts val="310"/>
                        </a:spcBef>
                        <a:spcAft>
                          <a:spcPts val="0"/>
                        </a:spcAft>
                        <a:buNone/>
                      </a:pPr>
                      <a:r>
                        <a:rPr lang="en-US" sz="700" b="0" i="0" u="none" strike="noStrike" spc="0" noProof="0" dirty="0">
                          <a:solidFill>
                            <a:srgbClr val="2D2926"/>
                          </a:solidFill>
                          <a:effectLst/>
                          <a:latin typeface="Century Gothic"/>
                        </a:rPr>
                        <a:t>Many people struggle to find the energy and time to hit the gym. Give 3 guilt-free examples as to why followers should hit the purple turf today!</a:t>
                      </a:r>
                      <a:endParaRPr lang="en-US" sz="700" dirty="0"/>
                    </a:p>
                  </a:txBody>
                  <a:tcPr marL="9525" marR="9525" marT="80772" marB="0"/>
                </a:tc>
                <a:tc>
                  <a:txBody>
                    <a:bodyPr/>
                    <a:lstStyle/>
                    <a:p>
                      <a:pPr marL="63500" marR="0" lvl="0" indent="0" algn="ctr" rtl="0">
                        <a:spcBef>
                          <a:spcPts val="310"/>
                        </a:spcBef>
                        <a:spcAft>
                          <a:spcPts val="0"/>
                        </a:spcAft>
                        <a:buNone/>
                      </a:pPr>
                      <a:r>
                        <a:rPr lang="en-US" sz="600" b="0" i="0" u="none" strike="noStrike" spc="0" noProof="0" dirty="0">
                          <a:solidFill>
                            <a:schemeClr val="bg1"/>
                          </a:solidFill>
                          <a:effectLst/>
                        </a:rPr>
                        <a:t>16</a:t>
                      </a:r>
                    </a:p>
                    <a:p>
                      <a:pPr marL="63500" lvl="0" algn="ctr">
                        <a:spcBef>
                          <a:spcPts val="310"/>
                        </a:spcBef>
                        <a:spcAft>
                          <a:spcPts val="0"/>
                        </a:spcAft>
                        <a:buNone/>
                      </a:pPr>
                      <a:r>
                        <a:rPr lang="en-US" sz="600" b="0" i="0" u="none" strike="noStrike" spc="0" noProof="0" dirty="0">
                          <a:solidFill>
                            <a:schemeClr val="bg1"/>
                          </a:solidFill>
                          <a:effectLst/>
                        </a:rPr>
                        <a:t>MOBILITY</a:t>
                      </a:r>
                      <a:endParaRPr lang="en-US" sz="600" b="0" i="0" u="none" strike="noStrike" spc="0" noProof="0" dirty="0">
                        <a:solidFill>
                          <a:srgbClr val="2D2926"/>
                        </a:solidFill>
                        <a:effectLst/>
                      </a:endParaRPr>
                    </a:p>
                    <a:p>
                      <a:pPr marL="63500" lvl="0" algn="ctr">
                        <a:spcBef>
                          <a:spcPts val="310"/>
                        </a:spcBef>
                        <a:spcAft>
                          <a:spcPts val="0"/>
                        </a:spcAft>
                        <a:buNone/>
                      </a:pPr>
                      <a:r>
                        <a:rPr lang="en-US" sz="700" b="0" i="0" u="none" strike="noStrike" spc="0" noProof="0" dirty="0">
                          <a:solidFill>
                            <a:schemeClr val="bg1"/>
                          </a:solidFill>
                          <a:effectLst/>
                        </a:rPr>
                        <a:t>Mobility is a huge buzzword in the fitness industry! Share a mobility routine for a certain area of the body or for a certain consumer group (e.g. office workers or blue-collar laborers).</a:t>
                      </a:r>
                      <a:endParaRPr lang="en-US" sz="700" dirty="0"/>
                    </a:p>
                  </a:txBody>
                  <a:tcPr marL="9525" marR="9525" marT="80772" marB="0"/>
                </a:tc>
                <a:tc>
                  <a:txBody>
                    <a:bodyPr/>
                    <a:lstStyle/>
                    <a:p>
                      <a:pPr marL="63500" lvl="0" algn="ctr" rtl="0">
                        <a:spcBef>
                          <a:spcPts val="310"/>
                        </a:spcBef>
                        <a:spcAft>
                          <a:spcPts val="0"/>
                        </a:spcAft>
                        <a:buNone/>
                      </a:pPr>
                      <a:r>
                        <a:rPr lang="en-US" sz="600" spc="0" dirty="0">
                          <a:solidFill>
                            <a:schemeClr val="bg1"/>
                          </a:solidFill>
                          <a:effectLst/>
                        </a:rPr>
                        <a:t>17</a:t>
                      </a:r>
                    </a:p>
                    <a:p>
                      <a:pPr marL="63500" lvl="0" algn="ctr">
                        <a:spcBef>
                          <a:spcPts val="310"/>
                        </a:spcBef>
                        <a:spcAft>
                          <a:spcPts val="0"/>
                        </a:spcAft>
                        <a:buNone/>
                      </a:pPr>
                      <a:r>
                        <a:rPr lang="en-US" sz="600" b="0" i="0" u="none" strike="noStrike" spc="0" noProof="0" dirty="0">
                          <a:solidFill>
                            <a:srgbClr val="2D2926"/>
                          </a:solidFill>
                          <a:effectLst/>
                          <a:latin typeface="Century Gothic"/>
                        </a:rPr>
                        <a:t>REVIEWS</a:t>
                      </a:r>
                    </a:p>
                    <a:p>
                      <a:pPr marL="63500" lvl="0" algn="ctr">
                        <a:spcBef>
                          <a:spcPts val="310"/>
                        </a:spcBef>
                        <a:spcAft>
                          <a:spcPts val="0"/>
                        </a:spcAft>
                        <a:buNone/>
                      </a:pPr>
                      <a:r>
                        <a:rPr lang="en-US" sz="700" b="0" i="0" u="none" strike="noStrike" spc="0" noProof="0" dirty="0">
                          <a:solidFill>
                            <a:srgbClr val="2D2926"/>
                          </a:solidFill>
                          <a:effectLst/>
                          <a:latin typeface="Century Gothic"/>
                        </a:rPr>
                        <a:t>Share a review someone has left on your Google profile, Facebook page, or Yelp profile!</a:t>
                      </a:r>
                      <a:br>
                        <a:rPr lang="en-US" sz="700" b="0" i="0" u="none" strike="noStrike" spc="0" noProof="0" dirty="0">
                          <a:solidFill>
                            <a:srgbClr val="2D2926"/>
                          </a:solidFill>
                          <a:effectLst/>
                          <a:latin typeface="Century Gothic"/>
                        </a:rPr>
                      </a:br>
                      <a:r>
                        <a:rPr lang="en-US" sz="700" b="0" i="0" u="none" strike="noStrike" spc="0" noProof="0" dirty="0">
                          <a:solidFill>
                            <a:srgbClr val="2D2926"/>
                          </a:solidFill>
                          <a:effectLst/>
                          <a:latin typeface="Century Gothic"/>
                        </a:rPr>
                        <a:t>This can help new prospects when gauging their options.</a:t>
                      </a:r>
                    </a:p>
                  </a:txBody>
                  <a:tcPr marL="9525" marR="9525" marT="80772" marB="0"/>
                </a:tc>
                <a:tc>
                  <a:txBody>
                    <a:bodyPr/>
                    <a:lstStyle/>
                    <a:p>
                      <a:pPr marL="63500" lvl="0" algn="ctr" rtl="0">
                        <a:spcBef>
                          <a:spcPts val="310"/>
                        </a:spcBef>
                        <a:spcAft>
                          <a:spcPts val="0"/>
                        </a:spcAft>
                        <a:buNone/>
                      </a:pPr>
                      <a:r>
                        <a:rPr lang="en-US" sz="600" spc="0" dirty="0">
                          <a:solidFill>
                            <a:schemeClr val="bg1"/>
                          </a:solidFill>
                          <a:effectLst/>
                        </a:rPr>
                        <a:t>18</a:t>
                      </a:r>
                    </a:p>
                    <a:p>
                      <a:pPr marL="63500" lvl="0" algn="ctr">
                        <a:spcBef>
                          <a:spcPts val="310"/>
                        </a:spcBef>
                        <a:spcAft>
                          <a:spcPts val="0"/>
                        </a:spcAft>
                        <a:buNone/>
                      </a:pPr>
                      <a:r>
                        <a:rPr lang="en-US" sz="600" spc="0" dirty="0">
                          <a:solidFill>
                            <a:schemeClr val="bg1"/>
                          </a:solidFill>
                          <a:effectLst/>
                        </a:rPr>
                        <a:t>AF360 CHALLENGE</a:t>
                      </a:r>
                      <a:endParaRPr lang="en-US" sz="600" spc="0" dirty="0">
                        <a:solidFill>
                          <a:srgbClr val="2D2926"/>
                        </a:solidFill>
                        <a:effectLst/>
                      </a:endParaRPr>
                    </a:p>
                    <a:p>
                      <a:pPr marL="63500" lvl="0" algn="ctr">
                        <a:spcBef>
                          <a:spcPts val="310"/>
                        </a:spcBef>
                        <a:spcAft>
                          <a:spcPts val="0"/>
                        </a:spcAft>
                        <a:buNone/>
                      </a:pPr>
                      <a:r>
                        <a:rPr lang="en-US" sz="700" spc="0" dirty="0">
                          <a:solidFill>
                            <a:schemeClr val="bg1"/>
                          </a:solidFill>
                          <a:effectLst/>
                        </a:rPr>
                        <a:t>Plug in a post regarding the AF360 Challenge, the benefits, and what members can expect when they sign up!</a:t>
                      </a:r>
                    </a:p>
                  </a:txBody>
                  <a:tcPr marL="9525" marR="9525" marT="80772" marB="0"/>
                </a:tc>
                <a:tc>
                  <a:txBody>
                    <a:bodyPr/>
                    <a:lstStyle/>
                    <a:p>
                      <a:pPr marL="63500" lvl="0" algn="ctr">
                        <a:spcBef>
                          <a:spcPts val="310"/>
                        </a:spcBef>
                        <a:spcAft>
                          <a:spcPts val="0"/>
                        </a:spcAft>
                        <a:buNone/>
                      </a:pPr>
                      <a:r>
                        <a:rPr lang="en-US" sz="600" b="0" i="0" u="none" strike="noStrike" spc="0" noProof="0" dirty="0">
                          <a:solidFill>
                            <a:schemeClr val="bg1"/>
                          </a:solidFill>
                          <a:effectLst/>
                          <a:latin typeface="Century Gothic"/>
                        </a:rPr>
                        <a:t>19</a:t>
                      </a:r>
                      <a:endParaRPr lang="en-US" sz="600" b="0" i="0" u="none" strike="noStrike" spc="0" noProof="0" dirty="0">
                        <a:solidFill>
                          <a:srgbClr val="2D2926"/>
                        </a:solidFill>
                        <a:effectLst/>
                      </a:endParaRPr>
                    </a:p>
                    <a:p>
                      <a:pPr marL="63500" lvl="0" algn="ctr">
                        <a:spcBef>
                          <a:spcPts val="310"/>
                        </a:spcBef>
                        <a:spcAft>
                          <a:spcPts val="0"/>
                        </a:spcAft>
                        <a:buNone/>
                      </a:pPr>
                      <a:r>
                        <a:rPr lang="en-US" sz="600" b="0" i="0" u="none" strike="noStrike" spc="0" noProof="0" dirty="0">
                          <a:solidFill>
                            <a:schemeClr val="bg1"/>
                          </a:solidFill>
                          <a:effectLst/>
                        </a:rPr>
                        <a:t>FAMILY DINNER</a:t>
                      </a:r>
                      <a:endParaRPr lang="en-US" sz="600" b="0" i="0" u="none" strike="noStrike" spc="0" noProof="0" dirty="0">
                        <a:solidFill>
                          <a:srgbClr val="2D2926"/>
                        </a:solidFill>
                        <a:effectLst/>
                      </a:endParaRPr>
                    </a:p>
                    <a:p>
                      <a:pPr marL="63500" lvl="0" algn="ctr">
                        <a:spcBef>
                          <a:spcPts val="310"/>
                        </a:spcBef>
                        <a:spcAft>
                          <a:spcPts val="0"/>
                        </a:spcAft>
                        <a:buNone/>
                      </a:pPr>
                      <a:r>
                        <a:rPr lang="en-US" sz="700" b="0" i="0" u="none" strike="noStrike" spc="0" noProof="0" dirty="0">
                          <a:solidFill>
                            <a:schemeClr val="bg1"/>
                          </a:solidFill>
                          <a:effectLst/>
                        </a:rPr>
                        <a:t>What is a crowd-pleasing healthy recipe you love to serve? Share a Reel or recipe card of a recipe that can serve multiple people.</a:t>
                      </a:r>
                      <a:endParaRPr lang="en-US" sz="700" b="0" i="0" u="none" strike="noStrike" spc="0" noProof="0" dirty="0">
                        <a:solidFill>
                          <a:schemeClr val="bg1"/>
                        </a:solidFill>
                        <a:effectLst/>
                        <a:latin typeface="Century Gothic"/>
                      </a:endParaRPr>
                    </a:p>
                  </a:txBody>
                  <a:tcPr marL="9525" marR="9525" marT="80772" marB="0"/>
                </a:tc>
                <a:tc>
                  <a:txBody>
                    <a:bodyPr/>
                    <a:lstStyle/>
                    <a:p>
                      <a:pPr marL="63500" lvl="0" algn="ctr">
                        <a:spcBef>
                          <a:spcPts val="310"/>
                        </a:spcBef>
                        <a:spcAft>
                          <a:spcPts val="0"/>
                        </a:spcAft>
                        <a:buNone/>
                      </a:pPr>
                      <a:r>
                        <a:rPr lang="en-US" sz="600" b="0" i="0" u="none" strike="noStrike" spc="0" noProof="0" dirty="0">
                          <a:solidFill>
                            <a:schemeClr val="bg1"/>
                          </a:solidFill>
                          <a:effectLst/>
                        </a:rPr>
                        <a:t>20</a:t>
                      </a:r>
                    </a:p>
                    <a:p>
                      <a:pPr marL="63500" lvl="0" algn="ctr">
                        <a:spcBef>
                          <a:spcPts val="310"/>
                        </a:spcBef>
                        <a:spcAft>
                          <a:spcPts val="0"/>
                        </a:spcAft>
                        <a:buNone/>
                      </a:pPr>
                      <a:r>
                        <a:rPr lang="en-US" sz="600" b="0" i="0" u="none" strike="noStrike" spc="0" noProof="0" dirty="0">
                          <a:solidFill>
                            <a:schemeClr val="bg1"/>
                          </a:solidFill>
                          <a:effectLst/>
                          <a:latin typeface="Century Gothic"/>
                        </a:rPr>
                        <a:t>MEET THE CREW</a:t>
                      </a:r>
                      <a:endParaRPr lang="en-US" sz="600" b="0" i="0" u="none" strike="noStrike" spc="0" noProof="0" dirty="0">
                        <a:solidFill>
                          <a:srgbClr val="2D2926"/>
                        </a:solidFill>
                        <a:effectLst/>
                        <a:latin typeface="Century Gothic"/>
                      </a:endParaRPr>
                    </a:p>
                    <a:p>
                      <a:pPr marL="63500" lvl="0" algn="ctr">
                        <a:spcBef>
                          <a:spcPts val="310"/>
                        </a:spcBef>
                        <a:spcAft>
                          <a:spcPts val="0"/>
                        </a:spcAft>
                        <a:buNone/>
                      </a:pPr>
                      <a:r>
                        <a:rPr lang="en-US" sz="700" b="0" i="0" u="none" strike="noStrike" spc="0" noProof="0" dirty="0">
                          <a:solidFill>
                            <a:schemeClr val="bg1"/>
                          </a:solidFill>
                          <a:effectLst/>
                          <a:latin typeface="Century Gothic"/>
                        </a:rPr>
                        <a:t>Whether it's your member of the month or a new staff member, introduce, or RE-introduce this person to your social page and share a small bio about how they’re involved in your gym fam!</a:t>
                      </a:r>
                      <a:endParaRPr lang="en-US" sz="700" dirty="0"/>
                    </a:p>
                  </a:txBody>
                  <a:tcPr marL="9525" marR="9525" marT="80772" marB="0"/>
                </a:tc>
                <a:tc>
                  <a:txBody>
                    <a:bodyPr/>
                    <a:lstStyle/>
                    <a:p>
                      <a:pPr marL="63500" lvl="0" algn="ctr">
                        <a:spcBef>
                          <a:spcPts val="310"/>
                        </a:spcBef>
                        <a:spcAft>
                          <a:spcPts val="0"/>
                        </a:spcAft>
                        <a:buNone/>
                      </a:pPr>
                      <a:r>
                        <a:rPr lang="en-US" sz="600" b="0" i="0" u="none" strike="noStrike" spc="0" noProof="0" dirty="0">
                          <a:solidFill>
                            <a:schemeClr val="bg1"/>
                          </a:solidFill>
                          <a:effectLst/>
                        </a:rPr>
                        <a:t>21</a:t>
                      </a:r>
                    </a:p>
                    <a:p>
                      <a:pPr marL="63500" lvl="0" algn="ctr">
                        <a:spcBef>
                          <a:spcPts val="310"/>
                        </a:spcBef>
                        <a:spcAft>
                          <a:spcPts val="0"/>
                        </a:spcAft>
                        <a:buNone/>
                      </a:pPr>
                      <a:r>
                        <a:rPr lang="en-US" sz="600" b="0" i="0" u="none" strike="noStrike" spc="0" noProof="0" dirty="0">
                          <a:solidFill>
                            <a:srgbClr val="2D2926"/>
                          </a:solidFill>
                          <a:effectLst/>
                          <a:latin typeface="Century Gothic"/>
                        </a:rPr>
                        <a:t>ROCK THAT SWAG</a:t>
                      </a:r>
                    </a:p>
                    <a:p>
                      <a:pPr marL="63500" lvl="0" algn="ctr">
                        <a:spcBef>
                          <a:spcPts val="310"/>
                        </a:spcBef>
                        <a:spcAft>
                          <a:spcPts val="0"/>
                        </a:spcAft>
                        <a:buNone/>
                      </a:pPr>
                      <a:r>
                        <a:rPr lang="en-US" sz="700" b="0" i="0" u="none" strike="noStrike" spc="0" noProof="0" dirty="0">
                          <a:solidFill>
                            <a:srgbClr val="2D2926"/>
                          </a:solidFill>
                          <a:effectLst/>
                          <a:latin typeface="Century Gothic"/>
                        </a:rPr>
                        <a:t>Do you sell AF merch in your gym? Model a few pieces and encourage members to pick up some AF swag to rock out in the community! (Create and schedule this post through SOCi so you don't need to worry about posting on the weekend!)</a:t>
                      </a:r>
                      <a:endParaRPr lang="en-US" sz="700" dirty="0"/>
                    </a:p>
                  </a:txBody>
                  <a:tcPr marL="9525" marR="9525" marT="80772" marB="0"/>
                </a:tc>
                <a:extLst>
                  <a:ext uri="{0D108BD9-81ED-4DB2-BD59-A6C34878D82A}">
                    <a16:rowId xmlns:a16="http://schemas.microsoft.com/office/drawing/2014/main" val="3005291295"/>
                  </a:ext>
                </a:extLst>
              </a:tr>
              <a:tr h="1135380">
                <a:tc>
                  <a:txBody>
                    <a:bodyPr/>
                    <a:lstStyle/>
                    <a:p>
                      <a:pPr marL="63500" lvl="0" algn="ctr" rtl="0">
                        <a:spcBef>
                          <a:spcPts val="310"/>
                        </a:spcBef>
                        <a:spcAft>
                          <a:spcPts val="0"/>
                        </a:spcAft>
                        <a:buNone/>
                      </a:pPr>
                      <a:r>
                        <a:rPr lang="en-US" sz="600" spc="0" dirty="0">
                          <a:solidFill>
                            <a:schemeClr val="bg1"/>
                          </a:solidFill>
                          <a:effectLst/>
                        </a:rPr>
                        <a:t>22</a:t>
                      </a:r>
                    </a:p>
                    <a:p>
                      <a:pPr marL="63500" lvl="0" algn="ctr" rtl="0">
                        <a:spcBef>
                          <a:spcPts val="310"/>
                        </a:spcBef>
                        <a:spcAft>
                          <a:spcPts val="0"/>
                        </a:spcAft>
                        <a:buNone/>
                      </a:pPr>
                      <a:r>
                        <a:rPr lang="en-US" sz="600" b="0" i="0" u="none" strike="noStrike" spc="0" noProof="0" dirty="0">
                          <a:solidFill>
                            <a:srgbClr val="2D2926"/>
                          </a:solidFill>
                          <a:effectLst/>
                          <a:latin typeface="Century Gothic"/>
                        </a:rPr>
                        <a:t>FALL EQUINOX/FIRST DAY OF AUTUMN</a:t>
                      </a:r>
                    </a:p>
                    <a:p>
                      <a:pPr marL="63500" lvl="0" algn="ctr">
                        <a:spcBef>
                          <a:spcPts val="310"/>
                        </a:spcBef>
                        <a:spcAft>
                          <a:spcPts val="0"/>
                        </a:spcAft>
                        <a:buNone/>
                      </a:pPr>
                      <a:r>
                        <a:rPr lang="en-US" sz="700" b="0" i="0" u="none" strike="noStrike" spc="0" noProof="0" dirty="0">
                          <a:solidFill>
                            <a:srgbClr val="2D2926"/>
                          </a:solidFill>
                          <a:effectLst/>
                          <a:latin typeface="Century Gothic"/>
                        </a:rPr>
                        <a:t>It's fall y'all! Break out the pumpkin spice and maple glazed bacon! Ask members to share their goals for this fall. Use this as a way to connect with them in the gym.</a:t>
                      </a:r>
                    </a:p>
                  </a:txBody>
                  <a:tcPr marL="9525" marR="9525" marT="80772" marB="0"/>
                </a:tc>
                <a:tc>
                  <a:txBody>
                    <a:bodyPr/>
                    <a:lstStyle/>
                    <a:p>
                      <a:pPr marL="63500" lvl="0" algn="ctr" rtl="0">
                        <a:spcBef>
                          <a:spcPts val="310"/>
                        </a:spcBef>
                        <a:spcAft>
                          <a:spcPts val="0"/>
                        </a:spcAft>
                        <a:buNone/>
                      </a:pPr>
                      <a:r>
                        <a:rPr lang="en-US" sz="600" spc="0" dirty="0">
                          <a:solidFill>
                            <a:schemeClr val="bg1"/>
                          </a:solidFill>
                          <a:effectLst/>
                        </a:rPr>
                        <a:t>2</a:t>
                      </a:r>
                      <a:endParaRPr lang="en-US" sz="1200" b="0" i="0" u="none" strike="noStrike" spc="0" dirty="0">
                        <a:solidFill>
                          <a:schemeClr val="dk1"/>
                        </a:solidFill>
                        <a:effectLst/>
                        <a:latin typeface="+mn-lt"/>
                      </a:endParaRPr>
                    </a:p>
                    <a:p>
                      <a:pPr marL="63500" lvl="0" algn="ctr" rtl="0">
                        <a:spcBef>
                          <a:spcPts val="310"/>
                        </a:spcBef>
                        <a:spcAft>
                          <a:spcPts val="0"/>
                        </a:spcAft>
                        <a:buNone/>
                      </a:pPr>
                      <a:r>
                        <a:rPr lang="en-US" sz="600" b="0" i="0" u="none" strike="noStrike" spc="0" noProof="0" dirty="0">
                          <a:solidFill>
                            <a:srgbClr val="2D2926"/>
                          </a:solidFill>
                          <a:effectLst/>
                          <a:latin typeface="Century Gothic"/>
                        </a:rPr>
                        <a:t>CABLE MACHINE INTRO </a:t>
                      </a:r>
                    </a:p>
                    <a:p>
                      <a:pPr marL="63500" lvl="0" algn="ctr" rtl="0">
                        <a:spcBef>
                          <a:spcPts val="310"/>
                        </a:spcBef>
                        <a:spcAft>
                          <a:spcPts val="0"/>
                        </a:spcAft>
                        <a:buNone/>
                      </a:pPr>
                      <a:r>
                        <a:rPr lang="en-US" sz="700" b="0" i="0" u="none" strike="noStrike" spc="0" noProof="0" dirty="0">
                          <a:solidFill>
                            <a:srgbClr val="2D2926"/>
                          </a:solidFill>
                          <a:effectLst/>
                          <a:latin typeface="Century Gothic"/>
                        </a:rPr>
                        <a:t>Cable machines can be intriguing and terrifying to many gym goers. Create a workout using the cable machine or show progressions / regressions to movements to meet members at their fitness level. </a:t>
                      </a:r>
                      <a:endParaRPr lang="en-US" sz="700" spc="0" dirty="0">
                        <a:solidFill>
                          <a:schemeClr val="bg1"/>
                        </a:solidFill>
                        <a:effectLst/>
                      </a:endParaRPr>
                    </a:p>
                  </a:txBody>
                  <a:tcPr marL="9525" marR="9525" marT="80772" marB="0"/>
                </a:tc>
                <a:tc>
                  <a:txBody>
                    <a:bodyPr/>
                    <a:lstStyle/>
                    <a:p>
                      <a:pPr marL="63500" lvl="0" algn="ctr" rtl="0">
                        <a:spcBef>
                          <a:spcPts val="310"/>
                        </a:spcBef>
                        <a:spcAft>
                          <a:spcPts val="0"/>
                        </a:spcAft>
                        <a:buNone/>
                      </a:pPr>
                      <a:r>
                        <a:rPr lang="en-US" sz="600" spc="0" dirty="0">
                          <a:solidFill>
                            <a:schemeClr val="bg1"/>
                          </a:solidFill>
                          <a:effectLst/>
                        </a:rPr>
                        <a:t>24</a:t>
                      </a:r>
                    </a:p>
                    <a:p>
                      <a:pPr marL="63500" lvl="0" algn="ctr">
                        <a:spcBef>
                          <a:spcPts val="310"/>
                        </a:spcBef>
                        <a:spcAft>
                          <a:spcPts val="0"/>
                        </a:spcAft>
                        <a:buNone/>
                      </a:pPr>
                      <a:r>
                        <a:rPr lang="en-US" sz="600" spc="0" dirty="0">
                          <a:solidFill>
                            <a:schemeClr val="bg1"/>
                          </a:solidFill>
                          <a:effectLst/>
                        </a:rPr>
                        <a:t>TRAINER TIP TUESDAY</a:t>
                      </a:r>
                    </a:p>
                    <a:p>
                      <a:pPr marL="63500" lvl="0" algn="ctr">
                        <a:spcBef>
                          <a:spcPts val="310"/>
                        </a:spcBef>
                        <a:spcAft>
                          <a:spcPts val="0"/>
                        </a:spcAft>
                        <a:buNone/>
                      </a:pPr>
                      <a:r>
                        <a:rPr lang="en-US" sz="700" spc="0" dirty="0">
                          <a:solidFill>
                            <a:schemeClr val="bg1"/>
                          </a:solidFill>
                          <a:effectLst/>
                        </a:rPr>
                        <a:t>Have a coach film a video sharing</a:t>
                      </a:r>
                      <a:br>
                        <a:rPr lang="en-US" sz="700" spc="0" dirty="0">
                          <a:solidFill>
                            <a:schemeClr val="bg1"/>
                          </a:solidFill>
                          <a:effectLst/>
                        </a:rPr>
                      </a:br>
                      <a:r>
                        <a:rPr lang="en-US" sz="700" spc="0" dirty="0">
                          <a:solidFill>
                            <a:schemeClr val="bg1"/>
                          </a:solidFill>
                          <a:effectLst/>
                        </a:rPr>
                        <a:t>a tip on something in the gym</a:t>
                      </a:r>
                      <a:br>
                        <a:rPr lang="en-US" sz="700" spc="0" dirty="0">
                          <a:solidFill>
                            <a:schemeClr val="bg1"/>
                          </a:solidFill>
                          <a:effectLst/>
                        </a:rPr>
                      </a:br>
                      <a:r>
                        <a:rPr lang="en-US" sz="700" spc="0" dirty="0">
                          <a:solidFill>
                            <a:schemeClr val="bg1"/>
                          </a:solidFill>
                          <a:effectLst/>
                        </a:rPr>
                        <a:t>(e.g. demonstrating a movement</a:t>
                      </a:r>
                      <a:br>
                        <a:rPr lang="en-US" sz="700" spc="0" dirty="0">
                          <a:solidFill>
                            <a:schemeClr val="bg1"/>
                          </a:solidFill>
                          <a:effectLst/>
                        </a:rPr>
                      </a:br>
                      <a:r>
                        <a:rPr lang="en-US" sz="700" spc="0" dirty="0">
                          <a:solidFill>
                            <a:schemeClr val="bg1"/>
                          </a:solidFill>
                          <a:effectLst/>
                        </a:rPr>
                        <a:t>that followers often have issues</a:t>
                      </a:r>
                      <a:br>
                        <a:rPr lang="en-US" sz="700" spc="0" dirty="0">
                          <a:solidFill>
                            <a:schemeClr val="bg1"/>
                          </a:solidFill>
                          <a:effectLst/>
                        </a:rPr>
                      </a:br>
                      <a:r>
                        <a:rPr lang="en-US" sz="700" spc="0" dirty="0">
                          <a:solidFill>
                            <a:schemeClr val="bg1"/>
                          </a:solidFill>
                          <a:effectLst/>
                        </a:rPr>
                        <a:t>doing such as RDLs). </a:t>
                      </a:r>
                    </a:p>
                  </a:txBody>
                  <a:tcPr marL="9525" marR="9525" marT="80772" marB="0"/>
                </a:tc>
                <a:tc>
                  <a:txBody>
                    <a:bodyPr/>
                    <a:lstStyle/>
                    <a:p>
                      <a:pPr marL="63500" lvl="0" algn="ctr">
                        <a:spcBef>
                          <a:spcPts val="310"/>
                        </a:spcBef>
                        <a:spcAft>
                          <a:spcPts val="0"/>
                        </a:spcAft>
                        <a:buNone/>
                      </a:pPr>
                      <a:r>
                        <a:rPr lang="en-US" sz="600" b="0" i="0" u="none" strike="noStrike" spc="0" noProof="0" dirty="0">
                          <a:solidFill>
                            <a:schemeClr val="bg1"/>
                          </a:solidFill>
                          <a:effectLst/>
                          <a:latin typeface="Century Gothic"/>
                        </a:rPr>
                        <a:t>25</a:t>
                      </a:r>
                    </a:p>
                    <a:p>
                      <a:pPr marL="63500" lvl="0" algn="ctr">
                        <a:spcBef>
                          <a:spcPts val="310"/>
                        </a:spcBef>
                        <a:spcAft>
                          <a:spcPts val="0"/>
                        </a:spcAft>
                        <a:buNone/>
                      </a:pPr>
                      <a:r>
                        <a:rPr lang="en-US" sz="600" b="0" i="0" u="none" strike="noStrike" spc="0" noProof="0" dirty="0">
                          <a:solidFill>
                            <a:srgbClr val="2D2926"/>
                          </a:solidFill>
                          <a:effectLst/>
                        </a:rPr>
                        <a:t>FOOD FIND</a:t>
                      </a:r>
                    </a:p>
                    <a:p>
                      <a:pPr marL="63500" lvl="0" algn="ctr">
                        <a:spcBef>
                          <a:spcPts val="310"/>
                        </a:spcBef>
                        <a:spcAft>
                          <a:spcPts val="0"/>
                        </a:spcAft>
                        <a:buNone/>
                      </a:pPr>
                      <a:r>
                        <a:rPr lang="en-US" sz="700" b="0" i="0" u="none" strike="noStrike" spc="0" noProof="0" dirty="0">
                          <a:solidFill>
                            <a:srgbClr val="2D2926"/>
                          </a:solidFill>
                          <a:effectLst/>
                        </a:rPr>
                        <a:t>What's a go-to food swap you've been enjoying? Or maybe a new protein powder or bar you’re selling at the club? </a:t>
                      </a:r>
                      <a:endParaRPr lang="en-US" sz="700" dirty="0"/>
                    </a:p>
                  </a:txBody>
                  <a:tcPr marL="9525" marR="9525" marT="80772" marB="0"/>
                </a:tc>
                <a:tc>
                  <a:txBody>
                    <a:bodyPr/>
                    <a:lstStyle/>
                    <a:p>
                      <a:pPr marL="63500" lvl="0" algn="ctr">
                        <a:spcBef>
                          <a:spcPts val="310"/>
                        </a:spcBef>
                        <a:spcAft>
                          <a:spcPts val="0"/>
                        </a:spcAft>
                        <a:buNone/>
                      </a:pPr>
                      <a:r>
                        <a:rPr lang="en-US" sz="600" b="0" i="0" u="none" strike="noStrike" spc="0" noProof="0" dirty="0">
                          <a:solidFill>
                            <a:schemeClr val="bg1"/>
                          </a:solidFill>
                          <a:effectLst/>
                        </a:rPr>
                        <a:t>26</a:t>
                      </a:r>
                    </a:p>
                    <a:p>
                      <a:pPr marL="63500" lvl="0" algn="ctr">
                        <a:spcBef>
                          <a:spcPts val="310"/>
                        </a:spcBef>
                        <a:spcAft>
                          <a:spcPts val="0"/>
                        </a:spcAft>
                        <a:buNone/>
                      </a:pPr>
                      <a:r>
                        <a:rPr lang="en-US" sz="600" b="0" i="0" u="none" strike="noStrike" spc="0" noProof="0" dirty="0">
                          <a:solidFill>
                            <a:schemeClr val="bg1"/>
                          </a:solidFill>
                          <a:effectLst/>
                          <a:latin typeface="Century Gothic"/>
                        </a:rPr>
                        <a:t>MINDFULNESS</a:t>
                      </a:r>
                      <a:endParaRPr lang="en-US" sz="600" b="0" i="0" u="none" strike="noStrike" spc="0" noProof="0" dirty="0">
                        <a:solidFill>
                          <a:srgbClr val="2D2926"/>
                        </a:solidFill>
                        <a:effectLst/>
                        <a:latin typeface="Century Gothic"/>
                      </a:endParaRPr>
                    </a:p>
                    <a:p>
                      <a:pPr marL="63500" lvl="0" algn="ctr">
                        <a:spcBef>
                          <a:spcPts val="310"/>
                        </a:spcBef>
                        <a:spcAft>
                          <a:spcPts val="0"/>
                        </a:spcAft>
                        <a:buNone/>
                      </a:pPr>
                      <a:r>
                        <a:rPr lang="en-US" sz="700" b="0" i="0" u="none" strike="noStrike" spc="0" noProof="0" dirty="0">
                          <a:solidFill>
                            <a:schemeClr val="bg1"/>
                          </a:solidFill>
                          <a:effectLst/>
                          <a:latin typeface="Century Gothic"/>
                        </a:rPr>
                        <a:t>Discuss how mindfulness can help with different facets of life and how followers can incorporate it in the gym or</a:t>
                      </a:r>
                      <a:br>
                        <a:rPr lang="en-US" sz="700" b="0" i="0" u="none" strike="noStrike" spc="0" noProof="0" dirty="0">
                          <a:solidFill>
                            <a:schemeClr val="bg1"/>
                          </a:solidFill>
                          <a:effectLst/>
                          <a:latin typeface="Century Gothic"/>
                        </a:rPr>
                      </a:br>
                      <a:r>
                        <a:rPr lang="en-US" sz="700" b="0" i="0" u="none" strike="noStrike" spc="0" noProof="0" dirty="0">
                          <a:solidFill>
                            <a:schemeClr val="bg1"/>
                          </a:solidFill>
                          <a:effectLst/>
                          <a:latin typeface="Century Gothic"/>
                        </a:rPr>
                        <a:t>into your everyday routine. </a:t>
                      </a:r>
                      <a:endParaRPr lang="en-US" sz="700" dirty="0"/>
                    </a:p>
                  </a:txBody>
                  <a:tcPr marL="9525" marR="9525" marT="80772" marB="0"/>
                </a:tc>
                <a:tc>
                  <a:txBody>
                    <a:bodyPr/>
                    <a:lstStyle/>
                    <a:p>
                      <a:pPr marL="63500" lvl="0" algn="ctr">
                        <a:spcBef>
                          <a:spcPts val="310"/>
                        </a:spcBef>
                        <a:spcAft>
                          <a:spcPts val="0"/>
                        </a:spcAft>
                        <a:buNone/>
                      </a:pPr>
                      <a:r>
                        <a:rPr lang="en-US" sz="600" b="0" i="0" u="none" strike="noStrike" spc="0" noProof="0" dirty="0">
                          <a:solidFill>
                            <a:schemeClr val="bg1"/>
                          </a:solidFill>
                          <a:effectLst/>
                        </a:rPr>
                        <a:t>27</a:t>
                      </a:r>
                    </a:p>
                    <a:p>
                      <a:pPr marL="63500" lvl="0" algn="ctr">
                        <a:spcBef>
                          <a:spcPts val="310"/>
                        </a:spcBef>
                        <a:spcAft>
                          <a:spcPts val="0"/>
                        </a:spcAft>
                        <a:buNone/>
                      </a:pPr>
                      <a:r>
                        <a:rPr lang="en-US" sz="600" b="0" i="0" u="none" strike="noStrike" spc="0" noProof="0" dirty="0">
                          <a:solidFill>
                            <a:schemeClr val="bg1"/>
                          </a:solidFill>
                          <a:effectLst/>
                          <a:latin typeface="Century Gothic"/>
                        </a:rPr>
                        <a:t> APP-TITUDE</a:t>
                      </a:r>
                      <a:endParaRPr lang="en-US" sz="600" b="0" i="0" u="none" strike="noStrike" spc="0" noProof="0" dirty="0">
                        <a:solidFill>
                          <a:srgbClr val="2D2926"/>
                        </a:solidFill>
                        <a:effectLst/>
                        <a:latin typeface="Century Gothic"/>
                      </a:endParaRPr>
                    </a:p>
                    <a:p>
                      <a:pPr marL="63500" lvl="0" algn="ctr">
                        <a:spcBef>
                          <a:spcPts val="310"/>
                        </a:spcBef>
                        <a:spcAft>
                          <a:spcPts val="0"/>
                        </a:spcAft>
                        <a:buNone/>
                      </a:pPr>
                      <a:r>
                        <a:rPr lang="en-US" sz="700" b="0" i="0" u="none" strike="noStrike" spc="0" noProof="0" dirty="0">
                          <a:solidFill>
                            <a:schemeClr val="bg1"/>
                          </a:solidFill>
                          <a:effectLst/>
                          <a:latin typeface="Century Gothic"/>
                        </a:rPr>
                        <a:t>AF Access Pass is a great accessory helping make healthy happen anywhere, </a:t>
                      </a:r>
                      <a:r>
                        <a:rPr lang="en-US" sz="700" b="0" i="0" u="none" strike="noStrike" spc="0" noProof="0" dirty="0" err="1">
                          <a:solidFill>
                            <a:schemeClr val="bg1"/>
                          </a:solidFill>
                          <a:effectLst/>
                          <a:latin typeface="Century Gothic"/>
                        </a:rPr>
                        <a:t>anyTIME</a:t>
                      </a:r>
                      <a:r>
                        <a:rPr lang="en-US" sz="700" b="0" i="0" u="none" strike="noStrike" spc="0" noProof="0" dirty="0">
                          <a:solidFill>
                            <a:schemeClr val="bg1"/>
                          </a:solidFill>
                          <a:effectLst/>
                          <a:latin typeface="Century Gothic"/>
                        </a:rPr>
                        <a:t>! Share a post educating members on Access Pass and how it can help make getting to the gym easier.</a:t>
                      </a:r>
                      <a:endParaRPr lang="en-US" sz="700" dirty="0"/>
                    </a:p>
                  </a:txBody>
                  <a:tcPr marL="9525" marR="9525" marT="80772" marB="0"/>
                </a:tc>
                <a:tc>
                  <a:txBody>
                    <a:bodyPr/>
                    <a:lstStyle/>
                    <a:p>
                      <a:pPr marL="63500" lvl="0" algn="ctr">
                        <a:spcBef>
                          <a:spcPts val="310"/>
                        </a:spcBef>
                        <a:spcAft>
                          <a:spcPts val="0"/>
                        </a:spcAft>
                        <a:buNone/>
                      </a:pPr>
                      <a:r>
                        <a:rPr lang="en-US" sz="600" b="0" i="0" u="none" strike="noStrike" spc="0" noProof="0" dirty="0">
                          <a:solidFill>
                            <a:schemeClr val="bg1"/>
                          </a:solidFill>
                          <a:effectLst/>
                          <a:latin typeface="Century Gothic"/>
                        </a:rPr>
                        <a:t>28</a:t>
                      </a:r>
                    </a:p>
                    <a:p>
                      <a:pPr marL="63500" lvl="0" algn="ctr">
                        <a:spcBef>
                          <a:spcPts val="310"/>
                        </a:spcBef>
                        <a:spcAft>
                          <a:spcPts val="0"/>
                        </a:spcAft>
                        <a:buNone/>
                      </a:pPr>
                      <a:r>
                        <a:rPr lang="en-US" sz="600" b="0" i="0" u="none" strike="noStrike" spc="0" noProof="0" dirty="0">
                          <a:solidFill>
                            <a:schemeClr val="bg1"/>
                          </a:solidFill>
                          <a:effectLst/>
                        </a:rPr>
                        <a:t>MEMBER SUCCESS</a:t>
                      </a:r>
                      <a:endParaRPr lang="en-US" sz="600" b="0" i="0" u="none" strike="noStrike" spc="0" noProof="0" dirty="0">
                        <a:solidFill>
                          <a:srgbClr val="2D2926"/>
                        </a:solidFill>
                        <a:effectLst/>
                      </a:endParaRPr>
                    </a:p>
                    <a:p>
                      <a:pPr marL="63500" lvl="0" algn="ctr">
                        <a:spcBef>
                          <a:spcPts val="310"/>
                        </a:spcBef>
                        <a:spcAft>
                          <a:spcPts val="0"/>
                        </a:spcAft>
                        <a:buNone/>
                      </a:pPr>
                      <a:r>
                        <a:rPr lang="en-US" sz="700" b="0" i="0" u="none" strike="noStrike" spc="0" noProof="0" dirty="0">
                          <a:solidFill>
                            <a:schemeClr val="bg1"/>
                          </a:solidFill>
                          <a:effectLst/>
                        </a:rPr>
                        <a:t>Share a member success story! Reminder: "success" doesn’t need to be “life changing” – even being able to get better sleep at night is a success to share! Tip: this post is perfect to plan and schedule ahead of time!</a:t>
                      </a:r>
                      <a:endParaRPr lang="en-US" sz="700" dirty="0"/>
                    </a:p>
                  </a:txBody>
                  <a:tcPr marL="9525" marR="9525" marT="80772" marB="0"/>
                </a:tc>
                <a:extLst>
                  <a:ext uri="{0D108BD9-81ED-4DB2-BD59-A6C34878D82A}">
                    <a16:rowId xmlns:a16="http://schemas.microsoft.com/office/drawing/2014/main" val="2870796117"/>
                  </a:ext>
                </a:extLst>
              </a:tr>
              <a:tr h="1221149">
                <a:tc>
                  <a:txBody>
                    <a:bodyPr/>
                    <a:lstStyle/>
                    <a:p>
                      <a:pPr marL="63500" lvl="0" algn="ctr">
                        <a:spcBef>
                          <a:spcPts val="310"/>
                        </a:spcBef>
                        <a:spcAft>
                          <a:spcPts val="0"/>
                        </a:spcAft>
                        <a:buNone/>
                      </a:pPr>
                      <a:r>
                        <a:rPr lang="en-US" sz="600" b="0" i="0" u="none" strike="noStrike" noProof="0" dirty="0">
                          <a:solidFill>
                            <a:schemeClr val="bg1"/>
                          </a:solidFill>
                          <a:effectLst/>
                        </a:rPr>
                        <a:t>29</a:t>
                      </a:r>
                    </a:p>
                    <a:p>
                      <a:pPr marL="63500" lvl="0" algn="ctr">
                        <a:spcBef>
                          <a:spcPts val="310"/>
                        </a:spcBef>
                        <a:spcAft>
                          <a:spcPts val="0"/>
                        </a:spcAft>
                        <a:buNone/>
                      </a:pPr>
                      <a:r>
                        <a:rPr lang="en-US" sz="600" b="0" i="0" u="none" strike="noStrike" noProof="0" dirty="0">
                          <a:solidFill>
                            <a:schemeClr val="bg1"/>
                          </a:solidFill>
                          <a:effectLst/>
                        </a:rPr>
                        <a:t>NATIONAL COFFEE DAY</a:t>
                      </a:r>
                    </a:p>
                    <a:p>
                      <a:pPr marL="63500" lvl="0" algn="ctr">
                        <a:spcBef>
                          <a:spcPts val="310"/>
                        </a:spcBef>
                        <a:spcAft>
                          <a:spcPts val="0"/>
                        </a:spcAft>
                        <a:buNone/>
                      </a:pPr>
                      <a:r>
                        <a:rPr lang="en-US" sz="700" b="0" i="0" u="none" strike="noStrike" noProof="0" dirty="0">
                          <a:solidFill>
                            <a:srgbClr val="2D2926"/>
                          </a:solidFill>
                          <a:effectLst/>
                          <a:latin typeface="Century Gothic"/>
                        </a:rPr>
                        <a:t>Share your go-to coffee order on your feed and encourage members to share theirs in the comments. Tip: spread the love and choose one commentor to receive a $10 coffee gift card to a local coffee shop!</a:t>
                      </a:r>
                      <a:endParaRPr lang="en-US" sz="700" dirty="0"/>
                    </a:p>
                  </a:txBody>
                  <a:tcPr marL="9524" marR="9524" marT="80772" marB="0"/>
                </a:tc>
                <a:tc>
                  <a:txBody>
                    <a:bodyPr/>
                    <a:lstStyle/>
                    <a:p>
                      <a:pPr marL="63500" lvl="0" algn="ctr">
                        <a:spcBef>
                          <a:spcPts val="310"/>
                        </a:spcBef>
                        <a:spcAft>
                          <a:spcPts val="0"/>
                        </a:spcAft>
                        <a:buNone/>
                      </a:pPr>
                      <a:r>
                        <a:rPr lang="en-US" sz="600" b="0" i="0" u="none" strike="noStrike" spc="0" noProof="0" dirty="0">
                          <a:solidFill>
                            <a:schemeClr val="bg1"/>
                          </a:solidFill>
                          <a:effectLst/>
                          <a:latin typeface="Century Gothic"/>
                        </a:rPr>
                        <a:t>30</a:t>
                      </a:r>
                      <a:endParaRPr lang="en-US" sz="600" b="0" i="0" u="none" strike="noStrike" spc="0" noProof="0" dirty="0">
                        <a:solidFill>
                          <a:srgbClr val="2D2926"/>
                        </a:solidFill>
                        <a:effectLst/>
                      </a:endParaRPr>
                    </a:p>
                    <a:p>
                      <a:pPr marL="63500" lvl="0" algn="ctr">
                        <a:spcBef>
                          <a:spcPts val="310"/>
                        </a:spcBef>
                        <a:spcAft>
                          <a:spcPts val="0"/>
                        </a:spcAft>
                        <a:buNone/>
                      </a:pPr>
                      <a:r>
                        <a:rPr lang="en-US" sz="600" b="0" i="0" u="none" strike="noStrike" spc="0" noProof="0" dirty="0">
                          <a:solidFill>
                            <a:schemeClr val="bg1"/>
                          </a:solidFill>
                          <a:effectLst/>
                        </a:rPr>
                        <a:t>BODY SCAN EDUCATION</a:t>
                      </a:r>
                      <a:endParaRPr lang="en-US" sz="600" b="0" i="0" u="none" strike="noStrike" spc="0" noProof="0" dirty="0">
                        <a:solidFill>
                          <a:srgbClr val="2D2926"/>
                        </a:solidFill>
                        <a:effectLst/>
                      </a:endParaRPr>
                    </a:p>
                    <a:p>
                      <a:pPr marL="63500" lvl="0" algn="ctr">
                        <a:spcBef>
                          <a:spcPts val="310"/>
                        </a:spcBef>
                        <a:spcAft>
                          <a:spcPts val="0"/>
                        </a:spcAft>
                        <a:buNone/>
                      </a:pPr>
                      <a:r>
                        <a:rPr lang="en-US" sz="700" b="0" i="0" u="none" strike="noStrike" spc="0" noProof="0" dirty="0">
                          <a:solidFill>
                            <a:schemeClr val="bg1"/>
                          </a:solidFill>
                          <a:effectLst/>
                        </a:rPr>
                        <a:t>Educate followers on how important body scanning can be in their</a:t>
                      </a:r>
                      <a:br>
                        <a:rPr lang="en-US" sz="700" b="0" i="0" u="none" strike="noStrike" spc="0" noProof="0" dirty="0">
                          <a:solidFill>
                            <a:schemeClr val="bg1"/>
                          </a:solidFill>
                          <a:effectLst/>
                        </a:rPr>
                      </a:br>
                      <a:r>
                        <a:rPr lang="en-US" sz="700" b="0" i="0" u="none" strike="noStrike" spc="0" noProof="0" dirty="0">
                          <a:solidFill>
                            <a:schemeClr val="bg1"/>
                          </a:solidFill>
                          <a:effectLst/>
                        </a:rPr>
                        <a:t>fitness journeys. </a:t>
                      </a:r>
                      <a:endParaRPr lang="en-US" sz="700" b="0" i="0" u="none" strike="noStrike" spc="0" noProof="0" dirty="0">
                        <a:solidFill>
                          <a:schemeClr val="bg1"/>
                        </a:solidFill>
                        <a:effectLst/>
                        <a:latin typeface="Century Gothic"/>
                      </a:endParaRPr>
                    </a:p>
                  </a:txBody>
                  <a:tcPr marL="9524" marR="9524" marT="80772" marB="0"/>
                </a:tc>
                <a:tc>
                  <a:txBody>
                    <a:bodyPr/>
                    <a:lstStyle/>
                    <a:p>
                      <a:pPr marL="63500" lvl="0" algn="ctr">
                        <a:spcBef>
                          <a:spcPts val="310"/>
                        </a:spcBef>
                        <a:spcAft>
                          <a:spcPts val="0"/>
                        </a:spcAft>
                        <a:buNone/>
                      </a:pPr>
                      <a:endParaRPr lang="en-US" sz="600" b="0" i="0" u="none" strike="noStrike" spc="0" noProof="0" dirty="0">
                        <a:solidFill>
                          <a:schemeClr val="bg1"/>
                        </a:solidFill>
                        <a:effectLst/>
                      </a:endParaRPr>
                    </a:p>
                  </a:txBody>
                  <a:tcPr marL="9524" marR="9524" marT="80772" marB="0"/>
                </a:tc>
                <a:tc>
                  <a:txBody>
                    <a:bodyPr/>
                    <a:lstStyle/>
                    <a:p>
                      <a:pPr marL="63500" lvl="0" algn="ctr">
                        <a:spcBef>
                          <a:spcPts val="310"/>
                        </a:spcBef>
                        <a:spcAft>
                          <a:spcPts val="0"/>
                        </a:spcAft>
                        <a:buNone/>
                      </a:pPr>
                      <a:endParaRPr lang="en-US" sz="600" b="0" i="0" u="none" strike="noStrike" spc="0" noProof="0" dirty="0">
                        <a:solidFill>
                          <a:schemeClr val="bg1"/>
                        </a:solidFill>
                        <a:effectLst/>
                        <a:latin typeface="Century Gothic"/>
                      </a:endParaRPr>
                    </a:p>
                  </a:txBody>
                  <a:tcPr marL="9524" marR="9524" marT="80772" marB="0"/>
                </a:tc>
                <a:tc>
                  <a:txBody>
                    <a:bodyPr/>
                    <a:lstStyle/>
                    <a:p>
                      <a:pPr marL="63500" lvl="0" algn="ctr">
                        <a:spcBef>
                          <a:spcPts val="310"/>
                        </a:spcBef>
                        <a:spcAft>
                          <a:spcPts val="0"/>
                        </a:spcAft>
                        <a:buNone/>
                      </a:pPr>
                      <a:endParaRPr lang="en-US" sz="600" b="0" i="0" u="none" strike="noStrike" spc="0" noProof="0" dirty="0">
                        <a:solidFill>
                          <a:schemeClr val="bg1"/>
                        </a:solidFill>
                        <a:effectLst/>
                      </a:endParaRPr>
                    </a:p>
                  </a:txBody>
                  <a:tcPr marL="9524" marR="9524" marT="80772" marB="0"/>
                </a:tc>
                <a:tc>
                  <a:txBody>
                    <a:bodyPr/>
                    <a:lstStyle/>
                    <a:p>
                      <a:pPr marL="63500" lvl="0" algn="ctr">
                        <a:spcBef>
                          <a:spcPts val="310"/>
                        </a:spcBef>
                        <a:spcAft>
                          <a:spcPts val="0"/>
                        </a:spcAft>
                        <a:buNone/>
                      </a:pPr>
                      <a:endParaRPr lang="en-US" sz="600" b="0" i="0" u="none" strike="noStrike" noProof="0" dirty="0">
                        <a:solidFill>
                          <a:schemeClr val="bg1"/>
                        </a:solidFill>
                        <a:effectLst/>
                        <a:latin typeface="Century Gothic"/>
                      </a:endParaRPr>
                    </a:p>
                  </a:txBody>
                  <a:tcPr marL="9524" marR="9524" marT="80772" marB="0"/>
                </a:tc>
                <a:tc>
                  <a:txBody>
                    <a:bodyPr/>
                    <a:lstStyle/>
                    <a:p>
                      <a:pPr marL="63500" lvl="0" algn="ctr">
                        <a:spcBef>
                          <a:spcPts val="310"/>
                        </a:spcBef>
                        <a:spcAft>
                          <a:spcPts val="0"/>
                        </a:spcAft>
                        <a:buNone/>
                      </a:pPr>
                      <a:endParaRPr lang="en-US" sz="600" b="0" i="0" u="none" strike="noStrike" spc="0" noProof="0" dirty="0">
                        <a:solidFill>
                          <a:srgbClr val="2D2926"/>
                        </a:solidFill>
                        <a:effectLst/>
                        <a:latin typeface="Century Gothic"/>
                      </a:endParaRPr>
                    </a:p>
                  </a:txBody>
                  <a:tcPr marL="9524" marR="9524" marT="80772" marB="0"/>
                </a:tc>
                <a:extLst>
                  <a:ext uri="{0D108BD9-81ED-4DB2-BD59-A6C34878D82A}">
                    <a16:rowId xmlns:a16="http://schemas.microsoft.com/office/drawing/2014/main" val="3697406555"/>
                  </a:ext>
                </a:extLst>
              </a:tr>
            </a:tbl>
          </a:graphicData>
        </a:graphic>
      </p:graphicFrame>
    </p:spTree>
    <p:extLst>
      <p:ext uri="{BB962C8B-B14F-4D97-AF65-F5344CB8AC3E}">
        <p14:creationId xmlns:p14="http://schemas.microsoft.com/office/powerpoint/2010/main" val="252309666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BS_SHAPE_LOCK" val="TRUE"/>
</p:tagLst>
</file>

<file path=ppt/theme/theme1.xml><?xml version="1.0" encoding="utf-8"?>
<a:theme xmlns:a="http://schemas.openxmlformats.org/drawingml/2006/main" name="Anytime Fitness Template">
  <a:themeElements>
    <a:clrScheme name="AF July 22 ">
      <a:dk1>
        <a:srgbClr val="2D2926"/>
      </a:dk1>
      <a:lt1>
        <a:srgbClr val="FFFFFF"/>
      </a:lt1>
      <a:dk2>
        <a:srgbClr val="221551"/>
      </a:dk2>
      <a:lt2>
        <a:srgbClr val="DACAED"/>
      </a:lt2>
      <a:accent1>
        <a:srgbClr val="440099"/>
      </a:accent1>
      <a:accent2>
        <a:srgbClr val="6E38D5"/>
      </a:accent2>
      <a:accent3>
        <a:srgbClr val="A32AF9"/>
      </a:accent3>
      <a:accent4>
        <a:srgbClr val="2ED7DE"/>
      </a:accent4>
      <a:accent5>
        <a:srgbClr val="EF3340"/>
      </a:accent5>
      <a:accent6>
        <a:srgbClr val="FF7500"/>
      </a:accent6>
      <a:hlink>
        <a:srgbClr val="FF7500"/>
      </a:hlink>
      <a:folHlink>
        <a:srgbClr val="EF3340"/>
      </a:folHlink>
    </a:clrScheme>
    <a:fontScheme name="Anytime Fitness">
      <a:majorFont>
        <a:latin typeface="Century Gothic"/>
        <a:ea typeface=""/>
        <a:cs typeface=""/>
      </a:majorFont>
      <a:minorFont>
        <a:latin typeface="Century Gothic"/>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1400" dirty="0" err="1" smtClean="0">
            <a:solidFill>
              <a:schemeClr val="bg1"/>
            </a:solidFill>
          </a:defRPr>
        </a:defPPr>
      </a:lstStyle>
    </a:txDef>
  </a:objectDefaults>
  <a:extraClrSchemeLst/>
  <a:extLst>
    <a:ext uri="{05A4C25C-085E-4340-85A3-A5531E510DB2}">
      <thm15:themeFamily xmlns:thm15="http://schemas.microsoft.com/office/thememl/2012/main" name="Bar-Method_PPT-Template_V2 edit code final.potx" id="{EF5957C3-A1C1-4345-85B9-8F272847F476}" vid="{D92DD28F-51C3-4CBB-8DEE-BB33764BC1D9}"/>
    </a:ext>
  </a:extLst>
</a:theme>
</file>

<file path=ppt/theme/theme2.xml><?xml version="1.0" encoding="utf-8"?>
<a:theme xmlns:a="http://schemas.openxmlformats.org/drawingml/2006/main" name="Office Theme">
  <a:themeElements>
    <a:clrScheme name="Bar Method">
      <a:dk1>
        <a:srgbClr val="161614"/>
      </a:dk1>
      <a:lt1>
        <a:sysClr val="window" lastClr="FFFFFF"/>
      </a:lt1>
      <a:dk2>
        <a:srgbClr val="373733"/>
      </a:dk2>
      <a:lt2>
        <a:srgbClr val="D9D9D6"/>
      </a:lt2>
      <a:accent1>
        <a:srgbClr val="EACBBB"/>
      </a:accent1>
      <a:accent2>
        <a:srgbClr val="F18079"/>
      </a:accent2>
      <a:accent3>
        <a:srgbClr val="EE635C"/>
      </a:accent3>
      <a:accent4>
        <a:srgbClr val="DFDFE0"/>
      </a:accent4>
      <a:accent5>
        <a:srgbClr val="C0C0C2"/>
      </a:accent5>
      <a:accent6>
        <a:srgbClr val="A0A1A3"/>
      </a:accent6>
      <a:hlink>
        <a:srgbClr val="F18079"/>
      </a:hlink>
      <a:folHlink>
        <a:srgbClr val="EACBBB"/>
      </a:folHlink>
    </a:clrScheme>
    <a:fontScheme name="Bar Method">
      <a:majorFont>
        <a:latin typeface="Constantia"/>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Bar Method">
      <a:dk1>
        <a:srgbClr val="161614"/>
      </a:dk1>
      <a:lt1>
        <a:sysClr val="window" lastClr="FFFFFF"/>
      </a:lt1>
      <a:dk2>
        <a:srgbClr val="373733"/>
      </a:dk2>
      <a:lt2>
        <a:srgbClr val="D9D9D6"/>
      </a:lt2>
      <a:accent1>
        <a:srgbClr val="EACBBB"/>
      </a:accent1>
      <a:accent2>
        <a:srgbClr val="F18079"/>
      </a:accent2>
      <a:accent3>
        <a:srgbClr val="EE635C"/>
      </a:accent3>
      <a:accent4>
        <a:srgbClr val="DFDFE0"/>
      </a:accent4>
      <a:accent5>
        <a:srgbClr val="C0C0C2"/>
      </a:accent5>
      <a:accent6>
        <a:srgbClr val="A0A1A3"/>
      </a:accent6>
      <a:hlink>
        <a:srgbClr val="F18079"/>
      </a:hlink>
      <a:folHlink>
        <a:srgbClr val="EACBBB"/>
      </a:folHlink>
    </a:clrScheme>
    <a:fontScheme name="Bar Method">
      <a:majorFont>
        <a:latin typeface="Constantia"/>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Date_x0020__x0026__x0020_Time xmlns="9464be75-fc0f-4c74-b7a9-67e6b6b30f78">2023-02-02T21:00:00+00:00</Date_x0020__x0026__x0020_Time>
    <_Flow_SignoffStatus xmlns="9464be75-fc0f-4c74-b7a9-67e6b6b30f78" xsi:nil="true"/>
    <TaxCatchAll xmlns="47019a7e-a60c-4a1f-b4fd-44452cf97621" xsi:nil="true"/>
    <lcf76f155ced4ddcb4097134ff3c332f xmlns="9464be75-fc0f-4c74-b7a9-67e6b6b30f78">
      <Terms xmlns="http://schemas.microsoft.com/office/infopath/2007/PartnerControls"/>
    </lcf76f155ced4ddcb4097134ff3c332f>
    <Dateandtime xmlns="9464be75-fc0f-4c74-b7a9-67e6b6b30f78">2023-02-02T21:00:00+00:00</Dateandtime>
    <Person xmlns="9464be75-fc0f-4c74-b7a9-67e6b6b30f78">
      <UserInfo>
        <DisplayName/>
        <AccountId xsi:nil="true"/>
        <AccountType/>
      </UserInfo>
    </Person>
    <SharedWithUsers xmlns="47019a7e-a60c-4a1f-b4fd-44452cf97621">
      <UserInfo>
        <DisplayName>Marcie DeLuca</DisplayName>
        <AccountId>9585</AccountId>
        <AccountType/>
      </UserInfo>
      <UserInfo>
        <DisplayName>Garrett Ebling</DisplayName>
        <AccountId>1938</AccountId>
        <AccountType/>
      </UserInfo>
      <UserInfo>
        <DisplayName>Deb Pias</DisplayName>
        <AccountId>51</AccountId>
        <AccountType/>
      </UserInfo>
      <UserInfo>
        <DisplayName>Morgan Edwards</DisplayName>
        <AccountId>25969</AccountId>
        <AccountType/>
      </UserInfo>
      <UserInfo>
        <DisplayName>Kenzi Boivin</DisplayName>
        <AccountId>10537</AccountId>
        <AccountType/>
      </UserInfo>
      <UserInfo>
        <DisplayName>Sarah Mastrian</DisplayName>
        <AccountId>14028</AccountId>
        <AccountType/>
      </UserInfo>
      <UserInfo>
        <DisplayName>Tammy Nienaber</DisplayName>
        <AccountId>52</AccountId>
        <AccountType/>
      </UserInfo>
    </SharedWithUser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BC9F4D4AED8BDC44AAAD872D46454869" ma:contentTypeVersion="25" ma:contentTypeDescription="Create a new document." ma:contentTypeScope="" ma:versionID="4cd7bbde4b7569de7419761a2ff09ce0">
  <xsd:schema xmlns:xsd="http://www.w3.org/2001/XMLSchema" xmlns:xs="http://www.w3.org/2001/XMLSchema" xmlns:p="http://schemas.microsoft.com/office/2006/metadata/properties" xmlns:ns2="47019a7e-a60c-4a1f-b4fd-44452cf97621" xmlns:ns3="9464be75-fc0f-4c74-b7a9-67e6b6b30f78" targetNamespace="http://schemas.microsoft.com/office/2006/metadata/properties" ma:root="true" ma:fieldsID="d4ddd257af2755d60d19e4481dbb76be" ns2:_="" ns3:_="">
    <xsd:import namespace="47019a7e-a60c-4a1f-b4fd-44452cf97621"/>
    <xsd:import namespace="9464be75-fc0f-4c74-b7a9-67e6b6b30f78"/>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DateTaken" minOccurs="0"/>
                <xsd:element ref="ns3:MediaServiceAutoTags" minOccurs="0"/>
                <xsd:element ref="ns3:MediaServiceOCR" minOccurs="0"/>
                <xsd:element ref="ns3:MediaServiceAutoKeyPoints" minOccurs="0"/>
                <xsd:element ref="ns3:MediaServiceKeyPoints" minOccurs="0"/>
                <xsd:element ref="ns3:MediaServiceLocation" minOccurs="0"/>
                <xsd:element ref="ns3:MediaServiceGenerationTime" minOccurs="0"/>
                <xsd:element ref="ns3:MediaServiceEventHashCode" minOccurs="0"/>
                <xsd:element ref="ns3:_Flow_SignoffStatus" minOccurs="0"/>
                <xsd:element ref="ns3:Dateandtime" minOccurs="0"/>
                <xsd:element ref="ns3:MediaLengthInSeconds" minOccurs="0"/>
                <xsd:element ref="ns3:Person" minOccurs="0"/>
                <xsd:element ref="ns3:Date_x0020__x0026__x0020_Time" minOccurs="0"/>
                <xsd:element ref="ns2:TaxCatchAll" minOccurs="0"/>
                <xsd:element ref="ns3:lcf76f155ced4ddcb4097134ff3c332f"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7019a7e-a60c-4a1f-b4fd-44452cf97621"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5" nillable="true" ma:displayName="Taxonomy Catch All Column" ma:hidden="true" ma:list="{0c40076c-e6fb-4d57-baf1-f991dbe98c27}" ma:internalName="TaxCatchAll" ma:showField="CatchAllData" ma:web="47019a7e-a60c-4a1f-b4fd-44452cf97621">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9464be75-fc0f-4c74-b7a9-67e6b6b30f78"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7" nillable="true" ma:displayName="Location" ma:internalName="MediaServiceLocation"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_Flow_SignoffStatus" ma:index="20" nillable="true" ma:displayName="Sign-off status" ma:internalName="Sign_x002d_off_x0020_status">
      <xsd:simpleType>
        <xsd:restriction base="dms:Text"/>
      </xsd:simpleType>
    </xsd:element>
    <xsd:element name="Dateandtime" ma:index="21" nillable="true" ma:displayName="Date and time" ma:format="DateTime" ma:internalName="Dateandtime">
      <xsd:simpleType>
        <xsd:restriction base="dms:DateTime"/>
      </xsd:simpleType>
    </xsd:element>
    <xsd:element name="MediaLengthInSeconds" ma:index="22" nillable="true" ma:displayName="Length (seconds)" ma:internalName="MediaLengthInSeconds" ma:readOnly="true">
      <xsd:simpleType>
        <xsd:restriction base="dms:Unknown"/>
      </xsd:simpleType>
    </xsd:element>
    <xsd:element name="Person" ma:index="23" nillable="true" ma:displayName="Person" ma:format="Dropdown" ma:list="UserInfo" ma:SharePointGroup="0" ma:internalName="Person">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ate_x0020__x0026__x0020_Time" ma:index="24" nillable="true" ma:displayName="Date &amp; Time" ma:format="DateTime" ma:internalName="Date_x0020__x0026__x0020_Time">
      <xsd:simpleType>
        <xsd:restriction base="dms:DateTime"/>
      </xsd:simpleType>
    </xsd:element>
    <xsd:element name="lcf76f155ced4ddcb4097134ff3c332f" ma:index="27" nillable="true" ma:taxonomy="true" ma:internalName="lcf76f155ced4ddcb4097134ff3c332f" ma:taxonomyFieldName="MediaServiceImageTags" ma:displayName="Image Tags" ma:readOnly="false" ma:fieldId="{5cf76f15-5ced-4ddc-b409-7134ff3c332f}" ma:taxonomyMulti="true" ma:sspId="8a19ee54-46e1-4f28-9254-181b3d6e1476"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8"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9"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AA2B1DA-A2C5-489C-A46E-FC3EAF2F3ADB}">
  <ds:schemaRefs>
    <ds:schemaRef ds:uri="47019a7e-a60c-4a1f-b4fd-44452cf97621"/>
    <ds:schemaRef ds:uri="http://purl.org/dc/elements/1.1/"/>
    <ds:schemaRef ds:uri="http://www.w3.org/XML/1998/namespace"/>
    <ds:schemaRef ds:uri="http://schemas.openxmlformats.org/package/2006/metadata/core-properties"/>
    <ds:schemaRef ds:uri="http://schemas.microsoft.com/office/2006/metadata/properties"/>
    <ds:schemaRef ds:uri="http://schemas.microsoft.com/office/2006/documentManagement/types"/>
    <ds:schemaRef ds:uri="http://purl.org/dc/terms/"/>
    <ds:schemaRef ds:uri="http://schemas.microsoft.com/office/infopath/2007/PartnerControls"/>
    <ds:schemaRef ds:uri="9464be75-fc0f-4c74-b7a9-67e6b6b30f78"/>
    <ds:schemaRef ds:uri="http://purl.org/dc/dcmitype/"/>
  </ds:schemaRefs>
</ds:datastoreItem>
</file>

<file path=customXml/itemProps2.xml><?xml version="1.0" encoding="utf-8"?>
<ds:datastoreItem xmlns:ds="http://schemas.openxmlformats.org/officeDocument/2006/customXml" ds:itemID="{8CDE1E74-F75B-4E8D-8D2A-88E7FBBF1F8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7019a7e-a60c-4a1f-b4fd-44452cf97621"/>
    <ds:schemaRef ds:uri="9464be75-fc0f-4c74-b7a9-67e6b6b30f7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F90C4E6-4A59-487E-81FF-2AAB6595831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Bar Method Template</Template>
  <TotalTime>73</TotalTime>
  <Words>1078</Words>
  <Application>Microsoft Macintosh PowerPoint</Application>
  <PresentationFormat>Widescreen</PresentationFormat>
  <Paragraphs>99</Paragraphs>
  <Slides>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Century Gothic</vt:lpstr>
      <vt:lpstr>Anytime Fitness Template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BAR METHOD PRESENTATION TEMPLATE</dc:title>
  <dc:creator>Meredith Berg</dc:creator>
  <cp:lastModifiedBy>Deb Pias</cp:lastModifiedBy>
  <cp:revision>1611</cp:revision>
  <dcterms:created xsi:type="dcterms:W3CDTF">2021-11-18T14:52:15Z</dcterms:created>
  <dcterms:modified xsi:type="dcterms:W3CDTF">2024-08-14T16:25:04Z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0x010100BC9F4D4AED8BDC44AAAD872D46454869</vt:lpwstr>
  </property>
  <property fmtid="{D5CDD505-2E9C-101B-9397-08002B2CF9AE}" pid="3" name="MediaServiceImageTags">
    <vt:lpwstr/>
  </property>
  <property fmtid="{D5CDD505-2E9C-101B-9397-08002B2CF9AE}" pid="4" name="MSIP_Label_c19e54f6-8de3-4dc1-8de2-3571ff8ef8ed_Enabled">
    <vt:lpwstr>true</vt:lpwstr>
  </property>
  <property fmtid="{D5CDD505-2E9C-101B-9397-08002B2CF9AE}" pid="5" name="MSIP_Label_c19e54f6-8de3-4dc1-8de2-3571ff8ef8ed_SetDate">
    <vt:lpwstr>2024-07-08T15:51:19Z</vt:lpwstr>
  </property>
  <property fmtid="{D5CDD505-2E9C-101B-9397-08002B2CF9AE}" pid="6" name="MSIP_Label_c19e54f6-8de3-4dc1-8de2-3571ff8ef8ed_Method">
    <vt:lpwstr>Standard</vt:lpwstr>
  </property>
  <property fmtid="{D5CDD505-2E9C-101B-9397-08002B2CF9AE}" pid="7" name="MSIP_Label_c19e54f6-8de3-4dc1-8de2-3571ff8ef8ed_Name">
    <vt:lpwstr>defa4170-0d19-0005-0004-bc88714345d2</vt:lpwstr>
  </property>
  <property fmtid="{D5CDD505-2E9C-101B-9397-08002B2CF9AE}" pid="8" name="MSIP_Label_c19e54f6-8de3-4dc1-8de2-3571ff8ef8ed_SiteId">
    <vt:lpwstr>e5f9f875-abc1-48a7-b869-6562628fb58c</vt:lpwstr>
  </property>
  <property fmtid="{D5CDD505-2E9C-101B-9397-08002B2CF9AE}" pid="9" name="MSIP_Label_c19e54f6-8de3-4dc1-8de2-3571ff8ef8ed_ActionId">
    <vt:lpwstr>9f1e5e16-4042-4ce1-ae53-a4d0d9646ca7</vt:lpwstr>
  </property>
  <property fmtid="{D5CDD505-2E9C-101B-9397-08002B2CF9AE}" pid="10" name="MSIP_Label_c19e54f6-8de3-4dc1-8de2-3571ff8ef8ed_ContentBits">
    <vt:lpwstr>0</vt:lpwstr>
  </property>
</Properties>
</file>