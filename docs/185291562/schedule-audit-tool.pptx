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49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4EC97052-CCA6-49B0-AA09-A65277281CBA}">
          <p14:sldIdLst>
            <p14:sldId id="490"/>
          </p14:sldIdLst>
        </p14:section>
        <p14:section name="Structure" id="{10C81FA4-AB20-4F8C-AA98-C00990760090}">
          <p14:sldIdLst/>
        </p14:section>
        <p14:section name="Content" id="{46E3452E-F3BC-4E25-8859-4B5581757031}">
          <p14:sldIdLst/>
        </p14:section>
        <p14:section name="Media Layouts" id="{0373413B-1246-4DBD-8B8A-27ABC81C69D7}">
          <p14:sldIdLst/>
        </p14:section>
        <p14:section name="Closing" id="{B254CC29-6644-48FB-B435-9D56547BC196}">
          <p14:sldIdLst/>
        </p14:section>
      </p14:sectionLst>
    </p:ext>
    <p:ext uri="{EFAFB233-063F-42B5-8137-9DF3F51BA10A}">
      <p15:sldGuideLst xmlns:p15="http://schemas.microsoft.com/office/powerpoint/2012/main">
        <p15:guide id="1" pos="3816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E38D5"/>
    <a:srgbClr val="440099"/>
    <a:srgbClr val="FFFFFF"/>
    <a:srgbClr val="FF7500"/>
    <a:srgbClr val="DAF4F0"/>
    <a:srgbClr val="B5E9E1"/>
    <a:srgbClr val="90DED1"/>
    <a:srgbClr val="46C8B3"/>
    <a:srgbClr val="00C7B1"/>
    <a:srgbClr val="EF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436CDD-EA76-58B0-1429-52CDAF942DAB}" v="6" dt="2026-02-19T22:39:49.686"/>
    <p1510:client id="{F6E7F585-9BBC-4949-BB0B-6F7097EF8D50}" v="158" dt="2026-02-19T18:58:10.002"/>
  </p1510:revLst>
</p1510:revInfo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>
        <p:guide pos="381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7A8E49-8B1D-4DF8-A071-B5FA553144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9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CC8329-2CA0-4127-8422-E0F8FDBB5A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DFCA5B-16E1-4D70-8291-219716099B83}" type="datetimeFigureOut">
              <a:rPr lang="en-US" sz="900" smtClean="0"/>
              <a:t>2/23/26</a:t>
            </a:fld>
            <a:endParaRPr lang="en-US" sz="9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9A4AF-E0C8-4B4B-8EEC-9B18D20AABA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9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25F37B-567F-4B68-9E7A-44718C7C27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3FDF21-CECB-4149-9559-85C1CAE991E1}" type="slidenum">
              <a:rPr lang="en-US" sz="900" smtClean="0"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5023809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>
                <a:latin typeface="Century Gothic" panose="020B0502020202020204" pitchFamily="34" charset="0"/>
              </a:defRPr>
            </a:lvl1pPr>
          </a:lstStyle>
          <a:p>
            <a:fld id="{AAF6F7E2-0BCC-415C-898E-B17019296F88}" type="datetimeFigureOut">
              <a:rPr lang="en-US" smtClean="0"/>
              <a:pPr/>
              <a:t>2/23/26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725905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983455"/>
            <a:ext cx="5486400" cy="44346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latin typeface="Century Gothic" panose="020B0502020202020204" pitchFamily="34" charset="0"/>
              </a:defRPr>
            </a:lvl1pPr>
          </a:lstStyle>
          <a:p>
            <a:fld id="{5470BA31-47BF-48E8-B9A3-29FECAA7F1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591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5888" indent="-115888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1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284163" indent="-114300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401638" indent="-57150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800" kern="1200">
        <a:solidFill>
          <a:schemeClr val="tx1"/>
        </a:solidFill>
        <a:latin typeface="+mn-lt"/>
        <a:ea typeface="+mn-ea"/>
        <a:cs typeface="+mn-cs"/>
      </a:defRPr>
    </a:lvl3pPr>
    <a:lvl4pPr marL="512763" indent="-6032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700" kern="1200">
        <a:solidFill>
          <a:schemeClr val="tx1"/>
        </a:solidFill>
        <a:latin typeface="+mn-lt"/>
        <a:ea typeface="+mn-ea"/>
        <a:cs typeface="+mn-cs"/>
      </a:defRPr>
    </a:lvl4pPr>
    <a:lvl5pPr marL="630238" indent="-555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7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bit.ly/BM-PPT" TargetMode="Externa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BM-PPT" TargetMode="External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.sv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0.sv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bit.ly/AF-PPT" TargetMode="External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bit.ly/AF-PPT" TargetMode="External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bit.ly/BM-PPT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s://bit.ly/AF-PPT" TargetMode="External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bit.ly/BM-PPT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4.svg"/><Relationship Id="rId4" Type="http://schemas.openxmlformats.org/officeDocument/2006/relationships/image" Target="../media/image1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bit.ly/BM-PPT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bit.ly/AF-PPT" TargetMode="External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 bwMode="black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3BA1F167-56BD-4B77-8666-3D1AD71B61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white">
          <a:xfrm>
            <a:off x="8834371" y="6143438"/>
            <a:ext cx="3020706" cy="459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86A160-27B7-4B9E-9FF6-494B710B765B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 bwMode="white">
          <a:xfrm>
            <a:off x="1892255" y="2379203"/>
            <a:ext cx="7968516" cy="1688636"/>
          </a:xfrm>
        </p:spPr>
        <p:txBody>
          <a:bodyPr anchor="b"/>
          <a:lstStyle>
            <a:lvl1pPr algn="l">
              <a:lnSpc>
                <a:spcPct val="80000"/>
              </a:lnSpc>
              <a:defRPr sz="6000" b="1" i="0" cap="all" spc="0" baseline="0">
                <a:solidFill>
                  <a:schemeClr val="tx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Title Slide OPTION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610187-F1A6-49D9-B491-6AF972609DF0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 bwMode="white">
          <a:xfrm>
            <a:off x="1932840" y="4175887"/>
            <a:ext cx="2295940" cy="46713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200" b="1" cap="all" baseline="0">
                <a:solidFill>
                  <a:schemeClr val="tx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 and/or </a:t>
            </a:r>
            <a:br>
              <a:rPr lang="en-US"/>
            </a:br>
            <a:r>
              <a:rPr lang="en-US"/>
              <a:t>Presenter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B9ECE2-5163-9D04-E983-0F2B0EE4E4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92" r="-270"/>
          <a:stretch/>
        </p:blipFill>
        <p:spPr>
          <a:xfrm>
            <a:off x="0" y="0"/>
            <a:ext cx="15727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734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2">
    <p:bg bwMode="black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3BA1F167-56BD-4B77-8666-3D1AD71B61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white">
          <a:xfrm>
            <a:off x="8834371" y="6143438"/>
            <a:ext cx="3020706" cy="459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86A160-27B7-4B9E-9FF6-494B710B765B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 bwMode="white">
          <a:xfrm>
            <a:off x="1892255" y="2379203"/>
            <a:ext cx="7968516" cy="1688636"/>
          </a:xfrm>
        </p:spPr>
        <p:txBody>
          <a:bodyPr anchor="b"/>
          <a:lstStyle>
            <a:lvl1pPr algn="l">
              <a:lnSpc>
                <a:spcPct val="80000"/>
              </a:lnSpc>
              <a:defRPr sz="6000" b="1" i="0" cap="all" spc="0" baseline="0">
                <a:solidFill>
                  <a:schemeClr val="tx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Title Slide Option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610187-F1A6-49D9-B491-6AF972609DF0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 bwMode="white">
          <a:xfrm>
            <a:off x="1932840" y="4175887"/>
            <a:ext cx="2295940" cy="46713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200" b="1" cap="all" baseline="0">
                <a:solidFill>
                  <a:schemeClr val="tx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 and/or </a:t>
            </a:r>
            <a:br>
              <a:rPr lang="en-US"/>
            </a:br>
            <a:r>
              <a:rPr lang="en-US"/>
              <a:t>Presenter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2329B9-DD17-CA63-4289-7F63494F64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flipV="1">
            <a:off x="0" y="0"/>
            <a:ext cx="15727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591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3">
    <p:bg bwMode="black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BA1D67-94EA-C52D-5C55-E91F520335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8" cy="685799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8902215-CAB0-FE3E-6DF6-4E886AE6C650}"/>
              </a:ext>
            </a:extLst>
          </p:cNvPr>
          <p:cNvSpPr/>
          <p:nvPr userDrawn="1"/>
        </p:nvSpPr>
        <p:spPr>
          <a:xfrm>
            <a:off x="0" y="626806"/>
            <a:ext cx="12192000" cy="5604387"/>
          </a:xfrm>
          <a:prstGeom prst="rect">
            <a:avLst/>
          </a:prstGeom>
          <a:solidFill>
            <a:srgbClr val="6E38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C7D952-3A0A-3DB9-9D96-7BBCA01A92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5762309" y="1993261"/>
            <a:ext cx="5006913" cy="2387053"/>
          </a:xfrm>
        </p:spPr>
        <p:txBody>
          <a:bodyPr anchor="b"/>
          <a:lstStyle>
            <a:lvl1pPr algn="l">
              <a:lnSpc>
                <a:spcPct val="80000"/>
              </a:lnSpc>
              <a:defRPr sz="6000" b="1" i="0" cap="all" spc="0" baseline="0">
                <a:solidFill>
                  <a:schemeClr val="tx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TITLE SLIDE OPTION 3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8D221A62-5C6A-EA86-8CF3-17DDB982C4B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5802894" y="4488362"/>
            <a:ext cx="2295940" cy="46713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200" b="1" cap="all" baseline="0">
                <a:solidFill>
                  <a:schemeClr val="tx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 and/or </a:t>
            </a:r>
            <a:br>
              <a:rPr lang="en-US"/>
            </a:br>
            <a:r>
              <a:rPr lang="en-US"/>
              <a:t>Presenter name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3835D876-733F-5EE7-319F-98FB8177638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white">
          <a:xfrm>
            <a:off x="8720662" y="5536856"/>
            <a:ext cx="3020706" cy="459760"/>
          </a:xfrm>
          <a:prstGeom prst="rect">
            <a:avLst/>
          </a:prstGeom>
        </p:spPr>
      </p:pic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777FAC52-4B8C-8F34-652E-B166AB050DC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0"/>
            <a:ext cx="4927600" cy="6858000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9D70AC-D8FF-462D-9825-7286BEBF1923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For a library of presentation-ready images, visit the library on SharePoint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Design Resources &gt;  PowerPoint Templates &gt; Anytime Fitness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Or, simply type in this URL: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</a:rPr>
              <a:t> </a:t>
            </a: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FF98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D7568E-CB3A-DCFC-9AB9-F9930F412855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For a library of presentation-ready images, visit the library on SharePoint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Design Resources &gt;  PowerPoint Templates &gt; Anytime Fitness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Or, simply type in this URL: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</a:rPr>
              <a:t> </a:t>
            </a: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FF98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718567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4">
    <p:bg bwMode="blackGray"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DBE3CDF-161F-4F63-B869-C988AD61EC40}"/>
              </a:ext>
            </a:extLst>
          </p:cNvPr>
          <p:cNvSpPr/>
          <p:nvPr userDrawn="1"/>
        </p:nvSpPr>
        <p:spPr bwMode="white">
          <a:xfrm>
            <a:off x="-1" y="0"/>
            <a:ext cx="12192001" cy="6857999"/>
          </a:xfrm>
          <a:prstGeom prst="rect">
            <a:avLst/>
          </a:prstGeom>
          <a:gradFill flip="none" rotWithShape="1">
            <a:gsLst>
              <a:gs pos="45000">
                <a:schemeClr val="bg2">
                  <a:alpha val="0"/>
                </a:schemeClr>
              </a:gs>
              <a:gs pos="99000">
                <a:schemeClr val="bg2">
                  <a:alpha val="71792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86A160-27B7-4B9E-9FF6-494B710B765B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 bwMode="white">
          <a:xfrm>
            <a:off x="992604" y="1993261"/>
            <a:ext cx="5006913" cy="2387053"/>
          </a:xfrm>
        </p:spPr>
        <p:txBody>
          <a:bodyPr anchor="b"/>
          <a:lstStyle>
            <a:lvl1pPr algn="l">
              <a:lnSpc>
                <a:spcPct val="80000"/>
              </a:lnSpc>
              <a:defRPr sz="6000" b="1" i="0" cap="all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TITLE SLIDE OPTION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610187-F1A6-49D9-B491-6AF972609DF0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 bwMode="white">
          <a:xfrm>
            <a:off x="1033189" y="4488362"/>
            <a:ext cx="2295940" cy="46713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200" b="1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 and/or </a:t>
            </a:r>
            <a:br>
              <a:rPr lang="en-US"/>
            </a:br>
            <a:r>
              <a:rPr lang="en-US"/>
              <a:t>Presenter name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44BF94-F536-426E-A3E5-B1F662975588}"/>
              </a:ext>
            </a:extLst>
          </p:cNvPr>
          <p:cNvSpPr txBox="1"/>
          <p:nvPr userDrawn="1"/>
        </p:nvSpPr>
        <p:spPr>
          <a:xfrm>
            <a:off x="-1377387" y="5251"/>
            <a:ext cx="1319384" cy="29084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To change the image, right-click on the image and choose “Format Background.” Select Picture or Texture Fill. Select a Full-Image-Slide approved image from the library on SharePoint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Design Resources &gt;  PowerPoint Templates &gt; </a:t>
            </a:r>
            <a:r>
              <a:rPr lang="en-US" sz="900">
                <a:solidFill>
                  <a:schemeClr val="bg1"/>
                </a:solidFill>
              </a:rPr>
              <a:t>Anytime Fitness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Or, simply type in this URL: </a:t>
            </a:r>
            <a:r>
              <a:rPr lang="en-US" sz="900">
                <a:hlinkClick r:id="rId3"/>
              </a:rPr>
              <a:t>bit.ly/AF-PPT</a:t>
            </a:r>
            <a:r>
              <a:rPr lang="en-US" sz="900"/>
              <a:t> </a:t>
            </a:r>
            <a:endParaRPr lang="en-US" sz="900" i="1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CD01388-6E36-28FA-E617-B1D9179283B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white">
          <a:xfrm>
            <a:off x="7848253" y="6143438"/>
            <a:ext cx="3020706" cy="4597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1BDC9C-971B-5308-1AB6-187EEC2E2D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05" t="19203" b="66164"/>
          <a:stretch/>
        </p:blipFill>
        <p:spPr>
          <a:xfrm rot="5400000">
            <a:off x="8281594" y="2947593"/>
            <a:ext cx="6857999" cy="96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316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5">
    <p:bg bwMode="blackGray">
      <p:bgPr>
        <a:gradFill flip="none" rotWithShape="1">
          <a:gsLst>
            <a:gs pos="0">
              <a:schemeClr val="tx2"/>
            </a:gs>
            <a:gs pos="100000">
              <a:schemeClr val="accent2">
                <a:alpha val="77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3975AB-C39D-F113-67A8-53AE25E554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01D818B-3B83-4D74-85EC-C99BA16330A0}"/>
              </a:ext>
            </a:extLst>
          </p:cNvPr>
          <p:cNvSpPr/>
          <p:nvPr userDrawn="1"/>
        </p:nvSpPr>
        <p:spPr>
          <a:xfrm>
            <a:off x="663146" y="626806"/>
            <a:ext cx="11528854" cy="5604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C7F0163-9D9F-91BB-815C-830A872A05A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1035564" y="1465723"/>
            <a:ext cx="5006913" cy="2387053"/>
          </a:xfrm>
        </p:spPr>
        <p:txBody>
          <a:bodyPr anchor="b"/>
          <a:lstStyle>
            <a:lvl1pPr algn="l">
              <a:lnSpc>
                <a:spcPct val="80000"/>
              </a:lnSpc>
              <a:defRPr sz="6000" b="1" i="0" cap="all" spc="0" baseline="0">
                <a:solidFill>
                  <a:schemeClr val="tx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TITLE SLIDE OPTION 5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C8218589-BB24-711A-CE8D-82F347A4844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058564" y="3960824"/>
            <a:ext cx="2295940" cy="46713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200" b="1" cap="all" baseline="0">
                <a:solidFill>
                  <a:schemeClr val="tx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 and/or </a:t>
            </a:r>
            <a:br>
              <a:rPr lang="en-US"/>
            </a:br>
            <a:r>
              <a:rPr lang="en-US"/>
              <a:t>Presenter name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18F55F-1F8C-DB81-4A38-95C5D49121AF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For a library of presentation-ready images, visit the library on SharePoint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Design Resources &gt;  PowerPoint Templates &gt; Anytime Fitness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Or, simply type in this URL: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</a:rPr>
              <a:t> </a:t>
            </a: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FF98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666920F6-5D0A-F6A0-448F-7166C446B2F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952129" y="0"/>
            <a:ext cx="5239872" cy="6858000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6B284493-5F25-232F-9826-3A294FE3820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white">
          <a:xfrm>
            <a:off x="1035564" y="5536856"/>
            <a:ext cx="3020706" cy="45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175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 bwMode="lt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9D5E3D1-2FD4-80BD-8140-7FEAB9D9E7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8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53" t="11243" r="14852" b="17954"/>
          <a:stretch/>
        </p:blipFill>
        <p:spPr>
          <a:xfrm rot="5400000">
            <a:off x="-1099664" y="1099665"/>
            <a:ext cx="6857999" cy="465867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2A55604-9396-9507-2C0F-D5E3E243CB24}"/>
              </a:ext>
            </a:extLst>
          </p:cNvPr>
          <p:cNvSpPr/>
          <p:nvPr userDrawn="1"/>
        </p:nvSpPr>
        <p:spPr>
          <a:xfrm>
            <a:off x="498370" y="507036"/>
            <a:ext cx="4160301" cy="55037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D2F8598-1E03-415E-9D61-D613757CD12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658672" y="0"/>
            <a:ext cx="7532687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C1462B-341F-4C88-96E1-04550B68AD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842411" y="1095644"/>
            <a:ext cx="2562483" cy="275799"/>
          </a:xfrm>
        </p:spPr>
        <p:txBody>
          <a:bodyPr/>
          <a:lstStyle>
            <a:lvl1pPr algn="l">
              <a:defRPr sz="3200" i="0" cap="all" spc="0" baseline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B83F2C-B1B4-47BE-9DC6-E29DDF1909A8}"/>
              </a:ext>
            </a:extLst>
          </p:cNvPr>
          <p:cNvSpPr txBox="1"/>
          <p:nvPr userDrawn="1"/>
        </p:nvSpPr>
        <p:spPr>
          <a:xfrm>
            <a:off x="-1581150" y="5251"/>
            <a:ext cx="1523147" cy="26314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To change the image, right-click on the image and choose “Format Background.” Select Picture or Texture Fill. Select an Agenda-Slide approved image from the library on SharePoint &gt; 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Design Resources &gt;  PowerPoint Templates &gt; </a:t>
            </a:r>
            <a:r>
              <a:rPr lang="en-US" sz="900">
                <a:solidFill>
                  <a:schemeClr val="bg1"/>
                </a:solidFill>
              </a:rPr>
              <a:t>Anytime Fitness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Or, simply type in this URL: </a:t>
            </a:r>
            <a:r>
              <a:rPr lang="en-US" sz="900">
                <a:hlinkClick r:id="rId3"/>
              </a:rPr>
              <a:t>bit.ly/AF-PPT</a:t>
            </a:r>
            <a:r>
              <a:rPr lang="en-US" sz="900"/>
              <a:t> </a:t>
            </a:r>
            <a:endParaRPr lang="en-US" sz="900" i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B2C4BE-C215-4D10-A970-131F4339B1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2411" y="1644493"/>
            <a:ext cx="3447902" cy="2386012"/>
          </a:xfrm>
        </p:spPr>
        <p:txBody>
          <a:bodyPr/>
          <a:lstStyle>
            <a:lvl1pPr>
              <a:buClr>
                <a:schemeClr val="accent3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CCB56D1-E48E-0341-3CF2-A70DA77B00A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1384223" y="615597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4881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Option 2">
    <p:bg bwMode="lt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50B7F6-A3B2-BFC1-5597-CD31D2E1A2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688"/>
            <a:ext cx="12192000" cy="685662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2A55604-9396-9507-2C0F-D5E3E243CB24}"/>
              </a:ext>
            </a:extLst>
          </p:cNvPr>
          <p:cNvSpPr/>
          <p:nvPr userDrawn="1"/>
        </p:nvSpPr>
        <p:spPr>
          <a:xfrm>
            <a:off x="5384269" y="848230"/>
            <a:ext cx="5492997" cy="53002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C1462B-341F-4C88-96E1-04550B68AD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762429" y="1423190"/>
            <a:ext cx="2562483" cy="275799"/>
          </a:xfrm>
        </p:spPr>
        <p:txBody>
          <a:bodyPr/>
          <a:lstStyle>
            <a:lvl1pPr algn="l">
              <a:defRPr sz="3200" i="0" cap="all" spc="0" baseline="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B83F2C-B1B4-47BE-9DC6-E29DDF1909A8}"/>
              </a:ext>
            </a:extLst>
          </p:cNvPr>
          <p:cNvSpPr txBox="1"/>
          <p:nvPr userDrawn="1"/>
        </p:nvSpPr>
        <p:spPr>
          <a:xfrm>
            <a:off x="-1581150" y="5251"/>
            <a:ext cx="1523147" cy="26314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To change the image, right-click on the image and choose “Format Background.” Select Picture or Texture Fill. Select an Agenda-Slide approved image from the library on SharePoint &gt; 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Design Resources &gt;  PowerPoint Templates &gt; </a:t>
            </a:r>
            <a:r>
              <a:rPr lang="en-US" sz="900">
                <a:solidFill>
                  <a:schemeClr val="bg1"/>
                </a:solidFill>
              </a:rPr>
              <a:t>Anytime Fitness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Or, simply type in this URL: </a:t>
            </a:r>
            <a:r>
              <a:rPr lang="en-US" sz="900">
                <a:hlinkClick r:id="rId3"/>
              </a:rPr>
              <a:t>bit.ly/AF-PPT</a:t>
            </a:r>
            <a:r>
              <a:rPr lang="en-US" sz="900"/>
              <a:t> </a:t>
            </a:r>
            <a:endParaRPr lang="en-US" sz="900" i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B2C4BE-C215-4D10-A970-131F4339B1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2429" y="1972039"/>
            <a:ext cx="3447902" cy="2386012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CCB56D1-E48E-0341-3CF2-A70DA77B00A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1384223" y="615597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7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Option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A5C2800-71F8-2D7B-8D97-59784CCA3D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90640" y="2682037"/>
            <a:ext cx="6119906" cy="1607670"/>
          </a:xfrm>
        </p:spPr>
        <p:txBody>
          <a:bodyPr anchor="t"/>
          <a:lstStyle>
            <a:lvl1pPr algn="l">
              <a:defRPr sz="5400" cap="all"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SECTION Slide </a:t>
            </a:r>
            <a:br>
              <a:rPr lang="en-US"/>
            </a:br>
            <a:r>
              <a:rPr lang="en-US"/>
              <a:t>Option 1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6F85335-6D94-80AE-39D2-17663B52712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5403" y="4403039"/>
            <a:ext cx="6115950" cy="430028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Subheading, optional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6CB00ADA-09D0-4DE1-BBD1-B013B58A5C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94502" y="1023176"/>
            <a:ext cx="2790825" cy="1607670"/>
          </a:xfrm>
        </p:spPr>
        <p:txBody>
          <a:bodyPr/>
          <a:lstStyle>
            <a:lvl1pPr marL="0" indent="0">
              <a:buNone/>
              <a:defRPr sz="115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9EECF60-7EA3-2450-4C62-A228C6A522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4225" y="5477347"/>
            <a:ext cx="305503" cy="306298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txBody>
          <a:bodyPr vert="horz" lIns="0" tIns="45720" rIns="0" bIns="45720" rtlCol="0" anchor="ctr"/>
          <a:lstStyle>
            <a:lvl1pPr algn="ctr">
              <a:defRPr sz="700" b="1">
                <a:solidFill>
                  <a:schemeClr val="tx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EF126B-DFC7-4E06-5BA7-E445C1224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5727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638198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Opt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A5C2800-71F8-2D7B-8D97-59784CCA3D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90640" y="2682037"/>
            <a:ext cx="6119906" cy="1607670"/>
          </a:xfrm>
        </p:spPr>
        <p:txBody>
          <a:bodyPr anchor="t"/>
          <a:lstStyle>
            <a:lvl1pPr algn="l">
              <a:defRPr sz="5400" cap="all"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SECTION Slide </a:t>
            </a:r>
            <a:br>
              <a:rPr lang="en-US"/>
            </a:br>
            <a:r>
              <a:rPr lang="en-US"/>
              <a:t>Option 2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6F85335-6D94-80AE-39D2-17663B52712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5403" y="4403039"/>
            <a:ext cx="6115950" cy="430028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Subheading, optional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6CB00ADA-09D0-4DE1-BBD1-B013B58A5C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94502" y="1023176"/>
            <a:ext cx="2790825" cy="1607670"/>
          </a:xfrm>
        </p:spPr>
        <p:txBody>
          <a:bodyPr/>
          <a:lstStyle>
            <a:lvl1pPr marL="0" indent="0">
              <a:buNone/>
              <a:defRPr sz="115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9EECF60-7EA3-2450-4C62-A228C6A522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4225" y="5477347"/>
            <a:ext cx="305503" cy="306298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txBody>
          <a:bodyPr vert="horz" lIns="0" tIns="45720" rIns="0" bIns="45720" rtlCol="0" anchor="ctr"/>
          <a:lstStyle>
            <a:lvl1pPr algn="ctr">
              <a:defRPr sz="700" b="1">
                <a:solidFill>
                  <a:schemeClr val="tx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DDC4EB-97F9-0482-B983-CF6FB9EEFA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5727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359133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60E842-C6B2-89C1-1A18-36088AF183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5E3FF0D-E586-41E0-E375-9DBDDDC7A5F6}"/>
              </a:ext>
            </a:extLst>
          </p:cNvPr>
          <p:cNvSpPr/>
          <p:nvPr userDrawn="1"/>
        </p:nvSpPr>
        <p:spPr>
          <a:xfrm>
            <a:off x="624348" y="626806"/>
            <a:ext cx="10943303" cy="5604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01353D-19F0-4884-9AB2-E050176C2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1662" y="1679388"/>
            <a:ext cx="8828675" cy="2584733"/>
          </a:xfrm>
        </p:spPr>
        <p:txBody>
          <a:bodyPr anchor="b"/>
          <a:lstStyle>
            <a:lvl1pPr algn="ctr">
              <a:defRPr sz="6600" cap="all"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DIVIDER Header or Callout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E0E0F-643C-4EE2-B4B4-39684E2614E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81285" y="4434541"/>
            <a:ext cx="6229430" cy="430028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Subheading, optional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E1B80EA-6840-CFF5-DE5A-ABBDE7B6B68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1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Option 2">
    <p:bg bwMode="black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015EE9-DD8F-12B4-9CC7-49E23DBB8B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E2C2123-91CB-B558-A5C5-641B7F35C583}"/>
              </a:ext>
            </a:extLst>
          </p:cNvPr>
          <p:cNvSpPr/>
          <p:nvPr userDrawn="1"/>
        </p:nvSpPr>
        <p:spPr>
          <a:xfrm>
            <a:off x="624348" y="1"/>
            <a:ext cx="10943303" cy="58447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01353D-19F0-4884-9AB2-E050176C2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1681662" y="1679388"/>
            <a:ext cx="8828675" cy="2584733"/>
          </a:xfrm>
        </p:spPr>
        <p:txBody>
          <a:bodyPr anchor="b"/>
          <a:lstStyle>
            <a:lvl1pPr algn="ctr">
              <a:defRPr sz="6600" cap="all"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DIVIDER Header or Callout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E0E0F-643C-4EE2-B4B4-39684E2614E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white">
          <a:xfrm>
            <a:off x="2981285" y="4434541"/>
            <a:ext cx="6229430" cy="430028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Subheading, optional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2A2695C-16E9-5A21-16A9-AC75BC26DB8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2298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Option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3C69910E-ECE6-4B49-BCBB-BAFD33A992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-1047509" y="841244"/>
            <a:ext cx="12460717" cy="5242523"/>
          </a:xfrm>
          <a:custGeom>
            <a:avLst/>
            <a:gdLst>
              <a:gd name="connsiteX0" fmla="*/ 1047510 w 12460719"/>
              <a:gd name="connsiteY0" fmla="*/ 0 h 5242525"/>
              <a:gd name="connsiteX1" fmla="*/ 12460719 w 12460719"/>
              <a:gd name="connsiteY1" fmla="*/ 0 h 5242525"/>
              <a:gd name="connsiteX2" fmla="*/ 12460719 w 12460719"/>
              <a:gd name="connsiteY2" fmla="*/ 5242525 h 5242525"/>
              <a:gd name="connsiteX3" fmla="*/ 0 w 12460719"/>
              <a:gd name="connsiteY3" fmla="*/ 5242525 h 5242525"/>
              <a:gd name="connsiteX4" fmla="*/ 0 w 12460719"/>
              <a:gd name="connsiteY4" fmla="*/ 4540381 h 5242525"/>
              <a:gd name="connsiteX5" fmla="*/ 770486 w 12460719"/>
              <a:gd name="connsiteY5" fmla="*/ 4540381 h 5242525"/>
              <a:gd name="connsiteX6" fmla="*/ 1047510 w 12460719"/>
              <a:gd name="connsiteY6" fmla="*/ 4263357 h 524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460719" h="5242525">
                <a:moveTo>
                  <a:pt x="1047510" y="0"/>
                </a:moveTo>
                <a:lnTo>
                  <a:pt x="12460719" y="0"/>
                </a:lnTo>
                <a:lnTo>
                  <a:pt x="12460719" y="5242525"/>
                </a:lnTo>
                <a:lnTo>
                  <a:pt x="0" y="5242525"/>
                </a:lnTo>
                <a:lnTo>
                  <a:pt x="0" y="4540381"/>
                </a:lnTo>
                <a:lnTo>
                  <a:pt x="770486" y="4540381"/>
                </a:lnTo>
                <a:cubicBezTo>
                  <a:pt x="923482" y="4540381"/>
                  <a:pt x="1047510" y="4416353"/>
                  <a:pt x="1047510" y="4263357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01353D-19F0-4884-9AB2-E050176C2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0275" y="2009678"/>
            <a:ext cx="6229429" cy="2584733"/>
          </a:xfrm>
        </p:spPr>
        <p:txBody>
          <a:bodyPr anchor="b"/>
          <a:lstStyle>
            <a:lvl1pPr algn="l">
              <a:defRPr sz="6600" cap="all"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DIVIDER Header or Callout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E0E0F-643C-4EE2-B4B4-39684E2614E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590274" y="4764831"/>
            <a:ext cx="6229430" cy="430028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Subheading, optional</a:t>
            </a:r>
          </a:p>
        </p:txBody>
      </p:sp>
    </p:spTree>
    <p:extLst>
      <p:ext uri="{BB962C8B-B14F-4D97-AF65-F5344CB8AC3E}">
        <p14:creationId xmlns:p14="http://schemas.microsoft.com/office/powerpoint/2010/main" val="27642487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Option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3C69910E-ECE6-4B49-BCBB-BAFD33A992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-1047508" y="841244"/>
            <a:ext cx="12460714" cy="5242523"/>
          </a:xfrm>
          <a:custGeom>
            <a:avLst/>
            <a:gdLst>
              <a:gd name="connsiteX0" fmla="*/ 1047510 w 12460719"/>
              <a:gd name="connsiteY0" fmla="*/ 0 h 5242525"/>
              <a:gd name="connsiteX1" fmla="*/ 12460719 w 12460719"/>
              <a:gd name="connsiteY1" fmla="*/ 0 h 5242525"/>
              <a:gd name="connsiteX2" fmla="*/ 12460719 w 12460719"/>
              <a:gd name="connsiteY2" fmla="*/ 5242525 h 5242525"/>
              <a:gd name="connsiteX3" fmla="*/ 0 w 12460719"/>
              <a:gd name="connsiteY3" fmla="*/ 5242525 h 5242525"/>
              <a:gd name="connsiteX4" fmla="*/ 0 w 12460719"/>
              <a:gd name="connsiteY4" fmla="*/ 4540381 h 5242525"/>
              <a:gd name="connsiteX5" fmla="*/ 770486 w 12460719"/>
              <a:gd name="connsiteY5" fmla="*/ 4540381 h 5242525"/>
              <a:gd name="connsiteX6" fmla="*/ 1047510 w 12460719"/>
              <a:gd name="connsiteY6" fmla="*/ 4263357 h 524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460719" h="5242525">
                <a:moveTo>
                  <a:pt x="1047510" y="0"/>
                </a:moveTo>
                <a:lnTo>
                  <a:pt x="12460719" y="0"/>
                </a:lnTo>
                <a:lnTo>
                  <a:pt x="12460719" y="5242525"/>
                </a:lnTo>
                <a:lnTo>
                  <a:pt x="0" y="5242525"/>
                </a:lnTo>
                <a:lnTo>
                  <a:pt x="0" y="4540381"/>
                </a:lnTo>
                <a:lnTo>
                  <a:pt x="770486" y="4540381"/>
                </a:lnTo>
                <a:cubicBezTo>
                  <a:pt x="923482" y="4540381"/>
                  <a:pt x="1047510" y="4416353"/>
                  <a:pt x="1047510" y="4263357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01353D-19F0-4884-9AB2-E050176C2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0275" y="2009678"/>
            <a:ext cx="6229429" cy="2584733"/>
          </a:xfrm>
        </p:spPr>
        <p:txBody>
          <a:bodyPr anchor="b"/>
          <a:lstStyle>
            <a:lvl1pPr algn="l">
              <a:defRPr sz="6600" cap="all"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DIVIDER Header or Callout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E0E0F-643C-4EE2-B4B4-39684E2614E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590274" y="4764831"/>
            <a:ext cx="6229430" cy="430028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Subheading, optional</a:t>
            </a:r>
          </a:p>
        </p:txBody>
      </p:sp>
    </p:spTree>
    <p:extLst>
      <p:ext uri="{BB962C8B-B14F-4D97-AF65-F5344CB8AC3E}">
        <p14:creationId xmlns:p14="http://schemas.microsoft.com/office/powerpoint/2010/main" val="35992037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Background Option 1">
    <p:bg bwMode="lt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15B009-1BDC-47A6-9FDB-7E9186DA10D7}"/>
              </a:ext>
            </a:extLst>
          </p:cNvPr>
          <p:cNvSpPr/>
          <p:nvPr userDrawn="1"/>
        </p:nvSpPr>
        <p:spPr bwMode="white">
          <a:xfrm>
            <a:off x="-1" y="0"/>
            <a:ext cx="12192001" cy="6857999"/>
          </a:xfrm>
          <a:prstGeom prst="rect">
            <a:avLst/>
          </a:prstGeom>
          <a:gradFill flip="none" rotWithShape="1">
            <a:gsLst>
              <a:gs pos="39000">
                <a:schemeClr val="bg2">
                  <a:alpha val="0"/>
                </a:schemeClr>
              </a:gs>
              <a:gs pos="100000">
                <a:schemeClr val="bg2">
                  <a:alpha val="67666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36C1A3C-9EBB-4EB3-96B1-9496B212E1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9621" y="4974760"/>
            <a:ext cx="4444785" cy="1301750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7275158B-7A67-426D-ACEC-E545021D66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508" y="2566472"/>
            <a:ext cx="4444786" cy="22956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Divider or Impact Slide Option1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16FE3C-5752-48B8-9DA4-7968A6B1B334}"/>
              </a:ext>
            </a:extLst>
          </p:cNvPr>
          <p:cNvSpPr txBox="1"/>
          <p:nvPr userDrawn="1"/>
        </p:nvSpPr>
        <p:spPr>
          <a:xfrm>
            <a:off x="-1377387" y="5251"/>
            <a:ext cx="1319384" cy="36009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To change the image, right-click on the image and choose “Format Background.” Select Picture or Texture Fill. Select a Full-Image-Slide approved image from the library on SharePoint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Design Resources &gt;  PowerPoint Templates &gt; </a:t>
            </a:r>
            <a:r>
              <a:rPr lang="en-US" sz="900">
                <a:solidFill>
                  <a:schemeClr val="bg1"/>
                </a:solidFill>
              </a:rPr>
              <a:t>Anytime Fitness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Or, simply type in this URL: </a:t>
            </a:r>
            <a:r>
              <a:rPr lang="en-US" sz="900">
                <a:hlinkClick r:id="rId3"/>
              </a:rPr>
              <a:t>bit.ly/AF-PPT</a:t>
            </a:r>
            <a:r>
              <a:rPr lang="en-US" sz="900"/>
              <a:t> </a:t>
            </a:r>
            <a:endParaRPr lang="en-US" sz="900" i="1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You may move the text boxes depending on the image you use.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AE4D0D-76A0-97AF-129B-81454A90A17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228832" y="0"/>
            <a:ext cx="963168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B5D1954-B6FD-5BA5-7306-5D2F90DA81D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0194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or Quote Option 1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3BFD7D5-14DE-CC2F-5ED0-1A0F545D6B18}"/>
              </a:ext>
            </a:extLst>
          </p:cNvPr>
          <p:cNvSpPr/>
          <p:nvPr userDrawn="1"/>
        </p:nvSpPr>
        <p:spPr>
          <a:xfrm>
            <a:off x="2693772" y="0"/>
            <a:ext cx="9498227" cy="52021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ED72B5-0DE3-480A-A47C-380A51CCE9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26537" y="1039058"/>
            <a:ext cx="5823863" cy="2615662"/>
          </a:xfrm>
        </p:spPr>
        <p:txBody>
          <a:bodyPr/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Use brief story-prompting or high-impact statements </a:t>
            </a:r>
            <a:br>
              <a:rPr lang="en-US"/>
            </a:br>
            <a:r>
              <a:rPr lang="en-US"/>
              <a:t>or quotes.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AABBCA-B42C-4879-939D-9EEF3E0CD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E257-1BCB-4EE5-A7A7-89254DCC1A7D}" type="datetime1">
              <a:rPr lang="en-US" smtClean="0"/>
              <a:t>2/23/26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70E992-8B9B-4752-AFD5-FA7BDF4A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A8536F-2A26-424C-A525-B200AC3819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26537" y="3710886"/>
            <a:ext cx="4738925" cy="58594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000" b="0" cap="none" baseline="0">
                <a:solidFill>
                  <a:schemeClr val="tx1"/>
                </a:solidFill>
              </a:defRPr>
            </a:lvl1pPr>
            <a:lvl2pPr algn="ctr">
              <a:spcBef>
                <a:spcPts val="0"/>
              </a:spcBef>
              <a:buNone/>
              <a:defRPr sz="1000" b="0" cap="none" baseline="0"/>
            </a:lvl2pPr>
            <a:lvl3pPr marL="0" indent="0" algn="ctr">
              <a:spcBef>
                <a:spcPts val="0"/>
              </a:spcBef>
              <a:buNone/>
              <a:defRPr sz="1000" b="0" cap="none" baseline="0"/>
            </a:lvl3pPr>
            <a:lvl4pPr marL="0" indent="0" algn="ctr">
              <a:spcBef>
                <a:spcPts val="0"/>
              </a:spcBef>
              <a:buNone/>
              <a:defRPr sz="1000" b="0" cap="none" baseline="0"/>
            </a:lvl4pPr>
            <a:lvl5pPr marL="0" indent="0" algn="ctr">
              <a:spcBef>
                <a:spcPts val="0"/>
              </a:spcBef>
              <a:buNone/>
              <a:defRPr sz="1000" b="0" cap="none" baseline="0"/>
            </a:lvl5pPr>
          </a:lstStyle>
          <a:p>
            <a:pPr lvl="0"/>
            <a:r>
              <a:rPr lang="en-US"/>
              <a:t>Keep supporting copy simple or non existent.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05B65F-262C-483B-B42F-49281270B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680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or Quote Opt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FF2893E-8E09-0041-F569-01FD765F9A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688"/>
            <a:ext cx="12192000" cy="6856622"/>
          </a:xfrm>
          <a:prstGeom prst="rect">
            <a:avLst/>
          </a:prstGeom>
        </p:spPr>
      </p:pic>
      <p:sp>
        <p:nvSpPr>
          <p:cNvPr id="12" name="Rectangle: Single Corner Rounded 11">
            <a:extLst>
              <a:ext uri="{FF2B5EF4-FFF2-40B4-BE49-F238E27FC236}">
                <a16:creationId xmlns:a16="http://schemas.microsoft.com/office/drawing/2014/main" id="{FFB97BF6-4D74-4C17-A650-2877BE077A03}"/>
              </a:ext>
            </a:extLst>
          </p:cNvPr>
          <p:cNvSpPr/>
          <p:nvPr userDrawn="1"/>
        </p:nvSpPr>
        <p:spPr bwMode="ltGray">
          <a:xfrm rot="10800000" flipH="1">
            <a:off x="-1" y="0"/>
            <a:ext cx="9844601" cy="5591654"/>
          </a:xfrm>
          <a:prstGeom prst="round1Rect">
            <a:avLst>
              <a:gd name="adj" fmla="val 0"/>
            </a:avLst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ED72B5-0DE3-480A-A47C-380A51CCE9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19498" y="1425815"/>
            <a:ext cx="7420892" cy="2153884"/>
          </a:xfrm>
        </p:spPr>
        <p:txBody>
          <a:bodyPr/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Use brief story-prompting or high-impact statements/</a:t>
            </a:r>
            <a:br>
              <a:rPr lang="en-US"/>
            </a:br>
            <a:r>
              <a:rPr lang="en-US"/>
              <a:t>quotes on these slides.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AABBCA-B42C-4879-939D-9EEF3E0CD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4FC6D-65AC-4F88-94EF-36A26B67D3BC}" type="datetime1">
              <a:rPr lang="en-US" smtClean="0"/>
              <a:t>2/23/26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05B65F-262C-483B-B42F-49281270B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70E992-8B9B-4752-AFD5-FA7BDF4A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A8536F-2A26-424C-A525-B200AC3819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2834" y="3790031"/>
            <a:ext cx="5486400" cy="917813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000" b="0" cap="none" baseline="0">
                <a:solidFill>
                  <a:schemeClr val="tx1"/>
                </a:solidFill>
              </a:defRPr>
            </a:lvl1pPr>
            <a:lvl2pPr algn="ctr">
              <a:spcBef>
                <a:spcPts val="0"/>
              </a:spcBef>
              <a:buNone/>
              <a:defRPr sz="1000" b="0" cap="none" baseline="0"/>
            </a:lvl2pPr>
            <a:lvl3pPr marL="0" indent="0" algn="ctr">
              <a:spcBef>
                <a:spcPts val="0"/>
              </a:spcBef>
              <a:buNone/>
              <a:defRPr sz="1000" b="0" cap="none" baseline="0"/>
            </a:lvl3pPr>
            <a:lvl4pPr marL="0" indent="0" algn="ctr">
              <a:spcBef>
                <a:spcPts val="0"/>
              </a:spcBef>
              <a:buNone/>
              <a:defRPr sz="1000" b="0" cap="none" baseline="0"/>
            </a:lvl4pPr>
            <a:lvl5pPr marL="0" indent="0" algn="ctr">
              <a:spcBef>
                <a:spcPts val="0"/>
              </a:spcBef>
              <a:buNone/>
              <a:defRPr sz="1000" b="0" cap="none" baseline="0"/>
            </a:lvl5pPr>
          </a:lstStyle>
          <a:p>
            <a:pPr lvl="0"/>
            <a:r>
              <a:rPr lang="en-US"/>
              <a:t>Keep supporting copy simple or non existent.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83378094-0398-414F-B98D-F20A339EF08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2978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or Quote Option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0639498-EAFC-AFC5-76E3-74C0285BDA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23" t="18912" r="4478" b="289"/>
          <a:stretch/>
        </p:blipFill>
        <p:spPr>
          <a:xfrm>
            <a:off x="10700" y="4810"/>
            <a:ext cx="12185897" cy="6853190"/>
          </a:xfrm>
          <a:prstGeom prst="rect">
            <a:avLst/>
          </a:prstGeom>
        </p:spPr>
      </p:pic>
      <p:sp>
        <p:nvSpPr>
          <p:cNvPr id="12" name="Rectangle: Single Corner Rounded 11">
            <a:extLst>
              <a:ext uri="{FF2B5EF4-FFF2-40B4-BE49-F238E27FC236}">
                <a16:creationId xmlns:a16="http://schemas.microsoft.com/office/drawing/2014/main" id="{FFB97BF6-4D74-4C17-A650-2877BE077A03}"/>
              </a:ext>
            </a:extLst>
          </p:cNvPr>
          <p:cNvSpPr/>
          <p:nvPr userDrawn="1"/>
        </p:nvSpPr>
        <p:spPr bwMode="ltGray">
          <a:xfrm rot="10800000" flipH="1">
            <a:off x="1246468" y="0"/>
            <a:ext cx="9844601" cy="5591654"/>
          </a:xfrm>
          <a:prstGeom prst="round1Rect">
            <a:avLst>
              <a:gd name="adj" fmla="val 0"/>
            </a:avLst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ED72B5-0DE3-480A-A47C-380A51CCE9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5967" y="1425815"/>
            <a:ext cx="7420892" cy="2153884"/>
          </a:xfrm>
        </p:spPr>
        <p:txBody>
          <a:bodyPr/>
          <a:lstStyle>
            <a:lvl1pPr algn="l"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Use brief story-prompting or high-impact statements/</a:t>
            </a:r>
            <a:br>
              <a:rPr lang="en-US"/>
            </a:br>
            <a:r>
              <a:rPr lang="en-US"/>
              <a:t>quotes on these slides.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AABBCA-B42C-4879-939D-9EEF3E0CD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4FC6D-65AC-4F88-94EF-36A26B67D3BC}" type="datetime1">
              <a:rPr lang="en-US" smtClean="0"/>
              <a:t>2/23/26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05B65F-262C-483B-B42F-49281270B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A8536F-2A26-424C-A525-B200AC3819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09303" y="3790031"/>
            <a:ext cx="5486400" cy="917813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000" b="0" cap="none" baseline="0">
                <a:solidFill>
                  <a:schemeClr val="accent1"/>
                </a:solidFill>
              </a:defRPr>
            </a:lvl1pPr>
            <a:lvl2pPr algn="ctr">
              <a:spcBef>
                <a:spcPts val="0"/>
              </a:spcBef>
              <a:buNone/>
              <a:defRPr sz="1000" b="0" cap="none" baseline="0"/>
            </a:lvl2pPr>
            <a:lvl3pPr marL="0" indent="0" algn="ctr">
              <a:spcBef>
                <a:spcPts val="0"/>
              </a:spcBef>
              <a:buNone/>
              <a:defRPr sz="1000" b="0" cap="none" baseline="0"/>
            </a:lvl3pPr>
            <a:lvl4pPr marL="0" indent="0" algn="ctr">
              <a:spcBef>
                <a:spcPts val="0"/>
              </a:spcBef>
              <a:buNone/>
              <a:defRPr sz="1000" b="0" cap="none" baseline="0"/>
            </a:lvl4pPr>
            <a:lvl5pPr marL="0" indent="0" algn="ctr">
              <a:spcBef>
                <a:spcPts val="0"/>
              </a:spcBef>
              <a:buNone/>
              <a:defRPr sz="1000" b="0" cap="none" baseline="0"/>
            </a:lvl5pPr>
          </a:lstStyle>
          <a:p>
            <a:pPr lvl="0"/>
            <a:r>
              <a:rPr lang="en-US"/>
              <a:t>Keep supporting copy simple or non existent.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DD6D999-E340-093D-5C46-0A4C04855D2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674225" y="5477347"/>
            <a:ext cx="305503" cy="306298"/>
          </a:xfrm>
          <a:ln>
            <a:solidFill>
              <a:schemeClr val="accent1"/>
            </a:solidFill>
          </a:ln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9" name="Graphic 11">
            <a:extLst>
              <a:ext uri="{FF2B5EF4-FFF2-40B4-BE49-F238E27FC236}">
                <a16:creationId xmlns:a16="http://schemas.microsoft.com/office/drawing/2014/main" id="{3AFDA6EC-F399-73DA-5027-21768A87A387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rgbClr val="2D2926"/>
          </a:solidFill>
        </p:grpSpPr>
        <p:sp>
          <p:nvSpPr>
            <p:cNvPr id="10" name="Freeform: Shape 10">
              <a:extLst>
                <a:ext uri="{FF2B5EF4-FFF2-40B4-BE49-F238E27FC236}">
                  <a16:creationId xmlns:a16="http://schemas.microsoft.com/office/drawing/2014/main" id="{B0F1A0E7-BC14-6BEB-4D44-142936A7F3F9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Freeform: Shape 11">
              <a:extLst>
                <a:ext uri="{FF2B5EF4-FFF2-40B4-BE49-F238E27FC236}">
                  <a16:creationId xmlns:a16="http://schemas.microsoft.com/office/drawing/2014/main" id="{2CE81242-5C8E-924A-9828-0CB634771F83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Freeform: Shape 12">
              <a:extLst>
                <a:ext uri="{FF2B5EF4-FFF2-40B4-BE49-F238E27FC236}">
                  <a16:creationId xmlns:a16="http://schemas.microsoft.com/office/drawing/2014/main" id="{7015C2C1-45EC-5F91-E37E-5F3025A2B683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Freeform: Shape 13">
              <a:extLst>
                <a:ext uri="{FF2B5EF4-FFF2-40B4-BE49-F238E27FC236}">
                  <a16:creationId xmlns:a16="http://schemas.microsoft.com/office/drawing/2014/main" id="{566D63CC-9FB0-18CD-27BF-7968C3F13528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Freeform: Shape 14">
              <a:extLst>
                <a:ext uri="{FF2B5EF4-FFF2-40B4-BE49-F238E27FC236}">
                  <a16:creationId xmlns:a16="http://schemas.microsoft.com/office/drawing/2014/main" id="{911285A1-54CB-C6B4-E58D-E9C2EEFA1BE7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Freeform: Shape 15">
              <a:extLst>
                <a:ext uri="{FF2B5EF4-FFF2-40B4-BE49-F238E27FC236}">
                  <a16:creationId xmlns:a16="http://schemas.microsoft.com/office/drawing/2014/main" id="{6EB8AF23-D146-AF5D-FF34-4E574E78360B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Freeform: Shape 16">
              <a:extLst>
                <a:ext uri="{FF2B5EF4-FFF2-40B4-BE49-F238E27FC236}">
                  <a16:creationId xmlns:a16="http://schemas.microsoft.com/office/drawing/2014/main" id="{D4981D79-CE1C-53B6-FB4F-5C6A988B259C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Freeform: Shape 17">
              <a:extLst>
                <a:ext uri="{FF2B5EF4-FFF2-40B4-BE49-F238E27FC236}">
                  <a16:creationId xmlns:a16="http://schemas.microsoft.com/office/drawing/2014/main" id="{8E6C08C5-8CF0-5A81-6FE5-463A27F018FF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Freeform: Shape 18">
              <a:extLst>
                <a:ext uri="{FF2B5EF4-FFF2-40B4-BE49-F238E27FC236}">
                  <a16:creationId xmlns:a16="http://schemas.microsoft.com/office/drawing/2014/main" id="{8E3929A0-BD91-8861-D4A1-861A98497A84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Freeform: Shape 19">
              <a:extLst>
                <a:ext uri="{FF2B5EF4-FFF2-40B4-BE49-F238E27FC236}">
                  <a16:creationId xmlns:a16="http://schemas.microsoft.com/office/drawing/2014/main" id="{2B591DD1-A37D-502F-6266-721E037CC846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Freeform: Shape 20">
              <a:extLst>
                <a:ext uri="{FF2B5EF4-FFF2-40B4-BE49-F238E27FC236}">
                  <a16:creationId xmlns:a16="http://schemas.microsoft.com/office/drawing/2014/main" id="{DB750035-2449-0DD6-62D0-542701723180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Freeform: Shape 21">
              <a:extLst>
                <a:ext uri="{FF2B5EF4-FFF2-40B4-BE49-F238E27FC236}">
                  <a16:creationId xmlns:a16="http://schemas.microsoft.com/office/drawing/2014/main" id="{2CC0C1BC-95E9-A6CB-9604-0007B89D65C5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Freeform: Shape 22">
              <a:extLst>
                <a:ext uri="{FF2B5EF4-FFF2-40B4-BE49-F238E27FC236}">
                  <a16:creationId xmlns:a16="http://schemas.microsoft.com/office/drawing/2014/main" id="{3A10A75D-3A37-AE9B-411B-23EBC3CF469F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Freeform: Shape 23">
              <a:extLst>
                <a:ext uri="{FF2B5EF4-FFF2-40B4-BE49-F238E27FC236}">
                  <a16:creationId xmlns:a16="http://schemas.microsoft.com/office/drawing/2014/main" id="{59156A5E-038E-D347-1BA1-374169C58F17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6" name="Freeform: Shape 24">
              <a:extLst>
                <a:ext uri="{FF2B5EF4-FFF2-40B4-BE49-F238E27FC236}">
                  <a16:creationId xmlns:a16="http://schemas.microsoft.com/office/drawing/2014/main" id="{3102E551-0352-7D17-63DD-1B30AFFA59F0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7" name="Freeform: Shape 25">
              <a:extLst>
                <a:ext uri="{FF2B5EF4-FFF2-40B4-BE49-F238E27FC236}">
                  <a16:creationId xmlns:a16="http://schemas.microsoft.com/office/drawing/2014/main" id="{80C8959A-6147-1A5C-2C9C-EC29F22B5429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8" name="Freeform: Shape 26">
              <a:extLst>
                <a:ext uri="{FF2B5EF4-FFF2-40B4-BE49-F238E27FC236}">
                  <a16:creationId xmlns:a16="http://schemas.microsoft.com/office/drawing/2014/main" id="{F273E2A4-1D37-9AB2-241C-6DA9523063F6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rgbClr val="6E38D5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Freeform: Shape 27">
              <a:extLst>
                <a:ext uri="{FF2B5EF4-FFF2-40B4-BE49-F238E27FC236}">
                  <a16:creationId xmlns:a16="http://schemas.microsoft.com/office/drawing/2014/main" id="{5BD551A1-2506-8B46-D680-2BECC08CD431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rgbClr val="6E38D5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52881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4CF92-F2B5-449F-9CD2-4B523555D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 algn="ctr"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7AAF6-E3B6-4889-995F-680EA15D1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buClr>
                <a:schemeClr val="accent4"/>
              </a:buClr>
              <a:defRPr sz="16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200"/>
            </a:lvl3pPr>
            <a:lvl4pPr>
              <a:spcBef>
                <a:spcPts val="500"/>
              </a:spcBef>
              <a:defRPr sz="1050"/>
            </a:lvl4pPr>
            <a:lvl5pPr>
              <a:spcBef>
                <a:spcPts val="500"/>
              </a:spcBef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291F72-C969-484D-8553-B7C5876B2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BF235-CE04-47F3-A62B-EBFE5C5FCB13}" type="datetime1">
              <a:rPr lang="en-US" smtClean="0"/>
              <a:t>2/23/26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1A6DAF-CE58-4DD4-9386-F52DFE4F7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236377-B647-4ADD-AED3-3AB7F40DA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D008CB-0769-6E3F-3298-9EB9BECB52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8814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ith Stripe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coelenterate&#10;&#10;Description automatically generated">
            <a:extLst>
              <a:ext uri="{FF2B5EF4-FFF2-40B4-BE49-F238E27FC236}">
                <a16:creationId xmlns:a16="http://schemas.microsoft.com/office/drawing/2014/main" id="{378659EB-C540-3CC9-9102-6F981BCB68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015C013-E1B7-1FCC-FB3D-C2E9C6B0EF51}"/>
              </a:ext>
            </a:extLst>
          </p:cNvPr>
          <p:cNvSpPr/>
          <p:nvPr userDrawn="1"/>
        </p:nvSpPr>
        <p:spPr>
          <a:xfrm>
            <a:off x="624348" y="1"/>
            <a:ext cx="10943303" cy="62953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64CF92-F2B5-449F-9CD2-4B523555D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 algn="ctr"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7AAF6-E3B6-4889-995F-680EA15D1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defRPr sz="16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200"/>
            </a:lvl3pPr>
            <a:lvl4pPr>
              <a:spcBef>
                <a:spcPts val="500"/>
              </a:spcBef>
              <a:defRPr sz="1050"/>
            </a:lvl4pPr>
            <a:lvl5pPr>
              <a:spcBef>
                <a:spcPts val="500"/>
              </a:spcBef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291F72-C969-484D-8553-B7C5876B2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BF235-CE04-47F3-A62B-EBFE5C5FCB13}" type="datetime1">
              <a:rPr lang="en-US" smtClean="0"/>
              <a:t>2/23/26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1A6DAF-CE58-4DD4-9386-F52DFE4F7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236377-B647-4ADD-AED3-3AB7F40DA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3749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A picture containing coelenterate&#10;&#10;Description automatically generated">
            <a:extLst>
              <a:ext uri="{FF2B5EF4-FFF2-40B4-BE49-F238E27FC236}">
                <a16:creationId xmlns:a16="http://schemas.microsoft.com/office/drawing/2014/main" id="{8059FA69-BA72-6A26-8F76-555D3953C3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 r="95882"/>
          <a:stretch/>
        </p:blipFill>
        <p:spPr>
          <a:xfrm>
            <a:off x="0" y="0"/>
            <a:ext cx="50208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64CF92-F2B5-449F-9CD2-4B523555D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7AAF6-E3B6-4889-995F-680EA15D1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buClr>
                <a:schemeClr val="accent4"/>
              </a:buClr>
              <a:defRPr sz="1600">
                <a:solidFill>
                  <a:schemeClr val="tx1"/>
                </a:solidFill>
              </a:defRPr>
            </a:lvl1pPr>
            <a:lvl2pPr>
              <a:spcBef>
                <a:spcPts val="500"/>
              </a:spcBef>
              <a:buClr>
                <a:schemeClr val="tx1"/>
              </a:buClr>
              <a:defRPr sz="1400">
                <a:solidFill>
                  <a:schemeClr val="tx1"/>
                </a:solidFill>
              </a:defRPr>
            </a:lvl2pPr>
            <a:lvl3pPr>
              <a:spcBef>
                <a:spcPts val="500"/>
              </a:spcBef>
              <a:buClr>
                <a:schemeClr val="tx1"/>
              </a:buClr>
              <a:defRPr sz="1200">
                <a:solidFill>
                  <a:schemeClr val="tx1"/>
                </a:solidFill>
              </a:defRPr>
            </a:lvl3pPr>
            <a:lvl4pPr>
              <a:spcBef>
                <a:spcPts val="500"/>
              </a:spcBef>
              <a:buClr>
                <a:schemeClr val="tx1"/>
              </a:buClr>
              <a:defRPr sz="1050">
                <a:solidFill>
                  <a:schemeClr val="tx1"/>
                </a:solidFill>
              </a:defRPr>
            </a:lvl4pPr>
            <a:lvl5pPr>
              <a:spcBef>
                <a:spcPts val="500"/>
              </a:spcBef>
              <a:buClr>
                <a:schemeClr val="tx1"/>
              </a:buClr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291F72-C969-484D-8553-B7C5876B2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BEA2D-691C-4F73-B97E-B731DE7C6E1A}" type="datetime1">
              <a:rPr lang="en-US" smtClean="0"/>
              <a:t>2/23/26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1A6DAF-CE58-4DD4-9386-F52DFE4F7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0782" y="6394105"/>
            <a:ext cx="97219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8FCD7872-5F89-9EC8-BDCF-42C979D76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77347"/>
            <a:ext cx="305503" cy="306298"/>
          </a:xfrm>
          <a:ln>
            <a:solidFill>
              <a:schemeClr val="accent2"/>
            </a:solidFill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2" name="Graphic 11">
            <a:extLst>
              <a:ext uri="{FF2B5EF4-FFF2-40B4-BE49-F238E27FC236}">
                <a16:creationId xmlns:a16="http://schemas.microsoft.com/office/drawing/2014/main" id="{8DA8CF5D-D3E2-44E8-BCE7-0232A0D9B8C0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28" name="Freeform: Shape 10">
              <a:extLst>
                <a:ext uri="{FF2B5EF4-FFF2-40B4-BE49-F238E27FC236}">
                  <a16:creationId xmlns:a16="http://schemas.microsoft.com/office/drawing/2014/main" id="{EE4F8DC9-A37A-9BEA-5301-33067CD42A82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11">
              <a:extLst>
                <a:ext uri="{FF2B5EF4-FFF2-40B4-BE49-F238E27FC236}">
                  <a16:creationId xmlns:a16="http://schemas.microsoft.com/office/drawing/2014/main" id="{38909B39-88F8-D172-4F78-F77AF15DEC66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12">
              <a:extLst>
                <a:ext uri="{FF2B5EF4-FFF2-40B4-BE49-F238E27FC236}">
                  <a16:creationId xmlns:a16="http://schemas.microsoft.com/office/drawing/2014/main" id="{C840FD6D-AD97-5A42-536D-64587B3082CF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13">
              <a:extLst>
                <a:ext uri="{FF2B5EF4-FFF2-40B4-BE49-F238E27FC236}">
                  <a16:creationId xmlns:a16="http://schemas.microsoft.com/office/drawing/2014/main" id="{956C1CA8-CDE2-4013-F5C2-D09F149C4467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14">
              <a:extLst>
                <a:ext uri="{FF2B5EF4-FFF2-40B4-BE49-F238E27FC236}">
                  <a16:creationId xmlns:a16="http://schemas.microsoft.com/office/drawing/2014/main" id="{7618EBC2-9437-B75D-6148-FEA0871F8CBE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15">
              <a:extLst>
                <a:ext uri="{FF2B5EF4-FFF2-40B4-BE49-F238E27FC236}">
                  <a16:creationId xmlns:a16="http://schemas.microsoft.com/office/drawing/2014/main" id="{289D85EA-87B5-B7FC-97E3-654D1C4B4EFB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16">
              <a:extLst>
                <a:ext uri="{FF2B5EF4-FFF2-40B4-BE49-F238E27FC236}">
                  <a16:creationId xmlns:a16="http://schemas.microsoft.com/office/drawing/2014/main" id="{38CC7974-2FDA-DC27-3A7B-31194B3BE2D8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17">
              <a:extLst>
                <a:ext uri="{FF2B5EF4-FFF2-40B4-BE49-F238E27FC236}">
                  <a16:creationId xmlns:a16="http://schemas.microsoft.com/office/drawing/2014/main" id="{5554AE7E-B50F-ADDE-1A3F-2EAF8E37BFA7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18">
              <a:extLst>
                <a:ext uri="{FF2B5EF4-FFF2-40B4-BE49-F238E27FC236}">
                  <a16:creationId xmlns:a16="http://schemas.microsoft.com/office/drawing/2014/main" id="{EF1CC554-9132-5DCE-E6DB-F4201F9B41AA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19">
              <a:extLst>
                <a:ext uri="{FF2B5EF4-FFF2-40B4-BE49-F238E27FC236}">
                  <a16:creationId xmlns:a16="http://schemas.microsoft.com/office/drawing/2014/main" id="{9ED09513-F09E-0794-314C-E914F381C2C0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20">
              <a:extLst>
                <a:ext uri="{FF2B5EF4-FFF2-40B4-BE49-F238E27FC236}">
                  <a16:creationId xmlns:a16="http://schemas.microsoft.com/office/drawing/2014/main" id="{CC794AE6-B3B6-DBDB-D945-CE0E5E1D8DFB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21">
              <a:extLst>
                <a:ext uri="{FF2B5EF4-FFF2-40B4-BE49-F238E27FC236}">
                  <a16:creationId xmlns:a16="http://schemas.microsoft.com/office/drawing/2014/main" id="{E588AD3A-8750-95B2-32FC-CC193B42FE8F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22">
              <a:extLst>
                <a:ext uri="{FF2B5EF4-FFF2-40B4-BE49-F238E27FC236}">
                  <a16:creationId xmlns:a16="http://schemas.microsoft.com/office/drawing/2014/main" id="{3B74E4CF-87C3-6A96-D26C-98DD68B2FB1F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23">
              <a:extLst>
                <a:ext uri="{FF2B5EF4-FFF2-40B4-BE49-F238E27FC236}">
                  <a16:creationId xmlns:a16="http://schemas.microsoft.com/office/drawing/2014/main" id="{4119569E-ADCC-845B-7911-E6C1FACD98D5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24">
              <a:extLst>
                <a:ext uri="{FF2B5EF4-FFF2-40B4-BE49-F238E27FC236}">
                  <a16:creationId xmlns:a16="http://schemas.microsoft.com/office/drawing/2014/main" id="{B19243CA-0F61-CABF-2E2D-EDC8660025C8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25">
              <a:extLst>
                <a:ext uri="{FF2B5EF4-FFF2-40B4-BE49-F238E27FC236}">
                  <a16:creationId xmlns:a16="http://schemas.microsoft.com/office/drawing/2014/main" id="{7C71C91B-3AAD-44C5-E5CC-D2F7D9B97F9F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26">
              <a:extLst>
                <a:ext uri="{FF2B5EF4-FFF2-40B4-BE49-F238E27FC236}">
                  <a16:creationId xmlns:a16="http://schemas.microsoft.com/office/drawing/2014/main" id="{4DD03CA3-0B99-9A6C-5B4E-E26E10068154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27">
              <a:extLst>
                <a:ext uri="{FF2B5EF4-FFF2-40B4-BE49-F238E27FC236}">
                  <a16:creationId xmlns:a16="http://schemas.microsoft.com/office/drawing/2014/main" id="{185CBD20-1EF0-0F48-BE3F-131DF4D66562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069103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5AFAE97-B568-36DB-E5FF-3291FB6602B8}"/>
              </a:ext>
            </a:extLst>
          </p:cNvPr>
          <p:cNvSpPr/>
          <p:nvPr userDrawn="1"/>
        </p:nvSpPr>
        <p:spPr>
          <a:xfrm>
            <a:off x="624349" y="371061"/>
            <a:ext cx="10943303" cy="64931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EBECD9-3F44-41D8-BE2D-2C8CD871B6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/>
          <a:lstStyle>
            <a:lvl1pPr algn="ctr"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Two Content Areas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770DC-99EF-4497-AA60-9E6AD9EA7F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6300" y="1825625"/>
            <a:ext cx="4974040" cy="3834784"/>
          </a:xfrm>
        </p:spPr>
        <p:txBody>
          <a:bodyPr lIns="182880" tIns="182880" rIns="182880" bIns="182880"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248545-1700-4237-885E-58E318B8B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123329" cy="3834784"/>
          </a:xfrm>
        </p:spPr>
        <p:txBody>
          <a:bodyPr lIns="182880" tIns="182880" rIns="182880" bIns="182880"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179CA4-3F84-4812-9AEC-55599F2E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027F9-FE09-42C7-B299-70480480A9DD}" type="datetime1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9B2987-1499-402F-A5D7-B4495FC2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6300" y="6394105"/>
            <a:ext cx="972646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5D937-8211-42B3-A4EB-A0813FD96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5087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ECD9-3F44-41D8-BE2D-2C8CD871B6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Two Content Areas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770DC-99EF-4497-AA60-9E6AD9EA7F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6300" y="1825625"/>
            <a:ext cx="4974040" cy="3834784"/>
          </a:xfrm>
        </p:spPr>
        <p:txBody>
          <a:bodyPr lIns="182880" tIns="182880" rIns="182880" bIns="182880"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248545-1700-4237-885E-58E318B8B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123329" cy="3834784"/>
          </a:xfrm>
        </p:spPr>
        <p:txBody>
          <a:bodyPr lIns="182880" tIns="182880" rIns="182880" bIns="182880"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179CA4-3F84-4812-9AEC-55599F2E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027F9-FE09-42C7-B299-70480480A9DD}" type="datetime1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9B2987-1499-402F-A5D7-B4495FC2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5D937-8211-42B3-A4EB-A0813FD96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accent2"/>
            </a:solidFill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" name="Graphic 11">
            <a:extLst>
              <a:ext uri="{FF2B5EF4-FFF2-40B4-BE49-F238E27FC236}">
                <a16:creationId xmlns:a16="http://schemas.microsoft.com/office/drawing/2014/main" id="{5EDD6EAF-3491-4DED-95E5-C9B675F650B1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657A6F7-A6C5-4CF9-817C-5D2ABE1DB43A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D671506-1CB1-4BE4-9EA6-5738AC676227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02DF189-3AC7-47B8-A29F-B3549135E4E3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573A624-953A-4B2A-BAFB-04ADE5DF3819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4D2E889-DDCB-4E86-B36C-B3691C6715A1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6F0B94D-C445-4D16-B566-CDE84049B9E7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42167FF-8206-49C8-8F24-685B9FA0D757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51FA3F1-EAB7-4F9D-A3A4-76CED4D027EB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A4FFAC8-B4CE-4EA4-8349-DA7B23C4233F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FEE9CB3-08F3-4009-B4B9-4E288E5DA4E3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479500D-A1F7-46BC-84F0-A21767BF481A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1A0F95A-C9BF-4BD2-A532-2CBD2CF5F863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1AC8414-F433-41AD-82E8-19A70E74FE09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800FF2B-7E0F-4FD0-8C07-208662F7757E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A720E36-448C-4542-AB9B-6CC90A36A0CF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9ABF7E2-8688-4D07-99AF-149EB1D9024F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A6A4200-BEC9-46AD-90A8-7ED62CF17469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62EDDC8-C738-495A-A3D5-AFCA4BFF1DE4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33D62977-DD1C-6BFF-8532-1FD64BA32B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6200"/>
          <a:stretch/>
        </p:blipFill>
        <p:spPr>
          <a:xfrm>
            <a:off x="0" y="0"/>
            <a:ext cx="12191999" cy="34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4531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ADA5333-09F7-95E8-2244-541A189B88D2}"/>
              </a:ext>
            </a:extLst>
          </p:cNvPr>
          <p:cNvSpPr>
            <a:spLocks noGrp="1"/>
          </p:cNvSpPr>
          <p:nvPr>
            <p:ph sz="half" idx="14"/>
          </p:nvPr>
        </p:nvSpPr>
        <p:spPr bwMode="ltGray">
          <a:xfrm>
            <a:off x="6432565" y="2380840"/>
            <a:ext cx="3530904" cy="3284036"/>
          </a:xfrm>
          <a:prstGeom prst="rect">
            <a:avLst/>
          </a:prstGeom>
          <a:noFill/>
          <a:ln>
            <a:noFill/>
          </a:ln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defRPr sz="900">
                <a:solidFill>
                  <a:schemeClr val="tx1"/>
                </a:solidFill>
              </a:defRPr>
            </a:lvl4pPr>
            <a:lvl5pPr marL="687388" indent="-111125"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CA4325-2A16-4E59-984D-DD439B3D42A9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2298555" y="2380840"/>
            <a:ext cx="3530904" cy="3284036"/>
          </a:xfrm>
          <a:prstGeom prst="rect">
            <a:avLst/>
          </a:prstGeom>
          <a:noFill/>
          <a:ln>
            <a:noFill/>
          </a:ln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defRPr sz="900">
                <a:solidFill>
                  <a:schemeClr val="tx1"/>
                </a:solidFill>
              </a:defRPr>
            </a:lvl4pPr>
            <a:lvl5pPr marL="687388" indent="-111125"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06BD4-2413-4A90-B04A-7B96E026DD1E}" type="datetime1">
              <a:rPr lang="en-US" smtClean="0"/>
              <a:t>2/23/26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7CD4A9C-F46B-3030-6E82-425BEBFF41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2-Column Comparison Layout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1044536-CF7F-CE5A-2370-FFA3855AAA03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2298555" y="1961516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B95AFFA7-E436-9E56-03E3-FD736679D5E2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432564" y="1961516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A36431-59F4-E271-40CD-D2438F2BA2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7739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on Lt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66D716-406C-36DD-49E4-F9328F94C0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" r="221"/>
          <a:stretch/>
        </p:blipFill>
        <p:spPr>
          <a:xfrm>
            <a:off x="9014" y="0"/>
            <a:ext cx="12182985" cy="6881992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26134057-B7F3-3D57-4F73-ABCC3F543067}"/>
              </a:ext>
            </a:extLst>
          </p:cNvPr>
          <p:cNvSpPr/>
          <p:nvPr userDrawn="1"/>
        </p:nvSpPr>
        <p:spPr>
          <a:xfrm>
            <a:off x="624348" y="7883"/>
            <a:ext cx="10943303" cy="629533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1CF4998F-7F3F-50BB-409C-DF72C463953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98555" y="1969401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4FAEB5A6-612B-0615-E4AC-714FE3FABDBA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2298555" y="2374630"/>
            <a:ext cx="3530904" cy="3284036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Date Placeholder 6">
            <a:extLst>
              <a:ext uri="{FF2B5EF4-FFF2-40B4-BE49-F238E27FC236}">
                <a16:creationId xmlns:a16="http://schemas.microsoft.com/office/drawing/2014/main" id="{909CDFD2-51AB-8C70-72C4-5677DA5D65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2762" y="6382494"/>
            <a:ext cx="6927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906BD4-2413-4A90-B04A-7B96E026DD1E}" type="datetime1">
              <a:rPr lang="en-US" smtClean="0"/>
              <a:pPr/>
              <a:t>2/23/26</a:t>
            </a:fld>
            <a:endParaRPr lang="en-US"/>
          </a:p>
        </p:txBody>
      </p:sp>
      <p:sp>
        <p:nvSpPr>
          <p:cNvPr id="35" name="Footer Placeholder 7">
            <a:extLst>
              <a:ext uri="{FF2B5EF4-FFF2-40B4-BE49-F238E27FC236}">
                <a16:creationId xmlns:a16="http://schemas.microsoft.com/office/drawing/2014/main" id="{BB0B9A30-913A-AF66-AEF6-E48F574D8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1025986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B0262FED-DEA5-713F-9E79-38779BD0EDBA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34327" y="1969401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Slide Number Placeholder 8">
            <a:extLst>
              <a:ext uri="{FF2B5EF4-FFF2-40B4-BE49-F238E27FC236}">
                <a16:creationId xmlns:a16="http://schemas.microsoft.com/office/drawing/2014/main" id="{24F8CBD6-8AC1-7279-EECE-BB3D7827F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40276"/>
            <a:ext cx="305503" cy="306298"/>
          </a:xfrm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2" name="Graphic 11">
            <a:extLst>
              <a:ext uri="{FF2B5EF4-FFF2-40B4-BE49-F238E27FC236}">
                <a16:creationId xmlns:a16="http://schemas.microsoft.com/office/drawing/2014/main" id="{491DE3A3-6C12-D07C-F62B-73188E535214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43" name="Freeform: Shape 4">
              <a:extLst>
                <a:ext uri="{FF2B5EF4-FFF2-40B4-BE49-F238E27FC236}">
                  <a16:creationId xmlns:a16="http://schemas.microsoft.com/office/drawing/2014/main" id="{B04BA0E4-5605-35B8-4613-3F5DAE0FDA0C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5">
              <a:extLst>
                <a:ext uri="{FF2B5EF4-FFF2-40B4-BE49-F238E27FC236}">
                  <a16:creationId xmlns:a16="http://schemas.microsoft.com/office/drawing/2014/main" id="{99B86F9D-C9E6-6EA1-B72F-4C14E21F4A80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10">
              <a:extLst>
                <a:ext uri="{FF2B5EF4-FFF2-40B4-BE49-F238E27FC236}">
                  <a16:creationId xmlns:a16="http://schemas.microsoft.com/office/drawing/2014/main" id="{8909B5CE-87D7-A464-AB31-A6A3E0509BBF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12">
              <a:extLst>
                <a:ext uri="{FF2B5EF4-FFF2-40B4-BE49-F238E27FC236}">
                  <a16:creationId xmlns:a16="http://schemas.microsoft.com/office/drawing/2014/main" id="{315F964F-5EB1-E817-1608-544A403FCB17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13">
              <a:extLst>
                <a:ext uri="{FF2B5EF4-FFF2-40B4-BE49-F238E27FC236}">
                  <a16:creationId xmlns:a16="http://schemas.microsoft.com/office/drawing/2014/main" id="{3C412AAE-330A-D886-0E8D-F823B023378C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14">
              <a:extLst>
                <a:ext uri="{FF2B5EF4-FFF2-40B4-BE49-F238E27FC236}">
                  <a16:creationId xmlns:a16="http://schemas.microsoft.com/office/drawing/2014/main" id="{9839C854-E30A-4831-EBCE-480E2F22B3B2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15">
              <a:extLst>
                <a:ext uri="{FF2B5EF4-FFF2-40B4-BE49-F238E27FC236}">
                  <a16:creationId xmlns:a16="http://schemas.microsoft.com/office/drawing/2014/main" id="{B144DA6E-DFC5-686B-FADC-2DA8E65128B6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16">
              <a:extLst>
                <a:ext uri="{FF2B5EF4-FFF2-40B4-BE49-F238E27FC236}">
                  <a16:creationId xmlns:a16="http://schemas.microsoft.com/office/drawing/2014/main" id="{4E41BFFC-EE41-FBE7-69E9-26423ACD4236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17">
              <a:extLst>
                <a:ext uri="{FF2B5EF4-FFF2-40B4-BE49-F238E27FC236}">
                  <a16:creationId xmlns:a16="http://schemas.microsoft.com/office/drawing/2014/main" id="{70F4C0BF-16CA-5D17-F93B-BFFE57168AEA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18">
              <a:extLst>
                <a:ext uri="{FF2B5EF4-FFF2-40B4-BE49-F238E27FC236}">
                  <a16:creationId xmlns:a16="http://schemas.microsoft.com/office/drawing/2014/main" id="{4C3A4C8C-6493-BE7B-60F4-D91133FF6C9C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5A616AA1-B574-34B2-9493-5FC82813B7A1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20">
              <a:extLst>
                <a:ext uri="{FF2B5EF4-FFF2-40B4-BE49-F238E27FC236}">
                  <a16:creationId xmlns:a16="http://schemas.microsoft.com/office/drawing/2014/main" id="{C29E207B-313D-3A5A-25B2-B0E70E71017A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21">
              <a:extLst>
                <a:ext uri="{FF2B5EF4-FFF2-40B4-BE49-F238E27FC236}">
                  <a16:creationId xmlns:a16="http://schemas.microsoft.com/office/drawing/2014/main" id="{B7114406-F44C-54A5-6396-E7DA9A90648A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22">
              <a:extLst>
                <a:ext uri="{FF2B5EF4-FFF2-40B4-BE49-F238E27FC236}">
                  <a16:creationId xmlns:a16="http://schemas.microsoft.com/office/drawing/2014/main" id="{EB752763-F6D5-22A7-D2CC-BDDBA8230785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23">
              <a:extLst>
                <a:ext uri="{FF2B5EF4-FFF2-40B4-BE49-F238E27FC236}">
                  <a16:creationId xmlns:a16="http://schemas.microsoft.com/office/drawing/2014/main" id="{C07C6E36-25DD-DBE4-586A-F99BD94C8D76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24">
              <a:extLst>
                <a:ext uri="{FF2B5EF4-FFF2-40B4-BE49-F238E27FC236}">
                  <a16:creationId xmlns:a16="http://schemas.microsoft.com/office/drawing/2014/main" id="{E5F37716-72D3-01BA-9A62-2A8964D4B475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25">
              <a:extLst>
                <a:ext uri="{FF2B5EF4-FFF2-40B4-BE49-F238E27FC236}">
                  <a16:creationId xmlns:a16="http://schemas.microsoft.com/office/drawing/2014/main" id="{0BE6737D-AAA8-1C2C-248C-4C4BAC813277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26">
              <a:extLst>
                <a:ext uri="{FF2B5EF4-FFF2-40B4-BE49-F238E27FC236}">
                  <a16:creationId xmlns:a16="http://schemas.microsoft.com/office/drawing/2014/main" id="{B6F0FE35-E9E6-F572-0ECB-B924FB566084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1" name="Title 1">
            <a:extLst>
              <a:ext uri="{FF2B5EF4-FFF2-40B4-BE49-F238E27FC236}">
                <a16:creationId xmlns:a16="http://schemas.microsoft.com/office/drawing/2014/main" id="{84A47278-038A-E352-94CA-258CEF3DA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2-Column Comparison Layout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757618CE-AA05-B4E6-872D-0BC550134213}"/>
              </a:ext>
            </a:extLst>
          </p:cNvPr>
          <p:cNvSpPr>
            <a:spLocks noGrp="1"/>
          </p:cNvSpPr>
          <p:nvPr>
            <p:ph sz="half" idx="14"/>
          </p:nvPr>
        </p:nvSpPr>
        <p:spPr bwMode="ltGray">
          <a:xfrm>
            <a:off x="6440787" y="2374630"/>
            <a:ext cx="3530904" cy="3284036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02162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- Stroked on Light B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401C5765-43BC-4387-261E-F79CD2129EF6}"/>
              </a:ext>
            </a:extLst>
          </p:cNvPr>
          <p:cNvSpPr/>
          <p:nvPr userDrawn="1"/>
        </p:nvSpPr>
        <p:spPr>
          <a:xfrm>
            <a:off x="624348" y="350698"/>
            <a:ext cx="10943303" cy="5952519"/>
          </a:xfrm>
          <a:prstGeom prst="rect">
            <a:avLst/>
          </a:prstGeom>
          <a:solidFill>
            <a:srgbClr val="44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BCF2E2-C158-42C8-966A-12FC2DC18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2-Column Comparison Layout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906BD4-2413-4A90-B04A-7B96E026DD1E}" type="datetime1">
              <a:rPr lang="en-US" smtClean="0"/>
              <a:pPr/>
              <a:t>2/23/26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9788" y="6394105"/>
            <a:ext cx="976297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2" name="Graphic 11">
            <a:extLst>
              <a:ext uri="{FF2B5EF4-FFF2-40B4-BE49-F238E27FC236}">
                <a16:creationId xmlns:a16="http://schemas.microsoft.com/office/drawing/2014/main" id="{0A7F6100-F583-4F7E-BAEE-005425A8513D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2419910-49D9-4DB3-98D2-1917CE78DDC5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A1B71FE-5B58-4449-9C51-ED464C6DE536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C729E27-7293-48B3-A2DC-0B8D98B8E0D8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6B24689-FE85-47BB-804A-58C7F8F6EE71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C36FDF5-5725-46EC-8F94-12C18079D8FE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E21A98E-DBBB-4598-936C-63B4732F8C8B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ACDE724-36AA-4EE8-BBA8-D9C279EBD9C2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887B1FD-6F89-493A-8126-8D208FCAF598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6D70DF5-56D8-4111-9CD7-7243612FA7F2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050B6B0-A6C8-496F-BB2F-B491FC0E90B1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1D58504-A63B-454E-8C5C-0E1E4CA769CE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BB74CBF-BCCF-45AC-881F-5E1BA9AF5EB6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825A49A-5567-41AE-A0DE-717D6AC2FB70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78B2DF0-F588-4E63-B3C3-04D17E6D3C33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4DE7CAC-68B6-4773-90E1-C301B68B361C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7B81F84-A5AB-42F3-9EE3-B4A95FD907F6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2612E94-0C2C-425B-8FD7-B3FA6B1B6002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C14BCE4-E20F-4BCB-8AF8-0B768A37BB42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F54F572-40B2-4DF4-DCEF-BD0FBBA6CBE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98555" y="1973128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F7465710-8A94-E492-CA82-FC8726BFC9E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34327" y="1973128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F7E92C58-C16A-48B5-4649-1F879374E8B4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2298555" y="2378357"/>
            <a:ext cx="3530904" cy="3284036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14898-020C-D28D-70B3-726EE9DB9E3D}"/>
              </a:ext>
            </a:extLst>
          </p:cNvPr>
          <p:cNvSpPr>
            <a:spLocks noGrp="1"/>
          </p:cNvSpPr>
          <p:nvPr>
            <p:ph sz="half" idx="14"/>
          </p:nvPr>
        </p:nvSpPr>
        <p:spPr bwMode="ltGray">
          <a:xfrm>
            <a:off x="6440787" y="2378357"/>
            <a:ext cx="3530904" cy="3284036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213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- Dark on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06BD4-2413-4A90-B04A-7B96E026DD1E}" type="datetime1">
              <a:rPr lang="en-US" smtClean="0"/>
              <a:t>2/23/26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grpSp>
        <p:nvGrpSpPr>
          <p:cNvPr id="12" name="Graphic 11">
            <a:extLst>
              <a:ext uri="{FF2B5EF4-FFF2-40B4-BE49-F238E27FC236}">
                <a16:creationId xmlns:a16="http://schemas.microsoft.com/office/drawing/2014/main" id="{992BE47C-90C2-46CE-90AE-CEFE0732F1BC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52677E4-BD7F-4053-89FC-3C6E4C056923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50A4F6A-7B4C-42B6-937B-62EA8200162F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EDA4297-BDC6-48EA-909D-1908E17A6248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6EDADE1-DDA0-4011-9FA5-4B9E24FA90DB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F641A17-5BE6-4EC0-91EE-2EA283B0A277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98556E-AB9C-4176-81F5-3279D8A7A708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B5272D2-885B-4C4C-BD01-F486F00D730C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0FEA1AF-56EB-415B-BFB7-0E033209AAE8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5FA9EEF-FCC0-466B-BAD9-E9F943715CA6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5DE07C2-6761-40DB-A2DD-9EFAC1FADA0C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771909B-04CA-49D9-9291-319F1820E0A3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C8388B3-3736-4BF2-B20F-40EE94022DD1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7425CE4-0046-4A66-A0CD-6EEEAB2B75B9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08D9CA7-8BD3-43CD-AE33-89F3FA2277E1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00D16D8-9CAD-4182-99F6-07CF6DE182E1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5FA30EF-A221-46D7-A158-C151592E944C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490DF44-9E14-4CBC-B661-843360D66995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61335D3-D5E5-40BD-A027-169B7D0FB492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946EA5B-1D77-F90D-48B2-573255F2752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98555" y="1973128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4A77FD70-D677-909E-82E5-DD8B131154E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34327" y="1973128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1D1FAD5B-7F52-B925-BD41-F2326F121A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2-Column Comparison Layout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0C03FB4-920B-8A6E-3B6D-9510A3EC84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6200"/>
          <a:stretch/>
        </p:blipFill>
        <p:spPr>
          <a:xfrm>
            <a:off x="0" y="0"/>
            <a:ext cx="12191999" cy="342579"/>
          </a:xfrm>
          <a:prstGeom prst="rect">
            <a:avLst/>
          </a:prstGeom>
        </p:spPr>
      </p:pic>
      <p:sp>
        <p:nvSpPr>
          <p:cNvPr id="41" name="Content Placeholder 3">
            <a:extLst>
              <a:ext uri="{FF2B5EF4-FFF2-40B4-BE49-F238E27FC236}">
                <a16:creationId xmlns:a16="http://schemas.microsoft.com/office/drawing/2014/main" id="{35F4C2E9-F1B0-1474-4F6B-91A53F854FFB}"/>
              </a:ext>
            </a:extLst>
          </p:cNvPr>
          <p:cNvSpPr>
            <a:spLocks noGrp="1"/>
          </p:cNvSpPr>
          <p:nvPr>
            <p:ph sz="half" idx="14"/>
          </p:nvPr>
        </p:nvSpPr>
        <p:spPr bwMode="ltGray">
          <a:xfrm>
            <a:off x="6432565" y="2386646"/>
            <a:ext cx="3530904" cy="3284036"/>
          </a:xfrm>
          <a:prstGeom prst="rect">
            <a:avLst/>
          </a:prstGeom>
          <a:noFill/>
          <a:ln>
            <a:noFill/>
          </a:ln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2" name="Content Placeholder 3">
            <a:extLst>
              <a:ext uri="{FF2B5EF4-FFF2-40B4-BE49-F238E27FC236}">
                <a16:creationId xmlns:a16="http://schemas.microsoft.com/office/drawing/2014/main" id="{9CE62C7A-C92B-0102-D4E5-4E0638E6103C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2298555" y="2386646"/>
            <a:ext cx="3530904" cy="3284036"/>
          </a:xfrm>
          <a:prstGeom prst="rect">
            <a:avLst/>
          </a:prstGeom>
          <a:noFill/>
          <a:ln>
            <a:noFill/>
          </a:ln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34853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Comparis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6678BE2-75EF-1F1C-8F1C-A3E0126B2D40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6612" y="1954596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CA4325-2A16-4E59-984D-DD439B3D42A9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8" y="2378216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209C-A28E-4A04-8EE4-E2684080C509}" type="datetime1">
              <a:rPr lang="en-US" smtClean="0"/>
              <a:t>2/23/26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2B390B0-37FD-1C66-A829-A0D06E14382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420640" y="1954596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6EEACA0D-7DC5-01F3-8464-D4BA9640AE24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036199" y="1954596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DB0CA3-9633-8290-5CA4-4B77E1935C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3-Column Comparison Layout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CF7CAE34-33F8-0A69-52D3-B435DFAF0F8C}"/>
              </a:ext>
            </a:extLst>
          </p:cNvPr>
          <p:cNvSpPr>
            <a:spLocks noGrp="1"/>
          </p:cNvSpPr>
          <p:nvPr>
            <p:ph sz="half" idx="20"/>
          </p:nvPr>
        </p:nvSpPr>
        <p:spPr bwMode="ltGray">
          <a:xfrm>
            <a:off x="4402794" y="2378216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6707D49-09D3-7E2A-4112-92EB98F04713}"/>
              </a:ext>
            </a:extLst>
          </p:cNvPr>
          <p:cNvSpPr>
            <a:spLocks noGrp="1"/>
          </p:cNvSpPr>
          <p:nvPr>
            <p:ph sz="half" idx="21"/>
          </p:nvPr>
        </p:nvSpPr>
        <p:spPr bwMode="ltGray">
          <a:xfrm>
            <a:off x="8018352" y="2378216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C1FE095-1FC2-2EBA-56C9-99D255475B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6377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Column Comparison on Lt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627E39E-887E-F7BD-05D9-E63C92A5F3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" r="221"/>
          <a:stretch/>
        </p:blipFill>
        <p:spPr>
          <a:xfrm>
            <a:off x="9014" y="0"/>
            <a:ext cx="12182985" cy="688199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1D04206-384F-3335-8E56-80FA86D76127}"/>
              </a:ext>
            </a:extLst>
          </p:cNvPr>
          <p:cNvSpPr/>
          <p:nvPr userDrawn="1"/>
        </p:nvSpPr>
        <p:spPr>
          <a:xfrm>
            <a:off x="624348" y="1"/>
            <a:ext cx="10943303" cy="629533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aphic 11">
            <a:extLst>
              <a:ext uri="{FF2B5EF4-FFF2-40B4-BE49-F238E27FC236}">
                <a16:creationId xmlns:a16="http://schemas.microsoft.com/office/drawing/2014/main" id="{DFCEA103-2BA6-4E0B-B138-7F7C90C25338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F6A2A6F-EEFF-463D-BFA4-1D0418152A2D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FD8DEE0-57EA-4A59-9DF9-F924AC7DCB98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014A642-9127-4D21-9EE4-17051BAEDCF0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A1F0C59-EE67-4F87-83FB-13A93F87F411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11786CC-8040-4477-A871-ADE22F9B29C9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E8E449A1-7C20-41CA-BE11-D636F62A9839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80FD0E3-F2A6-4243-BDAE-ACE818FCEFBD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64D691E-23AB-4618-9323-3DC7D40A1E02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EABC8CF-098E-442B-879A-BC7FE3375EF3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8D1F85B-9929-423F-B414-C43E2E112629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3CDF06E-4F69-48FE-9843-E12AF6997D2A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4A1901CB-658C-4F36-811F-4FCFBBCE78D9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22D3737-E1F2-407C-9DB8-26AC64423CDC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64C6A77-AE22-4385-8AB0-DE3FBF08ACAD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0FE03CF2-CF56-4FA0-8969-F2FDE22967E0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E1E1D51F-A63E-4CCB-982A-50BE091F5FAA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31E4B643-7132-47F4-950F-7B6F450B5768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9DAC575-6ADD-4DE9-9550-514D0E4EF14B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F3110BE-105D-CC26-DDEB-7331AE1964BA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6612" y="1962965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B4654FB0-09A1-6719-CA4D-E46CD3C33B9D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8" y="2386585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Date Placeholder 6">
            <a:extLst>
              <a:ext uri="{FF2B5EF4-FFF2-40B4-BE49-F238E27FC236}">
                <a16:creationId xmlns:a16="http://schemas.microsoft.com/office/drawing/2014/main" id="{BC0ACF3E-B411-3A6B-87AB-035727C10B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2762" y="6382494"/>
            <a:ext cx="6927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DF209C-A28E-4A04-8EE4-E2684080C509}" type="datetime1">
              <a:rPr lang="en-US" smtClean="0"/>
              <a:pPr/>
              <a:t>2/23/26</a:t>
            </a:fld>
            <a:endParaRPr lang="en-US"/>
          </a:p>
        </p:txBody>
      </p:sp>
      <p:sp>
        <p:nvSpPr>
          <p:cNvPr id="30" name="Footer Placeholder 7">
            <a:extLst>
              <a:ext uri="{FF2B5EF4-FFF2-40B4-BE49-F238E27FC236}">
                <a16:creationId xmlns:a16="http://schemas.microsoft.com/office/drawing/2014/main" id="{B7ABC10F-1230-6D1F-8FB1-A5953EECE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1025986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1" name="Slide Number Placeholder 8">
            <a:extLst>
              <a:ext uri="{FF2B5EF4-FFF2-40B4-BE49-F238E27FC236}">
                <a16:creationId xmlns:a16="http://schemas.microsoft.com/office/drawing/2014/main" id="{8513861D-1909-CDF7-1F11-AD2069C51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77347"/>
            <a:ext cx="305503" cy="306298"/>
          </a:xfrm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EB3D3630-FE0D-8337-ABFF-0DB657F09620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420640" y="1962965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0B90BB25-0474-4262-7C7A-53E4D28AC452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036199" y="1962965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28E7A0A2-0E31-8725-90B3-D20101CAE128}"/>
              </a:ext>
            </a:extLst>
          </p:cNvPr>
          <p:cNvSpPr>
            <a:spLocks noGrp="1"/>
          </p:cNvSpPr>
          <p:nvPr>
            <p:ph sz="half" idx="20"/>
          </p:nvPr>
        </p:nvSpPr>
        <p:spPr bwMode="ltGray">
          <a:xfrm>
            <a:off x="4415092" y="2386585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5435E167-979E-BCAD-653E-C1532BCA0880}"/>
              </a:ext>
            </a:extLst>
          </p:cNvPr>
          <p:cNvSpPr>
            <a:spLocks noGrp="1"/>
          </p:cNvSpPr>
          <p:nvPr>
            <p:ph sz="half" idx="21"/>
          </p:nvPr>
        </p:nvSpPr>
        <p:spPr bwMode="ltGray">
          <a:xfrm>
            <a:off x="8036116" y="2386585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1B250E5-1624-59FD-A02C-AB9B82EAC5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3-Column Comparison Layout</a:t>
            </a:r>
            <a:br>
              <a:rPr lang="en-US"/>
            </a:br>
            <a:r>
              <a:rPr lang="en-US"/>
              <a:t>Two Lines</a:t>
            </a:r>
          </a:p>
        </p:txBody>
      </p:sp>
    </p:spTree>
    <p:extLst>
      <p:ext uri="{BB962C8B-B14F-4D97-AF65-F5344CB8AC3E}">
        <p14:creationId xmlns:p14="http://schemas.microsoft.com/office/powerpoint/2010/main" val="5565582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Column Comparison - Stroked on Light B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74ECEDFA-1992-0888-813F-86DAFA2DDDF5}"/>
              </a:ext>
            </a:extLst>
          </p:cNvPr>
          <p:cNvSpPr/>
          <p:nvPr userDrawn="1"/>
        </p:nvSpPr>
        <p:spPr>
          <a:xfrm>
            <a:off x="624348" y="426011"/>
            <a:ext cx="10943303" cy="5912563"/>
          </a:xfrm>
          <a:prstGeom prst="rect">
            <a:avLst/>
          </a:prstGeom>
          <a:solidFill>
            <a:srgbClr val="44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aphic 11">
            <a:extLst>
              <a:ext uri="{FF2B5EF4-FFF2-40B4-BE49-F238E27FC236}">
                <a16:creationId xmlns:a16="http://schemas.microsoft.com/office/drawing/2014/main" id="{3A343C29-3E88-04BA-B5B7-0882AB09F565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34" name="Freeform: Shape 32">
              <a:extLst>
                <a:ext uri="{FF2B5EF4-FFF2-40B4-BE49-F238E27FC236}">
                  <a16:creationId xmlns:a16="http://schemas.microsoft.com/office/drawing/2014/main" id="{1737232B-B2FE-CB1C-0389-B0995BEA3F6E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3">
              <a:extLst>
                <a:ext uri="{FF2B5EF4-FFF2-40B4-BE49-F238E27FC236}">
                  <a16:creationId xmlns:a16="http://schemas.microsoft.com/office/drawing/2014/main" id="{8882189B-2B72-8F33-FE01-09472D8CD096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4">
              <a:extLst>
                <a:ext uri="{FF2B5EF4-FFF2-40B4-BE49-F238E27FC236}">
                  <a16:creationId xmlns:a16="http://schemas.microsoft.com/office/drawing/2014/main" id="{5489615C-1F22-A4A6-139A-3E4023915B5E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5">
              <a:extLst>
                <a:ext uri="{FF2B5EF4-FFF2-40B4-BE49-F238E27FC236}">
                  <a16:creationId xmlns:a16="http://schemas.microsoft.com/office/drawing/2014/main" id="{7A732541-25B0-1D61-5D50-3272F0A72200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6">
              <a:extLst>
                <a:ext uri="{FF2B5EF4-FFF2-40B4-BE49-F238E27FC236}">
                  <a16:creationId xmlns:a16="http://schemas.microsoft.com/office/drawing/2014/main" id="{2C0F794D-6F9A-1FEB-496F-A2FC90CCA615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7">
              <a:extLst>
                <a:ext uri="{FF2B5EF4-FFF2-40B4-BE49-F238E27FC236}">
                  <a16:creationId xmlns:a16="http://schemas.microsoft.com/office/drawing/2014/main" id="{E61613AA-DDDC-C1A5-25F2-8B55922DE702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8">
              <a:extLst>
                <a:ext uri="{FF2B5EF4-FFF2-40B4-BE49-F238E27FC236}">
                  <a16:creationId xmlns:a16="http://schemas.microsoft.com/office/drawing/2014/main" id="{B287282E-7C9A-744E-57FE-002319CF9716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39">
              <a:extLst>
                <a:ext uri="{FF2B5EF4-FFF2-40B4-BE49-F238E27FC236}">
                  <a16:creationId xmlns:a16="http://schemas.microsoft.com/office/drawing/2014/main" id="{F81F1CC9-CF1C-78CD-F48F-6270A1A1B8C8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0">
              <a:extLst>
                <a:ext uri="{FF2B5EF4-FFF2-40B4-BE49-F238E27FC236}">
                  <a16:creationId xmlns:a16="http://schemas.microsoft.com/office/drawing/2014/main" id="{3B41525D-FE2E-C52B-D794-E58928C1E1F9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1">
              <a:extLst>
                <a:ext uri="{FF2B5EF4-FFF2-40B4-BE49-F238E27FC236}">
                  <a16:creationId xmlns:a16="http://schemas.microsoft.com/office/drawing/2014/main" id="{843EA020-907D-9236-3CF1-A8BFB7EAF94A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2">
              <a:extLst>
                <a:ext uri="{FF2B5EF4-FFF2-40B4-BE49-F238E27FC236}">
                  <a16:creationId xmlns:a16="http://schemas.microsoft.com/office/drawing/2014/main" id="{4F0C2B75-1631-CE6C-6325-4C159AFA5F76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3">
              <a:extLst>
                <a:ext uri="{FF2B5EF4-FFF2-40B4-BE49-F238E27FC236}">
                  <a16:creationId xmlns:a16="http://schemas.microsoft.com/office/drawing/2014/main" id="{22FAEA00-5F8E-912D-1D98-BD8D5835E08F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4">
              <a:extLst>
                <a:ext uri="{FF2B5EF4-FFF2-40B4-BE49-F238E27FC236}">
                  <a16:creationId xmlns:a16="http://schemas.microsoft.com/office/drawing/2014/main" id="{BD50FAFF-975A-B4C4-BD48-E45E419619AC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5">
              <a:extLst>
                <a:ext uri="{FF2B5EF4-FFF2-40B4-BE49-F238E27FC236}">
                  <a16:creationId xmlns:a16="http://schemas.microsoft.com/office/drawing/2014/main" id="{603C50A9-F859-291D-FB38-868B43A4B7C0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6">
              <a:extLst>
                <a:ext uri="{FF2B5EF4-FFF2-40B4-BE49-F238E27FC236}">
                  <a16:creationId xmlns:a16="http://schemas.microsoft.com/office/drawing/2014/main" id="{ED84C083-107A-D235-AB9B-07BD6143A453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7">
              <a:extLst>
                <a:ext uri="{FF2B5EF4-FFF2-40B4-BE49-F238E27FC236}">
                  <a16:creationId xmlns:a16="http://schemas.microsoft.com/office/drawing/2014/main" id="{D11429C5-45D2-6832-C3A8-B6075B7DF0A7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8">
              <a:extLst>
                <a:ext uri="{FF2B5EF4-FFF2-40B4-BE49-F238E27FC236}">
                  <a16:creationId xmlns:a16="http://schemas.microsoft.com/office/drawing/2014/main" id="{F5DE87FD-D27D-3335-5F42-19AA9CE94CFE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49">
              <a:extLst>
                <a:ext uri="{FF2B5EF4-FFF2-40B4-BE49-F238E27FC236}">
                  <a16:creationId xmlns:a16="http://schemas.microsoft.com/office/drawing/2014/main" id="{22B657E2-59E6-936A-4DAA-3AB48E1E94D3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B394BBA9-9E02-6E45-406C-8A87DBF49EB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6612" y="1961516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Date Placeholder 6">
            <a:extLst>
              <a:ext uri="{FF2B5EF4-FFF2-40B4-BE49-F238E27FC236}">
                <a16:creationId xmlns:a16="http://schemas.microsoft.com/office/drawing/2014/main" id="{AFDA17CB-EE3D-327A-119B-6B0258297C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2762" y="6382494"/>
            <a:ext cx="692767" cy="365125"/>
          </a:xfrm>
        </p:spPr>
        <p:txBody>
          <a:bodyPr/>
          <a:lstStyle/>
          <a:p>
            <a:fld id="{65DF209C-A28E-4A04-8EE4-E2684080C509}" type="datetime1">
              <a:rPr lang="en-US" smtClean="0"/>
              <a:t>2/23/26</a:t>
            </a:fld>
            <a:endParaRPr lang="en-US"/>
          </a:p>
        </p:txBody>
      </p:sp>
      <p:sp>
        <p:nvSpPr>
          <p:cNvPr id="56" name="Footer Placeholder 7">
            <a:extLst>
              <a:ext uri="{FF2B5EF4-FFF2-40B4-BE49-F238E27FC236}">
                <a16:creationId xmlns:a16="http://schemas.microsoft.com/office/drawing/2014/main" id="{E27D7A34-902E-7AB9-EC17-2EE3643E7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1025986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7" name="Slide Number Placeholder 8">
            <a:extLst>
              <a:ext uri="{FF2B5EF4-FFF2-40B4-BE49-F238E27FC236}">
                <a16:creationId xmlns:a16="http://schemas.microsoft.com/office/drawing/2014/main" id="{3F40C638-2B10-D4C5-D97D-7F47A8EEF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77347"/>
            <a:ext cx="305503" cy="306298"/>
          </a:xfrm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411EF4D5-9EDE-B027-CC6F-0356FBF5C7A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420640" y="1961516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91D7EA73-48FB-3B84-6A9B-CB23A88B0D32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036199" y="1961516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3F0FC42-22F5-977D-7CAE-2B9E0D2375CA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8" y="2385136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391619A-E02C-762F-EC42-2B9BC4F92334}"/>
              </a:ext>
            </a:extLst>
          </p:cNvPr>
          <p:cNvSpPr>
            <a:spLocks noGrp="1"/>
          </p:cNvSpPr>
          <p:nvPr>
            <p:ph sz="half" idx="20"/>
          </p:nvPr>
        </p:nvSpPr>
        <p:spPr bwMode="ltGray">
          <a:xfrm>
            <a:off x="4415092" y="2385136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9A5A8-7F77-8233-C0A5-FBDDF05FB48A}"/>
              </a:ext>
            </a:extLst>
          </p:cNvPr>
          <p:cNvSpPr>
            <a:spLocks noGrp="1"/>
          </p:cNvSpPr>
          <p:nvPr>
            <p:ph sz="half" idx="21"/>
          </p:nvPr>
        </p:nvSpPr>
        <p:spPr bwMode="ltGray">
          <a:xfrm>
            <a:off x="8036116" y="2385136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6A8E62E-89F2-EC42-6BAD-F147C0078E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3-Column Comparison Layout</a:t>
            </a:r>
            <a:br>
              <a:rPr lang="en-US"/>
            </a:br>
            <a:r>
              <a:rPr lang="en-US"/>
              <a:t>Two Lines</a:t>
            </a:r>
          </a:p>
        </p:txBody>
      </p:sp>
    </p:spTree>
    <p:extLst>
      <p:ext uri="{BB962C8B-B14F-4D97-AF65-F5344CB8AC3E}">
        <p14:creationId xmlns:p14="http://schemas.microsoft.com/office/powerpoint/2010/main" val="22273154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Column Comparison - Dark on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209C-A28E-4A04-8EE4-E2684080C509}" type="datetime1">
              <a:rPr lang="en-US" smtClean="0"/>
              <a:t>2/23/26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aphic 11">
            <a:extLst>
              <a:ext uri="{FF2B5EF4-FFF2-40B4-BE49-F238E27FC236}">
                <a16:creationId xmlns:a16="http://schemas.microsoft.com/office/drawing/2014/main" id="{E734450A-E639-4566-9F53-B91CF6F0FA16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DFEB29C-B09F-40AE-AC36-5E7F5F8CBFA5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BDA7F9F-C18E-48E8-B2F6-2D6CACE8804B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0977B1F-105E-46F3-928E-37A18C8280B9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C4801DE-C7FB-4918-B741-43F0F50A9D38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D65476E-58E1-496E-8BA5-E06618D806BA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A420B6E-3BEE-4889-A93D-063D45C72354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640DDE0-8B3D-425B-99F2-82714E1B59E0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C2E6409-1210-477C-A6FD-A82437EB49C7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7994FA0-51C4-4F29-9643-7E5DD192D3CB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EFC84B2-F789-4F5C-8CEA-7F4E53AF3F3D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573A645-1D1A-477E-B19E-629853E8DF16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15E9AEA-3C62-4FB2-A648-B9189168BEA9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46A4CF7-0639-4F0D-9A0D-1E9E8566FEB3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5D68DCA-9592-4BCA-BC05-37E99EC7C867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5FA4983-DB27-4130-A5AA-CC0E13DA0F17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7E125BB-CF6D-4B8A-810C-6798718C09F6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C9F9BD7-0EB0-4AC2-8113-F7CB907A9470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8C85652-692F-4060-AD1C-65CD00C15F02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7AE3F3B-ED01-81B9-987D-DF2D8D987775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6612" y="1952025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ADC0BF52-4389-128A-B9AD-17207C4ACA4A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420640" y="1952025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161770FA-79AA-C403-6AB6-76D1EA0225F9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036199" y="1952025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81196E-6896-D896-E421-1DB5E65A19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3-Column Comparison Layout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180BF7BC-FF91-7EC7-06B5-9C0313F347ED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8" y="2375645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4146B6C-13E9-ED4A-07F2-7BCAFBECE6D8}"/>
              </a:ext>
            </a:extLst>
          </p:cNvPr>
          <p:cNvSpPr>
            <a:spLocks noGrp="1"/>
          </p:cNvSpPr>
          <p:nvPr>
            <p:ph sz="half" idx="20"/>
          </p:nvPr>
        </p:nvSpPr>
        <p:spPr bwMode="ltGray">
          <a:xfrm>
            <a:off x="4413305" y="2375645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FD95544-D4E5-3345-5344-FCDE956285B9}"/>
              </a:ext>
            </a:extLst>
          </p:cNvPr>
          <p:cNvSpPr>
            <a:spLocks noGrp="1"/>
          </p:cNvSpPr>
          <p:nvPr>
            <p:ph sz="half" idx="21"/>
          </p:nvPr>
        </p:nvSpPr>
        <p:spPr bwMode="ltGray">
          <a:xfrm>
            <a:off x="8018353" y="2375645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BE3043-53D9-6E34-E7A0-B6D7914295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6200"/>
          <a:stretch/>
        </p:blipFill>
        <p:spPr>
          <a:xfrm>
            <a:off x="0" y="0"/>
            <a:ext cx="12191999" cy="34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7443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Comparis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4885AF-BB1C-42AE-980E-A6A8666DFFF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40549" y="1964459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CA4325-2A16-4E59-984D-DD439B3D42A9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40549" y="236968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42A1D7-A338-4172-9754-D548D9A1ED9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018674" y="1964459"/>
            <a:ext cx="2336714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5B995-37A7-4C4D-BD8D-0D0D00DC0F80}" type="datetime1">
              <a:rPr lang="en-US" smtClean="0"/>
              <a:t>2/23/26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87F805C-3964-4B8F-834B-EF5EA597DB4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580481" y="1964459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E0E453B-744C-4022-A182-92AE52648EE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299577" y="1964459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A3D0B4-0E1D-48EE-D741-DDDFC20B4E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4-Column Comparison Layout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9FA658AE-C95C-3012-AB00-586E1A342E96}"/>
              </a:ext>
            </a:extLst>
          </p:cNvPr>
          <p:cNvSpPr>
            <a:spLocks noGrp="1"/>
          </p:cNvSpPr>
          <p:nvPr>
            <p:ph sz="half" idx="16"/>
          </p:nvPr>
        </p:nvSpPr>
        <p:spPr bwMode="ltGray">
          <a:xfrm>
            <a:off x="3571049" y="236968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F726C1A4-880B-1DB7-6135-7954DE51CC53}"/>
              </a:ext>
            </a:extLst>
          </p:cNvPr>
          <p:cNvSpPr>
            <a:spLocks noGrp="1"/>
          </p:cNvSpPr>
          <p:nvPr>
            <p:ph sz="half" idx="17"/>
          </p:nvPr>
        </p:nvSpPr>
        <p:spPr bwMode="ltGray">
          <a:xfrm>
            <a:off x="6276149" y="236968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F5374405-BCA9-D702-AA85-CD7FDD74888B}"/>
              </a:ext>
            </a:extLst>
          </p:cNvPr>
          <p:cNvSpPr>
            <a:spLocks noGrp="1"/>
          </p:cNvSpPr>
          <p:nvPr>
            <p:ph sz="half" idx="18"/>
          </p:nvPr>
        </p:nvSpPr>
        <p:spPr bwMode="ltGray">
          <a:xfrm>
            <a:off x="9006649" y="236968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014A6B1-0ED7-F837-5180-BB080B5FFC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5133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-Column Comparison on Lt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A67D11B-5274-3A11-B0F8-D02810EE08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" r="221"/>
          <a:stretch/>
        </p:blipFill>
        <p:spPr>
          <a:xfrm>
            <a:off x="9014" y="0"/>
            <a:ext cx="12182985" cy="6881992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970F0625-8C68-9B76-E720-A3996B2DDD75}"/>
              </a:ext>
            </a:extLst>
          </p:cNvPr>
          <p:cNvSpPr/>
          <p:nvPr userDrawn="1"/>
        </p:nvSpPr>
        <p:spPr>
          <a:xfrm>
            <a:off x="624348" y="1"/>
            <a:ext cx="10943303" cy="629533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355B995-37A7-4C4D-BD8D-0D0D00DC0F80}" type="datetime1">
              <a:rPr lang="en-US" smtClean="0"/>
              <a:pPr/>
              <a:t>2/23/26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7" name="Graphic 11">
            <a:extLst>
              <a:ext uri="{FF2B5EF4-FFF2-40B4-BE49-F238E27FC236}">
                <a16:creationId xmlns:a16="http://schemas.microsoft.com/office/drawing/2014/main" id="{DD5ADC45-6806-49F5-B98E-3CBBD1C786F5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8927C8D-1B0B-4CD4-9984-EB5107753A25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0416082-3FEE-4250-8254-696D27CE860A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44383A2-4EB0-4756-B12A-516C7E98B32F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96E8D16-CCCE-4C1F-85C7-87D5195F6A1B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300DCE-69B5-419C-8B4E-03D1E1C1DC18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DB92BAF-E366-40DB-90CE-72D16DA60387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A2735A5-8CC5-4AC3-B398-D64441A07178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13C4780-3EB1-458D-87CB-964F829B0554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68128B0-8885-4890-9C12-DA02DB771109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1F190C0-4B64-4444-831B-1A6D8A625414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44EBB92-718F-49C4-8A32-FD8EA548538F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CA1C400-8BB1-41B3-9FD9-609543D071A8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8B0D6C7-C1FB-4BE6-A256-CEB6522D1759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9E3A840-0842-4E25-8503-E3A9F9809F74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2BFB110-0A31-4424-8B0A-0AC550391B5F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338E68D-28C9-433C-A8F4-8BA4CCEAC014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5A2035A-6238-453F-A9E8-C1B5499049B0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21E965A-BCE3-48A7-A84F-027E93D31199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3C2E1E6E-B563-426F-43F1-A3B5C95147B2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9" y="2357215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4F2313CC-14FB-EA49-2747-DBE09ED4285E}"/>
              </a:ext>
            </a:extLst>
          </p:cNvPr>
          <p:cNvSpPr>
            <a:spLocks noGrp="1"/>
          </p:cNvSpPr>
          <p:nvPr>
            <p:ph sz="half" idx="16"/>
          </p:nvPr>
        </p:nvSpPr>
        <p:spPr bwMode="ltGray">
          <a:xfrm>
            <a:off x="3592133" y="2357215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D814D66B-BD92-03C2-BEA0-DC008E11E096}"/>
              </a:ext>
            </a:extLst>
          </p:cNvPr>
          <p:cNvSpPr>
            <a:spLocks noGrp="1"/>
          </p:cNvSpPr>
          <p:nvPr>
            <p:ph sz="half" idx="17"/>
          </p:nvPr>
        </p:nvSpPr>
        <p:spPr bwMode="ltGray">
          <a:xfrm>
            <a:off x="6289613" y="2357215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8" name="Content Placeholder 3">
            <a:extLst>
              <a:ext uri="{FF2B5EF4-FFF2-40B4-BE49-F238E27FC236}">
                <a16:creationId xmlns:a16="http://schemas.microsoft.com/office/drawing/2014/main" id="{8258FAAF-2F58-D9E4-5B1B-4507E878612E}"/>
              </a:ext>
            </a:extLst>
          </p:cNvPr>
          <p:cNvSpPr>
            <a:spLocks noGrp="1"/>
          </p:cNvSpPr>
          <p:nvPr>
            <p:ph sz="half" idx="18"/>
          </p:nvPr>
        </p:nvSpPr>
        <p:spPr bwMode="ltGray">
          <a:xfrm>
            <a:off x="9041957" y="2357215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4D551DD9-7CB4-11F1-2555-E09E861C44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4-Column Comparison Layout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F1A1CF1-EA88-910C-4ED4-5D5FAF542FC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9" y="1951987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2377D9A5-C3BC-A098-96E4-BEFE386A7B46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017914" y="1951987"/>
            <a:ext cx="2336714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1054D723-BCFF-76A0-0878-DBBEDC8C484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579721" y="1951987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6D88BD33-277D-175E-E06B-86B2CE0DDE11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298817" y="1951987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</p:spTree>
    <p:extLst>
      <p:ext uri="{BB962C8B-B14F-4D97-AF65-F5344CB8AC3E}">
        <p14:creationId xmlns:p14="http://schemas.microsoft.com/office/powerpoint/2010/main" val="32514419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-Column Comparison - Stroked on Light B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B4E07D3-C667-4B5A-A148-434335EC339A}"/>
              </a:ext>
            </a:extLst>
          </p:cNvPr>
          <p:cNvSpPr/>
          <p:nvPr userDrawn="1"/>
        </p:nvSpPr>
        <p:spPr>
          <a:xfrm>
            <a:off x="624348" y="426011"/>
            <a:ext cx="10943303" cy="5912563"/>
          </a:xfrm>
          <a:prstGeom prst="rect">
            <a:avLst/>
          </a:prstGeom>
          <a:solidFill>
            <a:srgbClr val="44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Date Placeholder 6">
            <a:extLst>
              <a:ext uri="{FF2B5EF4-FFF2-40B4-BE49-F238E27FC236}">
                <a16:creationId xmlns:a16="http://schemas.microsoft.com/office/drawing/2014/main" id="{8D6A3F1E-61F3-A1D9-4E38-6F152354DC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2762" y="6382494"/>
            <a:ext cx="6927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355B995-37A7-4C4D-BD8D-0D0D00DC0F80}" type="datetime1">
              <a:rPr lang="en-US" smtClean="0"/>
              <a:pPr/>
              <a:t>2/23/26</a:t>
            </a:fld>
            <a:endParaRPr lang="en-US"/>
          </a:p>
        </p:txBody>
      </p:sp>
      <p:sp>
        <p:nvSpPr>
          <p:cNvPr id="36" name="Footer Placeholder 7">
            <a:extLst>
              <a:ext uri="{FF2B5EF4-FFF2-40B4-BE49-F238E27FC236}">
                <a16:creationId xmlns:a16="http://schemas.microsoft.com/office/drawing/2014/main" id="{CAA81B5B-5BB9-1C73-53F6-2D28A3FE6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1025986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7" name="Slide Number Placeholder 8">
            <a:extLst>
              <a:ext uri="{FF2B5EF4-FFF2-40B4-BE49-F238E27FC236}">
                <a16:creationId xmlns:a16="http://schemas.microsoft.com/office/drawing/2014/main" id="{30F8A254-5092-2B71-05BE-098709970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77347"/>
            <a:ext cx="305503" cy="306298"/>
          </a:xfrm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8" name="Graphic 11">
            <a:extLst>
              <a:ext uri="{FF2B5EF4-FFF2-40B4-BE49-F238E27FC236}">
                <a16:creationId xmlns:a16="http://schemas.microsoft.com/office/drawing/2014/main" id="{3DEAD91C-2395-4BB1-C742-C4A265A92D1A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39" name="Freeform: Shape 17">
              <a:extLst>
                <a:ext uri="{FF2B5EF4-FFF2-40B4-BE49-F238E27FC236}">
                  <a16:creationId xmlns:a16="http://schemas.microsoft.com/office/drawing/2014/main" id="{95CF6FC4-D8FE-4868-845E-B5F4CDD5FA58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0" name="Freeform: Shape 18">
              <a:extLst>
                <a:ext uri="{FF2B5EF4-FFF2-40B4-BE49-F238E27FC236}">
                  <a16:creationId xmlns:a16="http://schemas.microsoft.com/office/drawing/2014/main" id="{797CB68D-E372-6C83-67D0-6DD48A1BC09A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1" name="Freeform: Shape 19">
              <a:extLst>
                <a:ext uri="{FF2B5EF4-FFF2-40B4-BE49-F238E27FC236}">
                  <a16:creationId xmlns:a16="http://schemas.microsoft.com/office/drawing/2014/main" id="{D3823A22-696F-B9F2-F426-D3C1FB29CF84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2" name="Freeform: Shape 20">
              <a:extLst>
                <a:ext uri="{FF2B5EF4-FFF2-40B4-BE49-F238E27FC236}">
                  <a16:creationId xmlns:a16="http://schemas.microsoft.com/office/drawing/2014/main" id="{68BA6F90-E9FC-9B32-2E19-B38AEE3BE720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3" name="Freeform: Shape 21">
              <a:extLst>
                <a:ext uri="{FF2B5EF4-FFF2-40B4-BE49-F238E27FC236}">
                  <a16:creationId xmlns:a16="http://schemas.microsoft.com/office/drawing/2014/main" id="{78B34F85-B878-1A4C-9523-76BA664E1BDF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4" name="Freeform: Shape 22">
              <a:extLst>
                <a:ext uri="{FF2B5EF4-FFF2-40B4-BE49-F238E27FC236}">
                  <a16:creationId xmlns:a16="http://schemas.microsoft.com/office/drawing/2014/main" id="{B00CB6DB-0A99-F07A-6819-C2DBB785F625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5" name="Freeform: Shape 23">
              <a:extLst>
                <a:ext uri="{FF2B5EF4-FFF2-40B4-BE49-F238E27FC236}">
                  <a16:creationId xmlns:a16="http://schemas.microsoft.com/office/drawing/2014/main" id="{7027803D-351F-B807-5157-8D0361C120E2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6" name="Freeform: Shape 24">
              <a:extLst>
                <a:ext uri="{FF2B5EF4-FFF2-40B4-BE49-F238E27FC236}">
                  <a16:creationId xmlns:a16="http://schemas.microsoft.com/office/drawing/2014/main" id="{8CB0D5B7-3A18-F9A5-01F7-829CB570D264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7" name="Freeform: Shape 25">
              <a:extLst>
                <a:ext uri="{FF2B5EF4-FFF2-40B4-BE49-F238E27FC236}">
                  <a16:creationId xmlns:a16="http://schemas.microsoft.com/office/drawing/2014/main" id="{57B2775D-8207-A2DD-1026-ABB4C60CBE8A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8" name="Freeform: Shape 26">
              <a:extLst>
                <a:ext uri="{FF2B5EF4-FFF2-40B4-BE49-F238E27FC236}">
                  <a16:creationId xmlns:a16="http://schemas.microsoft.com/office/drawing/2014/main" id="{7E1AF397-C495-6A61-C2F6-4FF44BD5A364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9" name="Freeform: Shape 27">
              <a:extLst>
                <a:ext uri="{FF2B5EF4-FFF2-40B4-BE49-F238E27FC236}">
                  <a16:creationId xmlns:a16="http://schemas.microsoft.com/office/drawing/2014/main" id="{CE616E64-C73E-A10E-AE23-7F658BBBCC58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0" name="Freeform: Shape 28">
              <a:extLst>
                <a:ext uri="{FF2B5EF4-FFF2-40B4-BE49-F238E27FC236}">
                  <a16:creationId xmlns:a16="http://schemas.microsoft.com/office/drawing/2014/main" id="{6EEB5DCB-6DD8-2E57-A67B-66D5097C9C00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1" name="Freeform: Shape 29">
              <a:extLst>
                <a:ext uri="{FF2B5EF4-FFF2-40B4-BE49-F238E27FC236}">
                  <a16:creationId xmlns:a16="http://schemas.microsoft.com/office/drawing/2014/main" id="{328BDE21-BEF6-8580-CC18-2E775A8CA416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2" name="Freeform: Shape 30">
              <a:extLst>
                <a:ext uri="{FF2B5EF4-FFF2-40B4-BE49-F238E27FC236}">
                  <a16:creationId xmlns:a16="http://schemas.microsoft.com/office/drawing/2014/main" id="{DF427782-8208-27CC-388F-874E43A7DFE1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3" name="Freeform: Shape 31">
              <a:extLst>
                <a:ext uri="{FF2B5EF4-FFF2-40B4-BE49-F238E27FC236}">
                  <a16:creationId xmlns:a16="http://schemas.microsoft.com/office/drawing/2014/main" id="{B1617B1A-FB5C-AB3B-FE18-E3AA2A3A8D95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4" name="Freeform: Shape 32">
              <a:extLst>
                <a:ext uri="{FF2B5EF4-FFF2-40B4-BE49-F238E27FC236}">
                  <a16:creationId xmlns:a16="http://schemas.microsoft.com/office/drawing/2014/main" id="{1D5F96CF-88DC-CD18-F1A5-84F0693D93F1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5" name="Freeform: Shape 33">
              <a:extLst>
                <a:ext uri="{FF2B5EF4-FFF2-40B4-BE49-F238E27FC236}">
                  <a16:creationId xmlns:a16="http://schemas.microsoft.com/office/drawing/2014/main" id="{D9FC7DB6-4436-253C-BFBF-F1BB09A10A83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6" name="Freeform: Shape 34">
              <a:extLst>
                <a:ext uri="{FF2B5EF4-FFF2-40B4-BE49-F238E27FC236}">
                  <a16:creationId xmlns:a16="http://schemas.microsoft.com/office/drawing/2014/main" id="{D7EFC75D-CD35-A980-9804-CE48C1F2D126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4F572EE5-321A-0599-645B-2CDD929B9E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9" y="1958744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59" name="Text Placeholder 4">
            <a:extLst>
              <a:ext uri="{FF2B5EF4-FFF2-40B4-BE49-F238E27FC236}">
                <a16:creationId xmlns:a16="http://schemas.microsoft.com/office/drawing/2014/main" id="{E7077771-AA59-A3EE-CC33-47A3B6A556E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017914" y="1958744"/>
            <a:ext cx="2336714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7BA507E4-C794-1669-6682-47321D4ACFB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579721" y="1958744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CC4800C5-3C5B-B29D-12DA-EABE1658D28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298817" y="1958744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FE25E174-3A70-E717-3CD6-8315381DD9C5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9" y="2363972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C19A2E6-9BFF-446F-B673-F4B3EF561A48}"/>
              </a:ext>
            </a:extLst>
          </p:cNvPr>
          <p:cNvSpPr>
            <a:spLocks noGrp="1"/>
          </p:cNvSpPr>
          <p:nvPr>
            <p:ph sz="half" idx="16"/>
          </p:nvPr>
        </p:nvSpPr>
        <p:spPr bwMode="ltGray">
          <a:xfrm>
            <a:off x="3592133" y="2363972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742157-E43D-502D-E701-A177D68105EA}"/>
              </a:ext>
            </a:extLst>
          </p:cNvPr>
          <p:cNvSpPr>
            <a:spLocks noGrp="1"/>
          </p:cNvSpPr>
          <p:nvPr>
            <p:ph sz="half" idx="17"/>
          </p:nvPr>
        </p:nvSpPr>
        <p:spPr bwMode="ltGray">
          <a:xfrm>
            <a:off x="6289613" y="2363972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81B721E-2BCE-8D8F-0F13-83BC8C05D21C}"/>
              </a:ext>
            </a:extLst>
          </p:cNvPr>
          <p:cNvSpPr>
            <a:spLocks noGrp="1"/>
          </p:cNvSpPr>
          <p:nvPr>
            <p:ph sz="half" idx="18"/>
          </p:nvPr>
        </p:nvSpPr>
        <p:spPr bwMode="ltGray">
          <a:xfrm>
            <a:off x="9017914" y="2363972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C67AED2-80AB-C4AA-77B2-C47135C580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4-Column Comparison Layout</a:t>
            </a:r>
          </a:p>
        </p:txBody>
      </p:sp>
    </p:spTree>
    <p:extLst>
      <p:ext uri="{BB962C8B-B14F-4D97-AF65-F5344CB8AC3E}">
        <p14:creationId xmlns:p14="http://schemas.microsoft.com/office/powerpoint/2010/main" val="19328863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-Column Comparison - Dark on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5B995-37A7-4C4D-BD8D-0D0D00DC0F80}" type="datetime1">
              <a:rPr lang="en-US" smtClean="0"/>
              <a:t>2/23/26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grpSp>
        <p:nvGrpSpPr>
          <p:cNvPr id="16" name="Graphic 11">
            <a:extLst>
              <a:ext uri="{FF2B5EF4-FFF2-40B4-BE49-F238E27FC236}">
                <a16:creationId xmlns:a16="http://schemas.microsoft.com/office/drawing/2014/main" id="{07DCC60D-FF24-409E-9CB5-C8CE812843BB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377E15E-8964-4E45-89EF-CE3DE598AE3A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EA7658C-5976-42A9-B911-736701ACCEE9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ED3E160-58EE-4263-A727-FFEDEE28ABAF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C6F2AF9-4E78-482A-926F-4CBCFC424A56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B371756-486B-4480-9EE9-5932C39975C7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A2B2C27-1F4D-48D9-97CA-061613C06547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B42F43C-C573-4EA9-8167-5281374DE942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7154FCF-8CBE-4A80-A8D7-F3C58F4EB1F7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D872A8B-7F34-4271-8C5F-3E53DFAC6D01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5FDD9DD-526D-43BC-A23D-91B3E709405C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2F0B155-F55F-4873-93E1-E9363340FBD7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35E2409-8B2B-4E5D-83F2-6F07D0D9BF16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BEF99AA-7D27-4A0D-AC04-52A017705C5D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C585969-42C4-451A-9E21-51D29F45892E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D97A450-1BB2-4E90-9E4A-BF20754143C5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6A319AD-C377-422D-BB1E-92A76369B366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19C6D38-E8ED-49FB-99CC-B1BF91BE18DE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F18B8D09-FA52-47B0-8720-CFAD3704095B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BBBEF88-AE76-7752-9AD5-4DDCBD1C5FE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9" y="1963599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7D894E33-3335-06AB-158F-281AECC4AA7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017914" y="1963599"/>
            <a:ext cx="2336714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78EA85AE-7650-3C60-5D33-C19D9CCD19E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579721" y="1963599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167DAE70-4CE8-5E10-B78F-0BFB39A9C51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298817" y="1963599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B4EFAD-5484-C5D2-5A75-241BD4AB4C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4-Column Comparison Layout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57D5FFE3-9CBC-4BBA-5288-8ECA651CC374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9" y="236882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206BB-AA01-DF0E-B9F8-4EDEB210CB0E}"/>
              </a:ext>
            </a:extLst>
          </p:cNvPr>
          <p:cNvSpPr>
            <a:spLocks noGrp="1"/>
          </p:cNvSpPr>
          <p:nvPr>
            <p:ph sz="half" idx="16"/>
          </p:nvPr>
        </p:nvSpPr>
        <p:spPr bwMode="ltGray">
          <a:xfrm>
            <a:off x="3570289" y="236882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F82B850-A158-6816-983D-93BDB993DECB}"/>
              </a:ext>
            </a:extLst>
          </p:cNvPr>
          <p:cNvSpPr>
            <a:spLocks noGrp="1"/>
          </p:cNvSpPr>
          <p:nvPr>
            <p:ph sz="half" idx="17"/>
          </p:nvPr>
        </p:nvSpPr>
        <p:spPr bwMode="ltGray">
          <a:xfrm>
            <a:off x="6288089" y="236882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AC7CED1C-B7EB-E8A9-ACA9-B99DA610147E}"/>
              </a:ext>
            </a:extLst>
          </p:cNvPr>
          <p:cNvSpPr>
            <a:spLocks noGrp="1"/>
          </p:cNvSpPr>
          <p:nvPr>
            <p:ph sz="half" idx="18"/>
          </p:nvPr>
        </p:nvSpPr>
        <p:spPr bwMode="ltGray">
          <a:xfrm>
            <a:off x="9018589" y="236882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709486-0B60-C8AF-BCD0-FF89FC422B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6200"/>
          <a:stretch/>
        </p:blipFill>
        <p:spPr>
          <a:xfrm>
            <a:off x="0" y="0"/>
            <a:ext cx="12191999" cy="34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5477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pact Two Section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A1AA0E5-4B05-FA7F-735E-D877905961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88"/>
            <a:ext cx="12192000" cy="685662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2C1D450-C962-468C-5275-E0003F6DA693}"/>
              </a:ext>
            </a:extLst>
          </p:cNvPr>
          <p:cNvSpPr/>
          <p:nvPr userDrawn="1"/>
        </p:nvSpPr>
        <p:spPr>
          <a:xfrm>
            <a:off x="5962353" y="467833"/>
            <a:ext cx="5525737" cy="5631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2CF77E-FCFE-EAA7-6356-DE6C65C6992B}"/>
              </a:ext>
            </a:extLst>
          </p:cNvPr>
          <p:cNvSpPr/>
          <p:nvPr userDrawn="1"/>
        </p:nvSpPr>
        <p:spPr>
          <a:xfrm>
            <a:off x="342900" y="467833"/>
            <a:ext cx="5276553" cy="5631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26F112A-5553-CA35-0CD4-91F914AAD3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0215" y="1190948"/>
            <a:ext cx="2790466" cy="246666"/>
          </a:xfrm>
        </p:spPr>
        <p:txBody>
          <a:bodyPr anchor="t"/>
          <a:lstStyle>
            <a:lvl1pPr>
              <a:defRPr sz="1400" i="0" cap="all" spc="0" baseline="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Short, concise header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8ADC19BB-6F27-3383-7EA1-8EE8F89074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9666" y="1192654"/>
            <a:ext cx="2818831" cy="246666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00" b="1" cap="all" baseline="0"/>
            </a:lvl2pPr>
            <a:lvl3pPr marL="0" indent="0">
              <a:buFont typeface="Arial" panose="020B0604020202020204" pitchFamily="34" charset="0"/>
              <a:buNone/>
              <a:defRPr sz="1000" b="1" cap="all" baseline="0"/>
            </a:lvl3pPr>
            <a:lvl4pPr marL="0" indent="0">
              <a:buFont typeface="Arial" panose="020B0604020202020204" pitchFamily="34" charset="0"/>
              <a:buNone/>
              <a:defRPr sz="1000" b="1" cap="all" baseline="0"/>
            </a:lvl4pPr>
            <a:lvl5pPr marL="0" indent="0">
              <a:buFont typeface="Arial" panose="020B0604020202020204" pitchFamily="34" charset="0"/>
              <a:buNone/>
              <a:defRPr sz="1000" b="1" cap="all" baseline="0"/>
            </a:lvl5pPr>
          </a:lstStyle>
          <a:p>
            <a:pPr lvl="0"/>
            <a:r>
              <a:rPr lang="en-US"/>
              <a:t>Short, concise header</a:t>
            </a:r>
          </a:p>
        </p:txBody>
      </p:sp>
      <p:sp>
        <p:nvSpPr>
          <p:cNvPr id="16" name="Content Placeholder 16">
            <a:extLst>
              <a:ext uri="{FF2B5EF4-FFF2-40B4-BE49-F238E27FC236}">
                <a16:creationId xmlns:a16="http://schemas.microsoft.com/office/drawing/2014/main" id="{EC094D9C-5006-379F-B951-A81085FE432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55733" y="1736016"/>
            <a:ext cx="4480446" cy="3745065"/>
          </a:xfrm>
        </p:spPr>
        <p:txBody>
          <a:bodyPr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1800" b="0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Use the placeholders for simple, impactful comparison statements.</a:t>
            </a:r>
          </a:p>
          <a:p>
            <a:pPr lvl="0"/>
            <a:r>
              <a:rPr lang="en-US"/>
              <a:t>Or, insert charts or tables to compare.</a:t>
            </a:r>
          </a:p>
          <a:p>
            <a:pPr lvl="0"/>
            <a:r>
              <a:rPr lang="en-US"/>
              <a:t>Lorem ipsum dolor sit amet, consectetuer adipiscing elit. </a:t>
            </a:r>
          </a:p>
          <a:p>
            <a:pPr lvl="0"/>
            <a:r>
              <a:rPr lang="en-US"/>
              <a:t>Nunc viverra imperdiet enim. Fusce est. Vivamus a </a:t>
            </a:r>
            <a:r>
              <a:rPr lang="en-US" err="1"/>
              <a:t>tellus</a:t>
            </a:r>
            <a:r>
              <a:rPr lang="en-US"/>
              <a:t>.</a:t>
            </a:r>
          </a:p>
        </p:txBody>
      </p:sp>
      <p:sp>
        <p:nvSpPr>
          <p:cNvPr id="19" name="Content Placeholder 16">
            <a:extLst>
              <a:ext uri="{FF2B5EF4-FFF2-40B4-BE49-F238E27FC236}">
                <a16:creationId xmlns:a16="http://schemas.microsoft.com/office/drawing/2014/main" id="{49094459-F510-F769-6D75-3371D2F1F90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12432" y="1736016"/>
            <a:ext cx="4480446" cy="3745065"/>
          </a:xfrm>
        </p:spPr>
        <p:txBody>
          <a:bodyPr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1800" b="0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2400"/>
              </a:spcBef>
              <a:buFont typeface="Arial" panose="020B0604020202020204" pitchFamily="34" charset="0"/>
              <a:buNone/>
              <a:defRPr sz="1800" b="0" cap="none" baseline="0">
                <a:solidFill>
                  <a:schemeClr val="accent2"/>
                </a:solidFill>
              </a:defRPr>
            </a:lvl2pPr>
            <a:lvl3pPr marL="0" indent="0">
              <a:spcBef>
                <a:spcPts val="2400"/>
              </a:spcBef>
              <a:buFont typeface="Arial" panose="020B0604020202020204" pitchFamily="34" charset="0"/>
              <a:buNone/>
              <a:defRPr sz="1800" b="0" cap="none" baseline="0">
                <a:solidFill>
                  <a:schemeClr val="accent2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Use the placeholders for simple, impactful comparison statements.</a:t>
            </a:r>
          </a:p>
          <a:p>
            <a:pPr lvl="0"/>
            <a:r>
              <a:rPr lang="en-US"/>
              <a:t>Or, insert charts or tables to compare.</a:t>
            </a:r>
          </a:p>
          <a:p>
            <a:pPr lvl="0"/>
            <a:r>
              <a:rPr lang="en-US"/>
              <a:t>Lorem ipsum dolor sit amet, consectetuer adipiscing elit. </a:t>
            </a:r>
          </a:p>
          <a:p>
            <a:pPr lvl="0"/>
            <a:r>
              <a:rPr lang="en-US"/>
              <a:t>Nunc viverra imperdiet enim. Fusce est. Vivamus a </a:t>
            </a:r>
            <a:r>
              <a:rPr lang="en-US" err="1"/>
              <a:t>tellus</a:t>
            </a:r>
            <a:r>
              <a:rPr lang="en-US"/>
              <a:t>.</a:t>
            </a:r>
          </a:p>
        </p:txBody>
      </p:sp>
      <p:sp>
        <p:nvSpPr>
          <p:cNvPr id="20" name="Date Placeholder 2">
            <a:extLst>
              <a:ext uri="{FF2B5EF4-FFF2-40B4-BE49-F238E27FC236}">
                <a16:creationId xmlns:a16="http://schemas.microsoft.com/office/drawing/2014/main" id="{A0B4D60E-4B1F-F850-AF4A-DC43DF0AA2C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602762" y="6382494"/>
            <a:ext cx="692767" cy="365125"/>
          </a:xfrm>
        </p:spPr>
        <p:txBody>
          <a:bodyPr/>
          <a:lstStyle/>
          <a:p>
            <a:fld id="{B7EB65F7-02F7-4C03-9B5E-0F72A9F540CE}" type="datetime1">
              <a:rPr lang="en-US" smtClean="0"/>
              <a:t>2/23/26</a:t>
            </a:fld>
            <a:endParaRPr lang="en-US"/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4A25224F-1FEC-88A8-76AB-6EF46397212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42900" y="6394105"/>
            <a:ext cx="1025986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16CCCA85-A2C7-AB4C-5AD9-90152F48607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674225" y="5477347"/>
            <a:ext cx="305503" cy="306298"/>
          </a:xfrm>
          <a:ln>
            <a:solidFill>
              <a:schemeClr val="tx1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DC224602-6CA3-5194-15F9-A9502DF281C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808FC5F8-8D51-4901-7B45-922F014AAE1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09582" y="972913"/>
            <a:ext cx="593744" cy="9963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84433B89-B29C-1E07-8C25-ED2219B6621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5733" y="967767"/>
            <a:ext cx="593744" cy="9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3910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pact Three Section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BF4B073-82F6-9846-2580-3A768D4552C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88"/>
            <a:ext cx="12192000" cy="685662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690BCE0-2053-0E84-0396-859BC85ED2EE}"/>
              </a:ext>
            </a:extLst>
          </p:cNvPr>
          <p:cNvSpPr/>
          <p:nvPr userDrawn="1"/>
        </p:nvSpPr>
        <p:spPr>
          <a:xfrm>
            <a:off x="4084092" y="766483"/>
            <a:ext cx="4091313" cy="49041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EC5297-5A3F-6048-C397-E6A2C4972944}"/>
              </a:ext>
            </a:extLst>
          </p:cNvPr>
          <p:cNvSpPr/>
          <p:nvPr userDrawn="1"/>
        </p:nvSpPr>
        <p:spPr>
          <a:xfrm>
            <a:off x="8556686" y="766482"/>
            <a:ext cx="3635313" cy="49041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5415D0-161D-2FA9-814E-1717D8B3054C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invGray">
          <a:xfrm>
            <a:off x="1" y="731520"/>
            <a:ext cx="3805518" cy="49041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E4D3933-A2DC-65E5-07DE-FFECE6A23A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486780" y="2368730"/>
            <a:ext cx="2790466" cy="148530"/>
          </a:xfrm>
        </p:spPr>
        <p:txBody>
          <a:bodyPr anchor="t"/>
          <a:lstStyle>
            <a:lvl1pPr>
              <a:defRPr sz="1050" i="0" cap="none" spc="0" baseline="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Short, concise header</a:t>
            </a:r>
          </a:p>
        </p:txBody>
      </p:sp>
      <p:sp>
        <p:nvSpPr>
          <p:cNvPr id="10" name="Content Placeholder 16">
            <a:extLst>
              <a:ext uri="{FF2B5EF4-FFF2-40B4-BE49-F238E27FC236}">
                <a16:creationId xmlns:a16="http://schemas.microsoft.com/office/drawing/2014/main" id="{7E4FB2E3-95AB-A1B0-B523-643CEC7B420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 bwMode="white">
          <a:xfrm>
            <a:off x="482297" y="2879157"/>
            <a:ext cx="2818831" cy="1240351"/>
          </a:xfrm>
        </p:spPr>
        <p:txBody>
          <a:bodyPr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1800" b="0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Use the placeholders to showcase categories with detail or data highlights</a:t>
            </a:r>
          </a:p>
        </p:txBody>
      </p:sp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A1999C88-0FD2-2DA7-98FC-75C8C22A806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886389" y="2879157"/>
            <a:ext cx="2818831" cy="1240351"/>
          </a:xfrm>
        </p:spPr>
        <p:txBody>
          <a:bodyPr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1800" b="0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Use the placeholders to showcase categories with detail or data highlights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3B141689-E4C4-091F-EEF6-97A9BB7D9D9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890823" y="2368730"/>
            <a:ext cx="2818831" cy="134746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050" b="1" cap="none" baseline="0">
                <a:solidFill>
                  <a:schemeClr val="accent4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00" b="1" cap="all" baseline="0"/>
            </a:lvl2pPr>
            <a:lvl3pPr marL="0" indent="0">
              <a:buFont typeface="Arial" panose="020B0604020202020204" pitchFamily="34" charset="0"/>
              <a:buNone/>
              <a:defRPr sz="1000" b="1" cap="all" baseline="0"/>
            </a:lvl3pPr>
            <a:lvl4pPr marL="0" indent="0">
              <a:buFont typeface="Arial" panose="020B0604020202020204" pitchFamily="34" charset="0"/>
              <a:buNone/>
              <a:defRPr sz="1000" b="1" cap="all" baseline="0"/>
            </a:lvl4pPr>
            <a:lvl5pPr marL="0" indent="0">
              <a:buFont typeface="Arial" panose="020B0604020202020204" pitchFamily="34" charset="0"/>
              <a:buNone/>
              <a:defRPr sz="1000" b="1" cap="all" baseline="0"/>
            </a:lvl5pPr>
          </a:lstStyle>
          <a:p>
            <a:pPr lvl="0"/>
            <a:r>
              <a:rPr lang="en-US"/>
              <a:t>Short, concise header</a:t>
            </a:r>
          </a:p>
        </p:txBody>
      </p:sp>
      <p:sp>
        <p:nvSpPr>
          <p:cNvPr id="15" name="Content Placeholder 16">
            <a:extLst>
              <a:ext uri="{FF2B5EF4-FFF2-40B4-BE49-F238E27FC236}">
                <a16:creationId xmlns:a16="http://schemas.microsoft.com/office/drawing/2014/main" id="{C1897D9F-251D-9A0C-D34A-2A31EE356A7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 bwMode="white">
          <a:xfrm>
            <a:off x="482297" y="1622308"/>
            <a:ext cx="2818831" cy="723508"/>
          </a:xfrm>
        </p:spPr>
        <p:txBody>
          <a:bodyPr anchor="b"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4400" b="1" cap="none" baseline="0">
                <a:solidFill>
                  <a:schemeClr val="accent4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6" name="Content Placeholder 16">
            <a:extLst>
              <a:ext uri="{FF2B5EF4-FFF2-40B4-BE49-F238E27FC236}">
                <a16:creationId xmlns:a16="http://schemas.microsoft.com/office/drawing/2014/main" id="{567144DA-2001-7BA5-928A-781A7F44769F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886389" y="1622308"/>
            <a:ext cx="2818831" cy="723508"/>
          </a:xfrm>
        </p:spPr>
        <p:txBody>
          <a:bodyPr anchor="b"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4400" b="1" cap="none" baseline="0">
                <a:solidFill>
                  <a:schemeClr val="accent4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8" name="Content Placeholder 16">
            <a:extLst>
              <a:ext uri="{FF2B5EF4-FFF2-40B4-BE49-F238E27FC236}">
                <a16:creationId xmlns:a16="http://schemas.microsoft.com/office/drawing/2014/main" id="{5E099429-CA9C-9564-951D-A8258146046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634361" y="2879157"/>
            <a:ext cx="2818831" cy="1240351"/>
          </a:xfrm>
        </p:spPr>
        <p:txBody>
          <a:bodyPr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1800" b="0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Use the placeholders to showcase categories with detail or data highlights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BD3813D0-CBB6-2C2A-EF51-4FF2470953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34361" y="2368730"/>
            <a:ext cx="1989493" cy="134746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050" b="1" cap="none" baseline="0">
                <a:solidFill>
                  <a:schemeClr val="accent4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00" b="1" cap="all" baseline="0"/>
            </a:lvl2pPr>
            <a:lvl3pPr marL="0" indent="0">
              <a:buFont typeface="Arial" panose="020B0604020202020204" pitchFamily="34" charset="0"/>
              <a:buNone/>
              <a:defRPr sz="1000" b="1" cap="all" baseline="0"/>
            </a:lvl3pPr>
            <a:lvl4pPr marL="0" indent="0">
              <a:buFont typeface="Arial" panose="020B0604020202020204" pitchFamily="34" charset="0"/>
              <a:buNone/>
              <a:defRPr sz="1000" b="1" cap="all" baseline="0"/>
            </a:lvl4pPr>
            <a:lvl5pPr marL="0" indent="0">
              <a:buFont typeface="Arial" panose="020B0604020202020204" pitchFamily="34" charset="0"/>
              <a:buNone/>
              <a:defRPr sz="1000" b="1" cap="all" baseline="0"/>
            </a:lvl5pPr>
          </a:lstStyle>
          <a:p>
            <a:pPr lvl="0"/>
            <a:r>
              <a:rPr lang="en-US"/>
              <a:t>Short, concise header</a:t>
            </a:r>
          </a:p>
        </p:txBody>
      </p:sp>
      <p:sp>
        <p:nvSpPr>
          <p:cNvPr id="20" name="Content Placeholder 16">
            <a:extLst>
              <a:ext uri="{FF2B5EF4-FFF2-40B4-BE49-F238E27FC236}">
                <a16:creationId xmlns:a16="http://schemas.microsoft.com/office/drawing/2014/main" id="{4B8A1698-5E5D-E16C-4E96-C57892E0C837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634361" y="1622308"/>
            <a:ext cx="1989493" cy="723508"/>
          </a:xfrm>
        </p:spPr>
        <p:txBody>
          <a:bodyPr anchor="b"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4400" b="1" cap="none" baseline="0">
                <a:solidFill>
                  <a:schemeClr val="accent4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XX%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B59AEC0-8228-7DF9-5E61-BD725271F38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4361" y="1522673"/>
            <a:ext cx="593744" cy="9963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C80CFBF-73AD-8255-D1AC-52766D8A646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2296" y="1522673"/>
            <a:ext cx="593744" cy="99635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8B9C8103-F420-2DA7-A7FD-50BDB4D34A4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54764" y="1522673"/>
            <a:ext cx="593744" cy="99635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EA282987-FC0C-CA4B-839D-C69001DF55A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7FC531-4073-82FA-8B1C-5731114F1D4A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B7EB65F7-02F7-4C03-9B5E-0F72A9F540CE}" type="datetime1">
              <a:rPr lang="en-US" smtClean="0"/>
              <a:pPr/>
              <a:t>2/23/26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23FE9CC2-650C-9517-5E65-904F5FF49E7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0A39336A-5BD8-FB3A-1320-FA37A87BC0F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7152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F5946-6C9B-4EA4-AE93-A7B01A157C5B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797174" y="970772"/>
            <a:ext cx="4453150" cy="1600200"/>
          </a:xfrm>
        </p:spPr>
        <p:txBody>
          <a:bodyPr anchor="b"/>
          <a:lstStyle>
            <a:lvl1pPr>
              <a:defRPr sz="440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Content with Caption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F0041-77FC-4BF9-8586-A5C2EFFCCE9D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797174" y="2836406"/>
            <a:ext cx="4627160" cy="2726857"/>
          </a:xfrm>
        </p:spPr>
        <p:txBody>
          <a:bodyPr/>
          <a:lstStyle>
            <a:lvl1pPr>
              <a:buClr>
                <a:schemeClr val="accent4"/>
              </a:buClr>
              <a:defRPr sz="1600"/>
            </a:lvl1pPr>
            <a:lvl2pPr>
              <a:spcBef>
                <a:spcPts val="500"/>
              </a:spcBef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FDB54C-1858-4207-918E-D18252F0AFB1}"/>
              </a:ext>
            </a:extLst>
          </p:cNvPr>
          <p:cNvSpPr>
            <a:spLocks noGrp="1"/>
          </p:cNvSpPr>
          <p:nvPr userDrawn="1">
            <p:ph type="body" sz="half" idx="2" hasCustomPrompt="1"/>
          </p:nvPr>
        </p:nvSpPr>
        <p:spPr>
          <a:xfrm>
            <a:off x="6221508" y="1503127"/>
            <a:ext cx="4941708" cy="3215568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 cap="none" spc="0" baseline="0">
                <a:solidFill>
                  <a:schemeClr val="accent4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A punchy callout</a:t>
            </a:r>
            <a:br>
              <a:rPr lang="en-US"/>
            </a:br>
            <a:r>
              <a:rPr lang="en-US"/>
              <a:t>here to add visual impact.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38970-FAD6-429C-AC16-C5086F6EFA3F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141626D5-1C9F-41BC-98D1-440026FFA664}" type="datetime1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837E6D-BA60-432D-8761-85066714E07C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796D2-2224-4806-B254-DD2EDFC38195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6344645-9AF0-407C-B7FD-D98F3648AF6E}"/>
              </a:ext>
            </a:extLst>
          </p:cNvPr>
          <p:cNvSpPr/>
          <p:nvPr userDrawn="1"/>
        </p:nvSpPr>
        <p:spPr>
          <a:xfrm>
            <a:off x="15200015" y="1011086"/>
            <a:ext cx="25276" cy="1481"/>
          </a:xfrm>
          <a:custGeom>
            <a:avLst/>
            <a:gdLst>
              <a:gd name="connsiteX0" fmla="*/ 16254 w 25276"/>
              <a:gd name="connsiteY0" fmla="*/ -572 h 1481"/>
              <a:gd name="connsiteX1" fmla="*/ 14378 w 25276"/>
              <a:gd name="connsiteY1" fmla="*/ 909 h 1481"/>
              <a:gd name="connsiteX2" fmla="*/ 39655 w 25276"/>
              <a:gd name="connsiteY2" fmla="*/ -572 h 1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276" h="1481">
                <a:moveTo>
                  <a:pt x="16254" y="-572"/>
                </a:moveTo>
                <a:cubicBezTo>
                  <a:pt x="15625" y="-82"/>
                  <a:pt x="15007" y="419"/>
                  <a:pt x="14378" y="909"/>
                </a:cubicBezTo>
                <a:cubicBezTo>
                  <a:pt x="22818" y="494"/>
                  <a:pt x="31244" y="0"/>
                  <a:pt x="39655" y="-572"/>
                </a:cubicBezTo>
                <a:close/>
              </a:path>
            </a:pathLst>
          </a:custGeom>
          <a:solidFill>
            <a:srgbClr val="1A1D54"/>
          </a:solidFill>
          <a:ln w="55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BA5593-A016-57E4-EB26-180E3F5F2D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28852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mple Title and Text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A9C61D-9E7D-3E0C-5D3B-DEC3A560C365}"/>
              </a:ext>
            </a:extLst>
          </p:cNvPr>
          <p:cNvSpPr/>
          <p:nvPr userDrawn="1"/>
        </p:nvSpPr>
        <p:spPr>
          <a:xfrm>
            <a:off x="722489" y="752798"/>
            <a:ext cx="11469511" cy="61158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8526" y="2460663"/>
            <a:ext cx="3614593" cy="2006284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Simple Title and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445D6-5ADC-4843-8D7E-04C5B3DA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04963-5C48-4A20-B6E4-936A3248B6D6}" type="datetime1">
              <a:rPr lang="en-US" smtClean="0"/>
              <a:t>2/23/26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DC89B-4068-48CC-854E-8194F9455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0835" y="6394105"/>
            <a:ext cx="96939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66F4F-6CDA-49B4-ABC2-47547186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1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3856" y="999455"/>
            <a:ext cx="6259364" cy="4859089"/>
          </a:xfrm>
        </p:spPr>
        <p:txBody>
          <a:bodyPr anchor="ctr"/>
          <a:lstStyle>
            <a:lvl1pPr>
              <a:buClr>
                <a:schemeClr val="accent3"/>
              </a:buClr>
              <a:defRPr>
                <a:solidFill>
                  <a:schemeClr val="tx1"/>
                </a:solidFill>
              </a:defRPr>
            </a:lvl1pPr>
            <a:lvl2pPr>
              <a:spcBef>
                <a:spcPts val="500"/>
              </a:spcBef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47E555F-0D85-4723-A517-43C422829B5D}"/>
              </a:ext>
            </a:extLst>
          </p:cNvPr>
          <p:cNvGrpSpPr/>
          <p:nvPr userDrawn="1"/>
        </p:nvGrpSpPr>
        <p:grpSpPr>
          <a:xfrm>
            <a:off x="11719136" y="5836046"/>
            <a:ext cx="242400" cy="912229"/>
            <a:chOff x="11719136" y="5836046"/>
            <a:chExt cx="242400" cy="912229"/>
          </a:xfrm>
          <a:solidFill>
            <a:schemeClr val="tx1"/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D3CDFC5-BA44-4467-B5AE-AFC3588EE604}"/>
                </a:ext>
              </a:extLst>
            </p:cNvPr>
            <p:cNvGrpSpPr/>
            <p:nvPr userDrawn="1"/>
          </p:nvGrpSpPr>
          <p:grpSpPr>
            <a:xfrm>
              <a:off x="11742577" y="5836046"/>
              <a:ext cx="183640" cy="668800"/>
              <a:chOff x="11742577" y="5836046"/>
              <a:chExt cx="183640" cy="668800"/>
            </a:xfrm>
            <a:grpFill/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9F852FCB-CE46-4141-8584-7A33EC8EE2DF}"/>
                  </a:ext>
                </a:extLst>
              </p:cNvPr>
              <p:cNvSpPr/>
              <p:nvPr/>
            </p:nvSpPr>
            <p:spPr>
              <a:xfrm rot="16200000">
                <a:off x="11842762" y="6422473"/>
                <a:ext cx="86464" cy="78281"/>
              </a:xfrm>
              <a:custGeom>
                <a:avLst/>
                <a:gdLst>
                  <a:gd name="connsiteX0" fmla="*/ 0 w 86464"/>
                  <a:gd name="connsiteY0" fmla="*/ 16616 h 78281"/>
                  <a:gd name="connsiteX1" fmla="*/ 0 w 86464"/>
                  <a:gd name="connsiteY1" fmla="*/ 78282 h 78281"/>
                  <a:gd name="connsiteX2" fmla="*/ 19400 w 86464"/>
                  <a:gd name="connsiteY2" fmla="*/ 78282 h 78281"/>
                  <a:gd name="connsiteX3" fmla="*/ 19400 w 86464"/>
                  <a:gd name="connsiteY3" fmla="*/ 48949 h 78281"/>
                  <a:gd name="connsiteX4" fmla="*/ 86465 w 86464"/>
                  <a:gd name="connsiteY4" fmla="*/ 48949 h 78281"/>
                  <a:gd name="connsiteX5" fmla="*/ 86465 w 86464"/>
                  <a:gd name="connsiteY5" fmla="*/ 29549 h 78281"/>
                  <a:gd name="connsiteX6" fmla="*/ 19400 w 86464"/>
                  <a:gd name="connsiteY6" fmla="*/ 29549 h 78281"/>
                  <a:gd name="connsiteX7" fmla="*/ 19400 w 86464"/>
                  <a:gd name="connsiteY7" fmla="*/ 22516 h 78281"/>
                  <a:gd name="connsiteX8" fmla="*/ 22516 w 86464"/>
                  <a:gd name="connsiteY8" fmla="*/ 19383 h 78281"/>
                  <a:gd name="connsiteX9" fmla="*/ 86465 w 86464"/>
                  <a:gd name="connsiteY9" fmla="*/ 19383 h 78281"/>
                  <a:gd name="connsiteX10" fmla="*/ 86465 w 86464"/>
                  <a:gd name="connsiteY10" fmla="*/ 0 h 78281"/>
                  <a:gd name="connsiteX11" fmla="*/ 16566 w 86464"/>
                  <a:gd name="connsiteY11" fmla="*/ 0 h 78281"/>
                  <a:gd name="connsiteX12" fmla="*/ 0 w 86464"/>
                  <a:gd name="connsiteY12" fmla="*/ 16616 h 78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464" h="78281">
                    <a:moveTo>
                      <a:pt x="0" y="16616"/>
                    </a:moveTo>
                    <a:lnTo>
                      <a:pt x="0" y="78282"/>
                    </a:lnTo>
                    <a:lnTo>
                      <a:pt x="19400" y="78282"/>
                    </a:lnTo>
                    <a:lnTo>
                      <a:pt x="19400" y="48949"/>
                    </a:lnTo>
                    <a:lnTo>
                      <a:pt x="86465" y="48949"/>
                    </a:lnTo>
                    <a:lnTo>
                      <a:pt x="86465" y="29549"/>
                    </a:lnTo>
                    <a:lnTo>
                      <a:pt x="19400" y="29549"/>
                    </a:lnTo>
                    <a:lnTo>
                      <a:pt x="19400" y="22516"/>
                    </a:lnTo>
                    <a:cubicBezTo>
                      <a:pt x="19400" y="20792"/>
                      <a:pt x="20793" y="19392"/>
                      <a:pt x="22516" y="19383"/>
                    </a:cubicBezTo>
                    <a:lnTo>
                      <a:pt x="86465" y="19383"/>
                    </a:lnTo>
                    <a:lnTo>
                      <a:pt x="86465" y="0"/>
                    </a:lnTo>
                    <a:lnTo>
                      <a:pt x="16566" y="0"/>
                    </a:lnTo>
                    <a:cubicBezTo>
                      <a:pt x="7420" y="55"/>
                      <a:pt x="27" y="7470"/>
                      <a:pt x="0" y="16616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03822D02-28B3-4B18-A15A-906975B5FCC9}"/>
                  </a:ext>
                </a:extLst>
              </p:cNvPr>
              <p:cNvSpPr/>
              <p:nvPr/>
            </p:nvSpPr>
            <p:spPr>
              <a:xfrm rot="16200000">
                <a:off x="11876278" y="6351541"/>
                <a:ext cx="19399" cy="78248"/>
              </a:xfrm>
              <a:custGeom>
                <a:avLst/>
                <a:gdLst>
                  <a:gd name="connsiteX0" fmla="*/ 0 w 19399"/>
                  <a:gd name="connsiteY0" fmla="*/ 0 h 78248"/>
                  <a:gd name="connsiteX1" fmla="*/ 19400 w 19399"/>
                  <a:gd name="connsiteY1" fmla="*/ 0 h 78248"/>
                  <a:gd name="connsiteX2" fmla="*/ 19400 w 19399"/>
                  <a:gd name="connsiteY2" fmla="*/ 78248 h 78248"/>
                  <a:gd name="connsiteX3" fmla="*/ 0 w 19399"/>
                  <a:gd name="connsiteY3" fmla="*/ 78248 h 78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399" h="78248">
                    <a:moveTo>
                      <a:pt x="0" y="0"/>
                    </a:moveTo>
                    <a:lnTo>
                      <a:pt x="19400" y="0"/>
                    </a:lnTo>
                    <a:lnTo>
                      <a:pt x="19400" y="78248"/>
                    </a:lnTo>
                    <a:lnTo>
                      <a:pt x="0" y="78248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196F58A7-A506-424F-8369-192906B366D3}"/>
                  </a:ext>
                </a:extLst>
              </p:cNvPr>
              <p:cNvSpPr/>
              <p:nvPr/>
            </p:nvSpPr>
            <p:spPr>
              <a:xfrm rot="16200000">
                <a:off x="11844470" y="6285084"/>
                <a:ext cx="82998" cy="78231"/>
              </a:xfrm>
              <a:custGeom>
                <a:avLst/>
                <a:gdLst>
                  <a:gd name="connsiteX0" fmla="*/ 0 w 82998"/>
                  <a:gd name="connsiteY0" fmla="*/ 19383 h 78231"/>
                  <a:gd name="connsiteX1" fmla="*/ 32266 w 82998"/>
                  <a:gd name="connsiteY1" fmla="*/ 19383 h 78231"/>
                  <a:gd name="connsiteX2" fmla="*/ 32266 w 82998"/>
                  <a:gd name="connsiteY2" fmla="*/ 78232 h 78231"/>
                  <a:gd name="connsiteX3" fmla="*/ 32416 w 82998"/>
                  <a:gd name="connsiteY3" fmla="*/ 78232 h 78231"/>
                  <a:gd name="connsiteX4" fmla="*/ 51665 w 82998"/>
                  <a:gd name="connsiteY4" fmla="*/ 78232 h 78231"/>
                  <a:gd name="connsiteX5" fmla="*/ 51815 w 82998"/>
                  <a:gd name="connsiteY5" fmla="*/ 78232 h 78231"/>
                  <a:gd name="connsiteX6" fmla="*/ 51815 w 82998"/>
                  <a:gd name="connsiteY6" fmla="*/ 19383 h 78231"/>
                  <a:gd name="connsiteX7" fmla="*/ 82998 w 82998"/>
                  <a:gd name="connsiteY7" fmla="*/ 19383 h 78231"/>
                  <a:gd name="connsiteX8" fmla="*/ 82998 w 82998"/>
                  <a:gd name="connsiteY8" fmla="*/ 0 h 78231"/>
                  <a:gd name="connsiteX9" fmla="*/ 0 w 82998"/>
                  <a:gd name="connsiteY9" fmla="*/ 0 h 78231"/>
                  <a:gd name="connsiteX10" fmla="*/ 0 w 82998"/>
                  <a:gd name="connsiteY10" fmla="*/ 19383 h 782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2998" h="78231">
                    <a:moveTo>
                      <a:pt x="0" y="19383"/>
                    </a:moveTo>
                    <a:lnTo>
                      <a:pt x="32266" y="19383"/>
                    </a:lnTo>
                    <a:lnTo>
                      <a:pt x="32266" y="78232"/>
                    </a:lnTo>
                    <a:lnTo>
                      <a:pt x="32416" y="78232"/>
                    </a:lnTo>
                    <a:lnTo>
                      <a:pt x="51665" y="78232"/>
                    </a:lnTo>
                    <a:lnTo>
                      <a:pt x="51815" y="78232"/>
                    </a:lnTo>
                    <a:lnTo>
                      <a:pt x="51815" y="19383"/>
                    </a:lnTo>
                    <a:lnTo>
                      <a:pt x="82998" y="19383"/>
                    </a:lnTo>
                    <a:lnTo>
                      <a:pt x="82998" y="0"/>
                    </a:lnTo>
                    <a:lnTo>
                      <a:pt x="0" y="0"/>
                    </a:lnTo>
                    <a:lnTo>
                      <a:pt x="0" y="19383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DF039984-AA97-4D54-A531-C3FE90D75554}"/>
                  </a:ext>
                </a:extLst>
              </p:cNvPr>
              <p:cNvSpPr/>
              <p:nvPr/>
            </p:nvSpPr>
            <p:spPr>
              <a:xfrm rot="16200000">
                <a:off x="11740880" y="6121297"/>
                <a:ext cx="82998" cy="78314"/>
              </a:xfrm>
              <a:custGeom>
                <a:avLst/>
                <a:gdLst>
                  <a:gd name="connsiteX0" fmla="*/ 51799 w 82998"/>
                  <a:gd name="connsiteY0" fmla="*/ 19383 h 78314"/>
                  <a:gd name="connsiteX1" fmla="*/ 82998 w 82998"/>
                  <a:gd name="connsiteY1" fmla="*/ 19383 h 78314"/>
                  <a:gd name="connsiteX2" fmla="*/ 82998 w 82998"/>
                  <a:gd name="connsiteY2" fmla="*/ 0 h 78314"/>
                  <a:gd name="connsiteX3" fmla="*/ 0 w 82998"/>
                  <a:gd name="connsiteY3" fmla="*/ 0 h 78314"/>
                  <a:gd name="connsiteX4" fmla="*/ 0 w 82998"/>
                  <a:gd name="connsiteY4" fmla="*/ 19383 h 78314"/>
                  <a:gd name="connsiteX5" fmla="*/ 32266 w 82998"/>
                  <a:gd name="connsiteY5" fmla="*/ 19383 h 78314"/>
                  <a:gd name="connsiteX6" fmla="*/ 32266 w 82998"/>
                  <a:gd name="connsiteY6" fmla="*/ 78315 h 78314"/>
                  <a:gd name="connsiteX7" fmla="*/ 32399 w 82998"/>
                  <a:gd name="connsiteY7" fmla="*/ 78315 h 78314"/>
                  <a:gd name="connsiteX8" fmla="*/ 51799 w 82998"/>
                  <a:gd name="connsiteY8" fmla="*/ 78315 h 78314"/>
                  <a:gd name="connsiteX9" fmla="*/ 51799 w 82998"/>
                  <a:gd name="connsiteY9" fmla="*/ 19383 h 78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2998" h="78314">
                    <a:moveTo>
                      <a:pt x="51799" y="19383"/>
                    </a:moveTo>
                    <a:lnTo>
                      <a:pt x="82998" y="19383"/>
                    </a:lnTo>
                    <a:lnTo>
                      <a:pt x="82998" y="0"/>
                    </a:lnTo>
                    <a:lnTo>
                      <a:pt x="0" y="0"/>
                    </a:lnTo>
                    <a:lnTo>
                      <a:pt x="0" y="19383"/>
                    </a:lnTo>
                    <a:lnTo>
                      <a:pt x="32266" y="19383"/>
                    </a:lnTo>
                    <a:lnTo>
                      <a:pt x="32266" y="78315"/>
                    </a:lnTo>
                    <a:lnTo>
                      <a:pt x="32399" y="78315"/>
                    </a:lnTo>
                    <a:lnTo>
                      <a:pt x="51799" y="78315"/>
                    </a:lnTo>
                    <a:lnTo>
                      <a:pt x="51799" y="19383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F62E2389-961E-4B08-B1DE-BC15695B04E7}"/>
                  </a:ext>
                </a:extLst>
              </p:cNvPr>
              <p:cNvSpPr/>
              <p:nvPr/>
            </p:nvSpPr>
            <p:spPr>
              <a:xfrm rot="16200000">
                <a:off x="11736724" y="6314672"/>
                <a:ext cx="91639" cy="79854"/>
              </a:xfrm>
              <a:custGeom>
                <a:avLst/>
                <a:gdLst>
                  <a:gd name="connsiteX0" fmla="*/ 75469 w 91639"/>
                  <a:gd name="connsiteY0" fmla="*/ 79855 h 79854"/>
                  <a:gd name="connsiteX1" fmla="*/ 83219 w 91639"/>
                  <a:gd name="connsiteY1" fmla="*/ 77871 h 79854"/>
                  <a:gd name="connsiteX2" fmla="*/ 91635 w 91639"/>
                  <a:gd name="connsiteY2" fmla="*/ 63038 h 79854"/>
                  <a:gd name="connsiteX3" fmla="*/ 91635 w 91639"/>
                  <a:gd name="connsiteY3" fmla="*/ 607 h 79854"/>
                  <a:gd name="connsiteX4" fmla="*/ 72136 w 91639"/>
                  <a:gd name="connsiteY4" fmla="*/ 607 h 79854"/>
                  <a:gd name="connsiteX5" fmla="*/ 72136 w 91639"/>
                  <a:gd name="connsiteY5" fmla="*/ 55022 h 79854"/>
                  <a:gd name="connsiteX6" fmla="*/ 27970 w 91639"/>
                  <a:gd name="connsiteY6" fmla="*/ 5173 h 79854"/>
                  <a:gd name="connsiteX7" fmla="*/ 27570 w 91639"/>
                  <a:gd name="connsiteY7" fmla="*/ 4740 h 79854"/>
                  <a:gd name="connsiteX8" fmla="*/ 5721 w 91639"/>
                  <a:gd name="connsiteY8" fmla="*/ 3790 h 79854"/>
                  <a:gd name="connsiteX9" fmla="*/ 4 w 91639"/>
                  <a:gd name="connsiteY9" fmla="*/ 16656 h 79854"/>
                  <a:gd name="connsiteX10" fmla="*/ 4 w 91639"/>
                  <a:gd name="connsiteY10" fmla="*/ 78921 h 79854"/>
                  <a:gd name="connsiteX11" fmla="*/ 19404 w 91639"/>
                  <a:gd name="connsiteY11" fmla="*/ 78921 h 79854"/>
                  <a:gd name="connsiteX12" fmla="*/ 19404 w 91639"/>
                  <a:gd name="connsiteY12" fmla="*/ 24756 h 79854"/>
                  <a:gd name="connsiteX13" fmla="*/ 63969 w 91639"/>
                  <a:gd name="connsiteY13" fmla="*/ 75038 h 79854"/>
                  <a:gd name="connsiteX14" fmla="*/ 75469 w 91639"/>
                  <a:gd name="connsiteY14" fmla="*/ 79855 h 798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1639" h="79854">
                    <a:moveTo>
                      <a:pt x="75469" y="79855"/>
                    </a:moveTo>
                    <a:cubicBezTo>
                      <a:pt x="78177" y="79852"/>
                      <a:pt x="80842" y="79170"/>
                      <a:pt x="83219" y="77871"/>
                    </a:cubicBezTo>
                    <a:cubicBezTo>
                      <a:pt x="88534" y="74846"/>
                      <a:pt x="91764" y="69152"/>
                      <a:pt x="91635" y="63038"/>
                    </a:cubicBezTo>
                    <a:lnTo>
                      <a:pt x="91635" y="607"/>
                    </a:lnTo>
                    <a:lnTo>
                      <a:pt x="72136" y="607"/>
                    </a:lnTo>
                    <a:lnTo>
                      <a:pt x="72136" y="55022"/>
                    </a:lnTo>
                    <a:lnTo>
                      <a:pt x="27970" y="5173"/>
                    </a:lnTo>
                    <a:lnTo>
                      <a:pt x="27570" y="4740"/>
                    </a:lnTo>
                    <a:cubicBezTo>
                      <a:pt x="21635" y="-1195"/>
                      <a:pt x="12149" y="-1607"/>
                      <a:pt x="5721" y="3790"/>
                    </a:cubicBezTo>
                    <a:cubicBezTo>
                      <a:pt x="1989" y="7010"/>
                      <a:pt x="-107" y="11729"/>
                      <a:pt x="4" y="16656"/>
                    </a:cubicBezTo>
                    <a:lnTo>
                      <a:pt x="4" y="78921"/>
                    </a:lnTo>
                    <a:lnTo>
                      <a:pt x="19404" y="78921"/>
                    </a:lnTo>
                    <a:lnTo>
                      <a:pt x="19404" y="24756"/>
                    </a:lnTo>
                    <a:lnTo>
                      <a:pt x="63969" y="75038"/>
                    </a:lnTo>
                    <a:cubicBezTo>
                      <a:pt x="67004" y="78117"/>
                      <a:pt x="71146" y="79851"/>
                      <a:pt x="75469" y="79855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7D406465-38D1-4E50-B13D-8F4966CFDA16}"/>
                  </a:ext>
                </a:extLst>
              </p:cNvPr>
              <p:cNvSpPr/>
              <p:nvPr/>
            </p:nvSpPr>
            <p:spPr>
              <a:xfrm rot="16200000">
                <a:off x="11840565" y="6181884"/>
                <a:ext cx="91533" cy="79771"/>
              </a:xfrm>
              <a:custGeom>
                <a:avLst/>
                <a:gdLst>
                  <a:gd name="connsiteX0" fmla="*/ 72133 w 91533"/>
                  <a:gd name="connsiteY0" fmla="*/ 55022 h 79771"/>
                  <a:gd name="connsiteX1" fmla="*/ 27967 w 91533"/>
                  <a:gd name="connsiteY1" fmla="*/ 5173 h 79771"/>
                  <a:gd name="connsiteX2" fmla="*/ 27550 w 91533"/>
                  <a:gd name="connsiteY2" fmla="*/ 4740 h 79771"/>
                  <a:gd name="connsiteX3" fmla="*/ 8884 w 91533"/>
                  <a:gd name="connsiteY3" fmla="*/ 1740 h 79771"/>
                  <a:gd name="connsiteX4" fmla="*/ 1 w 91533"/>
                  <a:gd name="connsiteY4" fmla="*/ 16573 h 79771"/>
                  <a:gd name="connsiteX5" fmla="*/ 1 w 91533"/>
                  <a:gd name="connsiteY5" fmla="*/ 78638 h 79771"/>
                  <a:gd name="connsiteX6" fmla="*/ 19401 w 91533"/>
                  <a:gd name="connsiteY6" fmla="*/ 78638 h 79771"/>
                  <a:gd name="connsiteX7" fmla="*/ 19401 w 91533"/>
                  <a:gd name="connsiteY7" fmla="*/ 24756 h 79771"/>
                  <a:gd name="connsiteX8" fmla="*/ 63966 w 91533"/>
                  <a:gd name="connsiteY8" fmla="*/ 75039 h 79771"/>
                  <a:gd name="connsiteX9" fmla="*/ 83599 w 91533"/>
                  <a:gd name="connsiteY9" fmla="*/ 77522 h 79771"/>
                  <a:gd name="connsiteX10" fmla="*/ 91532 w 91533"/>
                  <a:gd name="connsiteY10" fmla="*/ 63222 h 79771"/>
                  <a:gd name="connsiteX11" fmla="*/ 91532 w 91533"/>
                  <a:gd name="connsiteY11" fmla="*/ 590 h 79771"/>
                  <a:gd name="connsiteX12" fmla="*/ 72133 w 91533"/>
                  <a:gd name="connsiteY12" fmla="*/ 590 h 79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1533" h="79771">
                    <a:moveTo>
                      <a:pt x="72133" y="55022"/>
                    </a:moveTo>
                    <a:lnTo>
                      <a:pt x="27967" y="5173"/>
                    </a:lnTo>
                    <a:lnTo>
                      <a:pt x="27550" y="4740"/>
                    </a:lnTo>
                    <a:cubicBezTo>
                      <a:pt x="22637" y="-202"/>
                      <a:pt x="15099" y="-1414"/>
                      <a:pt x="8884" y="1740"/>
                    </a:cubicBezTo>
                    <a:cubicBezTo>
                      <a:pt x="3364" y="4616"/>
                      <a:pt x="-69" y="10350"/>
                      <a:pt x="1" y="16573"/>
                    </a:cubicBezTo>
                    <a:lnTo>
                      <a:pt x="1" y="78638"/>
                    </a:lnTo>
                    <a:lnTo>
                      <a:pt x="19401" y="78638"/>
                    </a:lnTo>
                    <a:lnTo>
                      <a:pt x="19401" y="24756"/>
                    </a:lnTo>
                    <a:lnTo>
                      <a:pt x="63966" y="75039"/>
                    </a:lnTo>
                    <a:cubicBezTo>
                      <a:pt x="69174" y="80253"/>
                      <a:pt x="77256" y="81277"/>
                      <a:pt x="83599" y="77522"/>
                    </a:cubicBezTo>
                    <a:cubicBezTo>
                      <a:pt x="88589" y="74495"/>
                      <a:pt x="91606" y="69057"/>
                      <a:pt x="91532" y="63222"/>
                    </a:cubicBezTo>
                    <a:lnTo>
                      <a:pt x="91532" y="590"/>
                    </a:lnTo>
                    <a:lnTo>
                      <a:pt x="72133" y="590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4F231A-F7C7-4721-B2EB-1572666A9505}"/>
                  </a:ext>
                </a:extLst>
              </p:cNvPr>
              <p:cNvSpPr/>
              <p:nvPr/>
            </p:nvSpPr>
            <p:spPr>
              <a:xfrm rot="16200000">
                <a:off x="11838871" y="5968459"/>
                <a:ext cx="94297" cy="78364"/>
              </a:xfrm>
              <a:custGeom>
                <a:avLst/>
                <a:gdLst>
                  <a:gd name="connsiteX0" fmla="*/ 69832 w 94297"/>
                  <a:gd name="connsiteY0" fmla="*/ 29466 h 78364"/>
                  <a:gd name="connsiteX1" fmla="*/ 24233 w 94297"/>
                  <a:gd name="connsiteY1" fmla="*/ 29466 h 78364"/>
                  <a:gd name="connsiteX2" fmla="*/ 19233 w 94297"/>
                  <a:gd name="connsiteY2" fmla="*/ 24466 h 78364"/>
                  <a:gd name="connsiteX3" fmla="*/ 24233 w 94297"/>
                  <a:gd name="connsiteY3" fmla="*/ 19466 h 78364"/>
                  <a:gd name="connsiteX4" fmla="*/ 90248 w 94297"/>
                  <a:gd name="connsiteY4" fmla="*/ 19466 h 78364"/>
                  <a:gd name="connsiteX5" fmla="*/ 90248 w 94297"/>
                  <a:gd name="connsiteY5" fmla="*/ 0 h 78364"/>
                  <a:gd name="connsiteX6" fmla="*/ 24466 w 94297"/>
                  <a:gd name="connsiteY6" fmla="*/ 0 h 78364"/>
                  <a:gd name="connsiteX7" fmla="*/ 0 w 94297"/>
                  <a:gd name="connsiteY7" fmla="*/ 24466 h 78364"/>
                  <a:gd name="connsiteX8" fmla="*/ 0 w 94297"/>
                  <a:gd name="connsiteY8" fmla="*/ 24583 h 78364"/>
                  <a:gd name="connsiteX9" fmla="*/ 24249 w 94297"/>
                  <a:gd name="connsiteY9" fmla="*/ 48966 h 78364"/>
                  <a:gd name="connsiteX10" fmla="*/ 24299 w 94297"/>
                  <a:gd name="connsiteY10" fmla="*/ 48966 h 78364"/>
                  <a:gd name="connsiteX11" fmla="*/ 69932 w 94297"/>
                  <a:gd name="connsiteY11" fmla="*/ 48966 h 78364"/>
                  <a:gd name="connsiteX12" fmla="*/ 74932 w 94297"/>
                  <a:gd name="connsiteY12" fmla="*/ 53965 h 78364"/>
                  <a:gd name="connsiteX13" fmla="*/ 69932 w 94297"/>
                  <a:gd name="connsiteY13" fmla="*/ 58965 h 78364"/>
                  <a:gd name="connsiteX14" fmla="*/ 3267 w 94297"/>
                  <a:gd name="connsiteY14" fmla="*/ 58965 h 78364"/>
                  <a:gd name="connsiteX15" fmla="*/ 3267 w 94297"/>
                  <a:gd name="connsiteY15" fmla="*/ 78365 h 78364"/>
                  <a:gd name="connsiteX16" fmla="*/ 69832 w 94297"/>
                  <a:gd name="connsiteY16" fmla="*/ 78365 h 78364"/>
                  <a:gd name="connsiteX17" fmla="*/ 94298 w 94297"/>
                  <a:gd name="connsiteY17" fmla="*/ 53999 h 78364"/>
                  <a:gd name="connsiteX18" fmla="*/ 94298 w 94297"/>
                  <a:gd name="connsiteY18" fmla="*/ 53965 h 78364"/>
                  <a:gd name="connsiteX19" fmla="*/ 94298 w 94297"/>
                  <a:gd name="connsiteY19" fmla="*/ 53965 h 78364"/>
                  <a:gd name="connsiteX20" fmla="*/ 69832 w 94297"/>
                  <a:gd name="connsiteY20" fmla="*/ 29466 h 783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4297" h="78364">
                    <a:moveTo>
                      <a:pt x="69832" y="29466"/>
                    </a:moveTo>
                    <a:lnTo>
                      <a:pt x="24233" y="29466"/>
                    </a:lnTo>
                    <a:cubicBezTo>
                      <a:pt x="21471" y="29466"/>
                      <a:pt x="19233" y="27228"/>
                      <a:pt x="19233" y="24466"/>
                    </a:cubicBezTo>
                    <a:cubicBezTo>
                      <a:pt x="19233" y="21705"/>
                      <a:pt x="21471" y="19466"/>
                      <a:pt x="24233" y="19466"/>
                    </a:cubicBezTo>
                    <a:lnTo>
                      <a:pt x="90248" y="19466"/>
                    </a:lnTo>
                    <a:lnTo>
                      <a:pt x="90248" y="0"/>
                    </a:lnTo>
                    <a:lnTo>
                      <a:pt x="24466" y="0"/>
                    </a:lnTo>
                    <a:cubicBezTo>
                      <a:pt x="10970" y="37"/>
                      <a:pt x="37" y="10969"/>
                      <a:pt x="0" y="24466"/>
                    </a:cubicBezTo>
                    <a:lnTo>
                      <a:pt x="0" y="24583"/>
                    </a:lnTo>
                    <a:cubicBezTo>
                      <a:pt x="-37" y="38012"/>
                      <a:pt x="10820" y="48929"/>
                      <a:pt x="24249" y="48966"/>
                    </a:cubicBezTo>
                    <a:cubicBezTo>
                      <a:pt x="24266" y="48966"/>
                      <a:pt x="24283" y="48966"/>
                      <a:pt x="24299" y="48966"/>
                    </a:cubicBezTo>
                    <a:lnTo>
                      <a:pt x="69932" y="48966"/>
                    </a:lnTo>
                    <a:cubicBezTo>
                      <a:pt x="72693" y="48966"/>
                      <a:pt x="74932" y="51204"/>
                      <a:pt x="74932" y="53965"/>
                    </a:cubicBezTo>
                    <a:cubicBezTo>
                      <a:pt x="74932" y="56727"/>
                      <a:pt x="72693" y="58965"/>
                      <a:pt x="69932" y="58965"/>
                    </a:cubicBezTo>
                    <a:lnTo>
                      <a:pt x="3267" y="58965"/>
                    </a:lnTo>
                    <a:lnTo>
                      <a:pt x="3267" y="78365"/>
                    </a:lnTo>
                    <a:lnTo>
                      <a:pt x="69832" y="78365"/>
                    </a:lnTo>
                    <a:cubicBezTo>
                      <a:pt x="83316" y="78393"/>
                      <a:pt x="94270" y="67483"/>
                      <a:pt x="94298" y="53999"/>
                    </a:cubicBezTo>
                    <a:cubicBezTo>
                      <a:pt x="94298" y="53987"/>
                      <a:pt x="94298" y="53977"/>
                      <a:pt x="94298" y="53965"/>
                    </a:cubicBezTo>
                    <a:lnTo>
                      <a:pt x="94298" y="53965"/>
                    </a:lnTo>
                    <a:cubicBezTo>
                      <a:pt x="94288" y="40451"/>
                      <a:pt x="83345" y="29493"/>
                      <a:pt x="69832" y="29466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5D050063-EE48-4966-9A74-A2586B586A30}"/>
                  </a:ext>
                </a:extLst>
              </p:cNvPr>
              <p:cNvSpPr/>
              <p:nvPr/>
            </p:nvSpPr>
            <p:spPr>
              <a:xfrm rot="16200000">
                <a:off x="11738914" y="5861336"/>
                <a:ext cx="86931" cy="78314"/>
              </a:xfrm>
              <a:custGeom>
                <a:avLst/>
                <a:gdLst>
                  <a:gd name="connsiteX0" fmla="*/ 16666 w 86931"/>
                  <a:gd name="connsiteY0" fmla="*/ 78315 h 78314"/>
                  <a:gd name="connsiteX1" fmla="*/ 86931 w 86931"/>
                  <a:gd name="connsiteY1" fmla="*/ 78315 h 78314"/>
                  <a:gd name="connsiteX2" fmla="*/ 86931 w 86931"/>
                  <a:gd name="connsiteY2" fmla="*/ 58915 h 78314"/>
                  <a:gd name="connsiteX3" fmla="*/ 22566 w 86931"/>
                  <a:gd name="connsiteY3" fmla="*/ 58915 h 78314"/>
                  <a:gd name="connsiteX4" fmla="*/ 19433 w 86931"/>
                  <a:gd name="connsiteY4" fmla="*/ 55799 h 78314"/>
                  <a:gd name="connsiteX5" fmla="*/ 19433 w 86931"/>
                  <a:gd name="connsiteY5" fmla="*/ 48849 h 78314"/>
                  <a:gd name="connsiteX6" fmla="*/ 86931 w 86931"/>
                  <a:gd name="connsiteY6" fmla="*/ 48849 h 78314"/>
                  <a:gd name="connsiteX7" fmla="*/ 86931 w 86931"/>
                  <a:gd name="connsiteY7" fmla="*/ 29449 h 78314"/>
                  <a:gd name="connsiteX8" fmla="*/ 19433 w 86931"/>
                  <a:gd name="connsiteY8" fmla="*/ 29449 h 78314"/>
                  <a:gd name="connsiteX9" fmla="*/ 19433 w 86931"/>
                  <a:gd name="connsiteY9" fmla="*/ 22583 h 78314"/>
                  <a:gd name="connsiteX10" fmla="*/ 22566 w 86931"/>
                  <a:gd name="connsiteY10" fmla="*/ 19450 h 78314"/>
                  <a:gd name="connsiteX11" fmla="*/ 86931 w 86931"/>
                  <a:gd name="connsiteY11" fmla="*/ 19450 h 78314"/>
                  <a:gd name="connsiteX12" fmla="*/ 86931 w 86931"/>
                  <a:gd name="connsiteY12" fmla="*/ 0 h 78314"/>
                  <a:gd name="connsiteX13" fmla="*/ 16666 w 86931"/>
                  <a:gd name="connsiteY13" fmla="*/ 0 h 78314"/>
                  <a:gd name="connsiteX14" fmla="*/ 0 w 86931"/>
                  <a:gd name="connsiteY14" fmla="*/ 16666 h 78314"/>
                  <a:gd name="connsiteX15" fmla="*/ 0 w 86931"/>
                  <a:gd name="connsiteY15" fmla="*/ 61665 h 78314"/>
                  <a:gd name="connsiteX16" fmla="*/ 16666 w 86931"/>
                  <a:gd name="connsiteY16" fmla="*/ 78315 h 78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86931" h="78314">
                    <a:moveTo>
                      <a:pt x="16666" y="78315"/>
                    </a:moveTo>
                    <a:lnTo>
                      <a:pt x="86931" y="78315"/>
                    </a:lnTo>
                    <a:lnTo>
                      <a:pt x="86931" y="58915"/>
                    </a:lnTo>
                    <a:lnTo>
                      <a:pt x="22566" y="58915"/>
                    </a:lnTo>
                    <a:cubicBezTo>
                      <a:pt x="20843" y="58915"/>
                      <a:pt x="19443" y="57523"/>
                      <a:pt x="19433" y="55799"/>
                    </a:cubicBezTo>
                    <a:lnTo>
                      <a:pt x="19433" y="48849"/>
                    </a:lnTo>
                    <a:lnTo>
                      <a:pt x="86931" y="48849"/>
                    </a:lnTo>
                    <a:lnTo>
                      <a:pt x="86931" y="29449"/>
                    </a:lnTo>
                    <a:lnTo>
                      <a:pt x="19433" y="29449"/>
                    </a:lnTo>
                    <a:lnTo>
                      <a:pt x="19433" y="22583"/>
                    </a:lnTo>
                    <a:cubicBezTo>
                      <a:pt x="19433" y="20852"/>
                      <a:pt x="20836" y="19450"/>
                      <a:pt x="22566" y="19450"/>
                    </a:cubicBezTo>
                    <a:lnTo>
                      <a:pt x="86931" y="19450"/>
                    </a:lnTo>
                    <a:lnTo>
                      <a:pt x="86931" y="0"/>
                    </a:lnTo>
                    <a:lnTo>
                      <a:pt x="16666" y="0"/>
                    </a:lnTo>
                    <a:cubicBezTo>
                      <a:pt x="7461" y="0"/>
                      <a:pt x="0" y="7462"/>
                      <a:pt x="0" y="16666"/>
                    </a:cubicBezTo>
                    <a:lnTo>
                      <a:pt x="0" y="61665"/>
                    </a:lnTo>
                    <a:cubicBezTo>
                      <a:pt x="10" y="70863"/>
                      <a:pt x="7468" y="78315"/>
                      <a:pt x="16666" y="78315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29F9D9D3-267B-4E02-93F0-495C0FE17721}"/>
                  </a:ext>
                </a:extLst>
              </p:cNvPr>
              <p:cNvSpPr/>
              <p:nvPr/>
            </p:nvSpPr>
            <p:spPr>
              <a:xfrm rot="16200000">
                <a:off x="11915094" y="5839103"/>
                <a:ext cx="6466" cy="7483"/>
              </a:xfrm>
              <a:custGeom>
                <a:avLst/>
                <a:gdLst>
                  <a:gd name="connsiteX0" fmla="*/ 6216 w 6466"/>
                  <a:gd name="connsiteY0" fmla="*/ 2383 h 7483"/>
                  <a:gd name="connsiteX1" fmla="*/ 3333 w 6466"/>
                  <a:gd name="connsiteY1" fmla="*/ 0 h 7483"/>
                  <a:gd name="connsiteX2" fmla="*/ 0 w 6466"/>
                  <a:gd name="connsiteY2" fmla="*/ 0 h 7483"/>
                  <a:gd name="connsiteX3" fmla="*/ 0 w 6466"/>
                  <a:gd name="connsiteY3" fmla="*/ 7483 h 7483"/>
                  <a:gd name="connsiteX4" fmla="*/ 1417 w 6466"/>
                  <a:gd name="connsiteY4" fmla="*/ 7483 h 7483"/>
                  <a:gd name="connsiteX5" fmla="*/ 1417 w 6466"/>
                  <a:gd name="connsiteY5" fmla="*/ 4900 h 7483"/>
                  <a:gd name="connsiteX6" fmla="*/ 2983 w 6466"/>
                  <a:gd name="connsiteY6" fmla="*/ 4900 h 7483"/>
                  <a:gd name="connsiteX7" fmla="*/ 4800 w 6466"/>
                  <a:gd name="connsiteY7" fmla="*/ 7483 h 7483"/>
                  <a:gd name="connsiteX8" fmla="*/ 6467 w 6466"/>
                  <a:gd name="connsiteY8" fmla="*/ 7483 h 7483"/>
                  <a:gd name="connsiteX9" fmla="*/ 4450 w 6466"/>
                  <a:gd name="connsiteY9" fmla="*/ 4667 h 7483"/>
                  <a:gd name="connsiteX10" fmla="*/ 6216 w 6466"/>
                  <a:gd name="connsiteY10" fmla="*/ 2383 h 7483"/>
                  <a:gd name="connsiteX11" fmla="*/ 3283 w 6466"/>
                  <a:gd name="connsiteY11" fmla="*/ 3650 h 7483"/>
                  <a:gd name="connsiteX12" fmla="*/ 1417 w 6466"/>
                  <a:gd name="connsiteY12" fmla="*/ 3650 h 7483"/>
                  <a:gd name="connsiteX13" fmla="*/ 1417 w 6466"/>
                  <a:gd name="connsiteY13" fmla="*/ 1217 h 7483"/>
                  <a:gd name="connsiteX14" fmla="*/ 3283 w 6466"/>
                  <a:gd name="connsiteY14" fmla="*/ 1217 h 7483"/>
                  <a:gd name="connsiteX15" fmla="*/ 4767 w 6466"/>
                  <a:gd name="connsiteY15" fmla="*/ 2400 h 7483"/>
                  <a:gd name="connsiteX16" fmla="*/ 3283 w 6466"/>
                  <a:gd name="connsiteY16" fmla="*/ 3650 h 7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466" h="7483">
                    <a:moveTo>
                      <a:pt x="6216" y="2383"/>
                    </a:moveTo>
                    <a:cubicBezTo>
                      <a:pt x="6216" y="883"/>
                      <a:pt x="5083" y="0"/>
                      <a:pt x="3333" y="0"/>
                    </a:cubicBezTo>
                    <a:lnTo>
                      <a:pt x="0" y="0"/>
                    </a:lnTo>
                    <a:lnTo>
                      <a:pt x="0" y="7483"/>
                    </a:lnTo>
                    <a:lnTo>
                      <a:pt x="1417" y="7483"/>
                    </a:lnTo>
                    <a:lnTo>
                      <a:pt x="1417" y="4900"/>
                    </a:lnTo>
                    <a:lnTo>
                      <a:pt x="2983" y="4900"/>
                    </a:lnTo>
                    <a:lnTo>
                      <a:pt x="4800" y="7483"/>
                    </a:lnTo>
                    <a:lnTo>
                      <a:pt x="6467" y="7483"/>
                    </a:lnTo>
                    <a:lnTo>
                      <a:pt x="4450" y="4667"/>
                    </a:lnTo>
                    <a:cubicBezTo>
                      <a:pt x="5518" y="4440"/>
                      <a:pt x="6265" y="3473"/>
                      <a:pt x="6216" y="2383"/>
                    </a:cubicBezTo>
                    <a:close/>
                    <a:moveTo>
                      <a:pt x="3283" y="3650"/>
                    </a:moveTo>
                    <a:lnTo>
                      <a:pt x="1417" y="3650"/>
                    </a:lnTo>
                    <a:lnTo>
                      <a:pt x="1417" y="1217"/>
                    </a:lnTo>
                    <a:lnTo>
                      <a:pt x="3283" y="1217"/>
                    </a:lnTo>
                    <a:cubicBezTo>
                      <a:pt x="4200" y="1217"/>
                      <a:pt x="4767" y="1633"/>
                      <a:pt x="4767" y="2400"/>
                    </a:cubicBezTo>
                    <a:cubicBezTo>
                      <a:pt x="4767" y="3167"/>
                      <a:pt x="4200" y="3650"/>
                      <a:pt x="3283" y="3650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1B8E4094-9A8A-487C-A7E9-7B4D50D7E2A8}"/>
                  </a:ext>
                </a:extLst>
              </p:cNvPr>
              <p:cNvSpPr/>
              <p:nvPr/>
            </p:nvSpPr>
            <p:spPr>
              <a:xfrm rot="16200000">
                <a:off x="11911385" y="5836046"/>
                <a:ext cx="14299" cy="14299"/>
              </a:xfrm>
              <a:custGeom>
                <a:avLst/>
                <a:gdLst>
                  <a:gd name="connsiteX0" fmla="*/ 7166 w 14299"/>
                  <a:gd name="connsiteY0" fmla="*/ 0 h 14299"/>
                  <a:gd name="connsiteX1" fmla="*/ 0 w 14299"/>
                  <a:gd name="connsiteY1" fmla="*/ 7167 h 14299"/>
                  <a:gd name="connsiteX2" fmla="*/ 7166 w 14299"/>
                  <a:gd name="connsiteY2" fmla="*/ 14300 h 14299"/>
                  <a:gd name="connsiteX3" fmla="*/ 14300 w 14299"/>
                  <a:gd name="connsiteY3" fmla="*/ 7133 h 14299"/>
                  <a:gd name="connsiteX4" fmla="*/ 7166 w 14299"/>
                  <a:gd name="connsiteY4" fmla="*/ 0 h 14299"/>
                  <a:gd name="connsiteX5" fmla="*/ 7166 w 14299"/>
                  <a:gd name="connsiteY5" fmla="*/ 12866 h 14299"/>
                  <a:gd name="connsiteX6" fmla="*/ 1433 w 14299"/>
                  <a:gd name="connsiteY6" fmla="*/ 7167 h 14299"/>
                  <a:gd name="connsiteX7" fmla="*/ 7133 w 14299"/>
                  <a:gd name="connsiteY7" fmla="*/ 1433 h 14299"/>
                  <a:gd name="connsiteX8" fmla="*/ 12866 w 14299"/>
                  <a:gd name="connsiteY8" fmla="*/ 7133 h 14299"/>
                  <a:gd name="connsiteX9" fmla="*/ 7403 w 14299"/>
                  <a:gd name="connsiteY9" fmla="*/ 12866 h 14299"/>
                  <a:gd name="connsiteX10" fmla="*/ 7133 w 14299"/>
                  <a:gd name="connsiteY10" fmla="*/ 12866 h 14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299" h="14299">
                    <a:moveTo>
                      <a:pt x="7166" y="0"/>
                    </a:moveTo>
                    <a:cubicBezTo>
                      <a:pt x="3212" y="8"/>
                      <a:pt x="10" y="3212"/>
                      <a:pt x="0" y="7167"/>
                    </a:cubicBezTo>
                    <a:cubicBezTo>
                      <a:pt x="10" y="11115"/>
                      <a:pt x="3218" y="14310"/>
                      <a:pt x="7166" y="14300"/>
                    </a:cubicBezTo>
                    <a:cubicBezTo>
                      <a:pt x="11115" y="14290"/>
                      <a:pt x="14310" y="11081"/>
                      <a:pt x="14300" y="7133"/>
                    </a:cubicBezTo>
                    <a:cubicBezTo>
                      <a:pt x="14290" y="3197"/>
                      <a:pt x="11101" y="10"/>
                      <a:pt x="7166" y="0"/>
                    </a:cubicBezTo>
                    <a:close/>
                    <a:moveTo>
                      <a:pt x="7166" y="12866"/>
                    </a:moveTo>
                    <a:cubicBezTo>
                      <a:pt x="4010" y="12876"/>
                      <a:pt x="1443" y="10323"/>
                      <a:pt x="1433" y="7167"/>
                    </a:cubicBezTo>
                    <a:cubicBezTo>
                      <a:pt x="1425" y="4010"/>
                      <a:pt x="3977" y="1443"/>
                      <a:pt x="7133" y="1433"/>
                    </a:cubicBezTo>
                    <a:cubicBezTo>
                      <a:pt x="10290" y="1425"/>
                      <a:pt x="12856" y="3977"/>
                      <a:pt x="12866" y="7133"/>
                    </a:cubicBezTo>
                    <a:cubicBezTo>
                      <a:pt x="12941" y="10225"/>
                      <a:pt x="10495" y="12791"/>
                      <a:pt x="7403" y="12866"/>
                    </a:cubicBezTo>
                    <a:cubicBezTo>
                      <a:pt x="7313" y="12868"/>
                      <a:pt x="7223" y="12868"/>
                      <a:pt x="7133" y="12866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8CEED2F4-7356-451B-AFAB-C5255759D232}"/>
                  </a:ext>
                </a:extLst>
              </p:cNvPr>
              <p:cNvSpPr/>
              <p:nvPr/>
            </p:nvSpPr>
            <p:spPr>
              <a:xfrm rot="16200000">
                <a:off x="11842096" y="6075915"/>
                <a:ext cx="87814" cy="78331"/>
              </a:xfrm>
              <a:custGeom>
                <a:avLst/>
                <a:gdLst>
                  <a:gd name="connsiteX0" fmla="*/ 19433 w 87814"/>
                  <a:gd name="connsiteY0" fmla="*/ 55799 h 78331"/>
                  <a:gd name="connsiteX1" fmla="*/ 19433 w 87814"/>
                  <a:gd name="connsiteY1" fmla="*/ 48866 h 78331"/>
                  <a:gd name="connsiteX2" fmla="*/ 86931 w 87814"/>
                  <a:gd name="connsiteY2" fmla="*/ 48866 h 78331"/>
                  <a:gd name="connsiteX3" fmla="*/ 86931 w 87814"/>
                  <a:gd name="connsiteY3" fmla="*/ 29466 h 78331"/>
                  <a:gd name="connsiteX4" fmla="*/ 19433 w 87814"/>
                  <a:gd name="connsiteY4" fmla="*/ 29466 h 78331"/>
                  <a:gd name="connsiteX5" fmla="*/ 19433 w 87814"/>
                  <a:gd name="connsiteY5" fmla="*/ 22533 h 78331"/>
                  <a:gd name="connsiteX6" fmla="*/ 22549 w 87814"/>
                  <a:gd name="connsiteY6" fmla="*/ 19400 h 78331"/>
                  <a:gd name="connsiteX7" fmla="*/ 86931 w 87814"/>
                  <a:gd name="connsiteY7" fmla="*/ 19400 h 78331"/>
                  <a:gd name="connsiteX8" fmla="*/ 86931 w 87814"/>
                  <a:gd name="connsiteY8" fmla="*/ 0 h 78331"/>
                  <a:gd name="connsiteX9" fmla="*/ 16666 w 87814"/>
                  <a:gd name="connsiteY9" fmla="*/ 0 h 78331"/>
                  <a:gd name="connsiteX10" fmla="*/ 0 w 87814"/>
                  <a:gd name="connsiteY10" fmla="*/ 16666 h 78331"/>
                  <a:gd name="connsiteX11" fmla="*/ 0 w 87814"/>
                  <a:gd name="connsiteY11" fmla="*/ 61665 h 78331"/>
                  <a:gd name="connsiteX12" fmla="*/ 16666 w 87814"/>
                  <a:gd name="connsiteY12" fmla="*/ 78332 h 78331"/>
                  <a:gd name="connsiteX13" fmla="*/ 87815 w 87814"/>
                  <a:gd name="connsiteY13" fmla="*/ 78332 h 78331"/>
                  <a:gd name="connsiteX14" fmla="*/ 87815 w 87814"/>
                  <a:gd name="connsiteY14" fmla="*/ 58965 h 78331"/>
                  <a:gd name="connsiteX15" fmla="*/ 22549 w 87814"/>
                  <a:gd name="connsiteY15" fmla="*/ 58965 h 78331"/>
                  <a:gd name="connsiteX16" fmla="*/ 19433 w 87814"/>
                  <a:gd name="connsiteY16" fmla="*/ 55815 h 78331"/>
                  <a:gd name="connsiteX17" fmla="*/ 19433 w 87814"/>
                  <a:gd name="connsiteY17" fmla="*/ 55799 h 783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87814" h="78331">
                    <a:moveTo>
                      <a:pt x="19433" y="55799"/>
                    </a:moveTo>
                    <a:lnTo>
                      <a:pt x="19433" y="48866"/>
                    </a:lnTo>
                    <a:lnTo>
                      <a:pt x="86931" y="48866"/>
                    </a:lnTo>
                    <a:lnTo>
                      <a:pt x="86931" y="29466"/>
                    </a:lnTo>
                    <a:lnTo>
                      <a:pt x="19433" y="29466"/>
                    </a:lnTo>
                    <a:lnTo>
                      <a:pt x="19433" y="22533"/>
                    </a:lnTo>
                    <a:cubicBezTo>
                      <a:pt x="19433" y="20809"/>
                      <a:pt x="20826" y="19409"/>
                      <a:pt x="22549" y="19400"/>
                    </a:cubicBezTo>
                    <a:lnTo>
                      <a:pt x="86931" y="19400"/>
                    </a:lnTo>
                    <a:lnTo>
                      <a:pt x="86931" y="0"/>
                    </a:lnTo>
                    <a:lnTo>
                      <a:pt x="16666" y="0"/>
                    </a:lnTo>
                    <a:cubicBezTo>
                      <a:pt x="7462" y="0"/>
                      <a:pt x="0" y="7462"/>
                      <a:pt x="0" y="16666"/>
                    </a:cubicBezTo>
                    <a:lnTo>
                      <a:pt x="0" y="61665"/>
                    </a:lnTo>
                    <a:cubicBezTo>
                      <a:pt x="0" y="70870"/>
                      <a:pt x="7462" y="78332"/>
                      <a:pt x="16666" y="78332"/>
                    </a:cubicBezTo>
                    <a:lnTo>
                      <a:pt x="87815" y="78332"/>
                    </a:lnTo>
                    <a:lnTo>
                      <a:pt x="87815" y="58965"/>
                    </a:lnTo>
                    <a:lnTo>
                      <a:pt x="22549" y="58965"/>
                    </a:lnTo>
                    <a:cubicBezTo>
                      <a:pt x="20820" y="58957"/>
                      <a:pt x="19423" y="57545"/>
                      <a:pt x="19433" y="55815"/>
                    </a:cubicBezTo>
                    <a:cubicBezTo>
                      <a:pt x="19433" y="55810"/>
                      <a:pt x="19433" y="55804"/>
                      <a:pt x="19433" y="55799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53B72A06-8A8C-4C7F-80B7-D900056650C4}"/>
                  </a:ext>
                </a:extLst>
              </p:cNvPr>
              <p:cNvSpPr/>
              <p:nvPr/>
            </p:nvSpPr>
            <p:spPr>
              <a:xfrm rot="16200000">
                <a:off x="11772680" y="6057282"/>
                <a:ext cx="19399" cy="78314"/>
              </a:xfrm>
              <a:custGeom>
                <a:avLst/>
                <a:gdLst>
                  <a:gd name="connsiteX0" fmla="*/ 0 w 19399"/>
                  <a:gd name="connsiteY0" fmla="*/ 0 h 78314"/>
                  <a:gd name="connsiteX1" fmla="*/ 19400 w 19399"/>
                  <a:gd name="connsiteY1" fmla="*/ 0 h 78314"/>
                  <a:gd name="connsiteX2" fmla="*/ 19400 w 19399"/>
                  <a:gd name="connsiteY2" fmla="*/ 78315 h 78314"/>
                  <a:gd name="connsiteX3" fmla="*/ 0 w 19399"/>
                  <a:gd name="connsiteY3" fmla="*/ 78315 h 78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399" h="78314">
                    <a:moveTo>
                      <a:pt x="0" y="0"/>
                    </a:moveTo>
                    <a:lnTo>
                      <a:pt x="19400" y="0"/>
                    </a:lnTo>
                    <a:lnTo>
                      <a:pt x="19400" y="78315"/>
                    </a:lnTo>
                    <a:lnTo>
                      <a:pt x="0" y="78315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4781A27-A8C8-4EB1-B9C0-C584F71FAE07}"/>
                  </a:ext>
                </a:extLst>
              </p:cNvPr>
              <p:cNvSpPr/>
              <p:nvPr/>
            </p:nvSpPr>
            <p:spPr>
              <a:xfrm rot="16200000">
                <a:off x="11723697" y="5975905"/>
                <a:ext cx="117297" cy="79538"/>
              </a:xfrm>
              <a:custGeom>
                <a:avLst/>
                <a:gdLst>
                  <a:gd name="connsiteX0" fmla="*/ 106031 w 117297"/>
                  <a:gd name="connsiteY0" fmla="*/ 630 h 79538"/>
                  <a:gd name="connsiteX1" fmla="*/ 93848 w 117297"/>
                  <a:gd name="connsiteY1" fmla="*/ 2296 h 79538"/>
                  <a:gd name="connsiteX2" fmla="*/ 84015 w 117297"/>
                  <a:gd name="connsiteY2" fmla="*/ 14413 h 79538"/>
                  <a:gd name="connsiteX3" fmla="*/ 59015 w 117297"/>
                  <a:gd name="connsiteY3" fmla="*/ 59262 h 79538"/>
                  <a:gd name="connsiteX4" fmla="*/ 32699 w 117297"/>
                  <a:gd name="connsiteY4" fmla="*/ 12863 h 79538"/>
                  <a:gd name="connsiteX5" fmla="*/ 25583 w 117297"/>
                  <a:gd name="connsiteY5" fmla="*/ 3346 h 79538"/>
                  <a:gd name="connsiteX6" fmla="*/ 4125 w 117297"/>
                  <a:gd name="connsiteY6" fmla="*/ 5729 h 79538"/>
                  <a:gd name="connsiteX7" fmla="*/ 3333 w 117297"/>
                  <a:gd name="connsiteY7" fmla="*/ 6813 h 79538"/>
                  <a:gd name="connsiteX8" fmla="*/ 0 w 117297"/>
                  <a:gd name="connsiteY8" fmla="*/ 24046 h 79538"/>
                  <a:gd name="connsiteX9" fmla="*/ 217 w 117297"/>
                  <a:gd name="connsiteY9" fmla="*/ 79045 h 79538"/>
                  <a:gd name="connsiteX10" fmla="*/ 19516 w 117297"/>
                  <a:gd name="connsiteY10" fmla="*/ 79045 h 79538"/>
                  <a:gd name="connsiteX11" fmla="*/ 19516 w 117297"/>
                  <a:gd name="connsiteY11" fmla="*/ 29046 h 79538"/>
                  <a:gd name="connsiteX12" fmla="*/ 39349 w 117297"/>
                  <a:gd name="connsiteY12" fmla="*/ 64545 h 79538"/>
                  <a:gd name="connsiteX13" fmla="*/ 48299 w 117297"/>
                  <a:gd name="connsiteY13" fmla="*/ 76211 h 79538"/>
                  <a:gd name="connsiteX14" fmla="*/ 69182 w 117297"/>
                  <a:gd name="connsiteY14" fmla="*/ 76211 h 79538"/>
                  <a:gd name="connsiteX15" fmla="*/ 74548 w 117297"/>
                  <a:gd name="connsiteY15" fmla="*/ 70428 h 79538"/>
                  <a:gd name="connsiteX16" fmla="*/ 78131 w 117297"/>
                  <a:gd name="connsiteY16" fmla="*/ 64445 h 79538"/>
                  <a:gd name="connsiteX17" fmla="*/ 97964 w 117297"/>
                  <a:gd name="connsiteY17" fmla="*/ 28946 h 79538"/>
                  <a:gd name="connsiteX18" fmla="*/ 97964 w 117297"/>
                  <a:gd name="connsiteY18" fmla="*/ 78945 h 79538"/>
                  <a:gd name="connsiteX19" fmla="*/ 117297 w 117297"/>
                  <a:gd name="connsiteY19" fmla="*/ 78945 h 79538"/>
                  <a:gd name="connsiteX20" fmla="*/ 117297 w 117297"/>
                  <a:gd name="connsiteY20" fmla="*/ 22279 h 79538"/>
                  <a:gd name="connsiteX21" fmla="*/ 115164 w 117297"/>
                  <a:gd name="connsiteY21" fmla="*/ 8430 h 79538"/>
                  <a:gd name="connsiteX22" fmla="*/ 106031 w 117297"/>
                  <a:gd name="connsiteY22" fmla="*/ 630 h 79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17297" h="79538">
                    <a:moveTo>
                      <a:pt x="106031" y="630"/>
                    </a:moveTo>
                    <a:cubicBezTo>
                      <a:pt x="101914" y="-520"/>
                      <a:pt x="97504" y="83"/>
                      <a:pt x="93848" y="2296"/>
                    </a:cubicBezTo>
                    <a:cubicBezTo>
                      <a:pt x="89348" y="5013"/>
                      <a:pt x="86598" y="9813"/>
                      <a:pt x="84015" y="14413"/>
                    </a:cubicBezTo>
                    <a:lnTo>
                      <a:pt x="59015" y="59262"/>
                    </a:lnTo>
                    <a:lnTo>
                      <a:pt x="32699" y="12863"/>
                    </a:lnTo>
                    <a:cubicBezTo>
                      <a:pt x="30969" y="9258"/>
                      <a:pt x="28551" y="6025"/>
                      <a:pt x="25583" y="3346"/>
                    </a:cubicBezTo>
                    <a:cubicBezTo>
                      <a:pt x="19000" y="-1921"/>
                      <a:pt x="9393" y="-854"/>
                      <a:pt x="4125" y="5729"/>
                    </a:cubicBezTo>
                    <a:cubicBezTo>
                      <a:pt x="3845" y="6079"/>
                      <a:pt x="3582" y="6440"/>
                      <a:pt x="3333" y="6813"/>
                    </a:cubicBezTo>
                    <a:cubicBezTo>
                      <a:pt x="0" y="11813"/>
                      <a:pt x="0" y="18096"/>
                      <a:pt x="0" y="24046"/>
                    </a:cubicBezTo>
                    <a:cubicBezTo>
                      <a:pt x="83" y="41296"/>
                      <a:pt x="150" y="61712"/>
                      <a:pt x="217" y="79045"/>
                    </a:cubicBezTo>
                    <a:lnTo>
                      <a:pt x="19516" y="79045"/>
                    </a:lnTo>
                    <a:cubicBezTo>
                      <a:pt x="19516" y="62378"/>
                      <a:pt x="19516" y="45712"/>
                      <a:pt x="19516" y="29046"/>
                    </a:cubicBezTo>
                    <a:cubicBezTo>
                      <a:pt x="26183" y="40879"/>
                      <a:pt x="32794" y="52712"/>
                      <a:pt x="39349" y="64545"/>
                    </a:cubicBezTo>
                    <a:cubicBezTo>
                      <a:pt x="41766" y="68878"/>
                      <a:pt x="44349" y="73345"/>
                      <a:pt x="48299" y="76211"/>
                    </a:cubicBezTo>
                    <a:cubicBezTo>
                      <a:pt x="54554" y="80647"/>
                      <a:pt x="62927" y="80647"/>
                      <a:pt x="69182" y="76211"/>
                    </a:cubicBezTo>
                    <a:cubicBezTo>
                      <a:pt x="71273" y="74589"/>
                      <a:pt x="73087" y="72636"/>
                      <a:pt x="74548" y="70428"/>
                    </a:cubicBezTo>
                    <a:cubicBezTo>
                      <a:pt x="75848" y="68512"/>
                      <a:pt x="76998" y="66462"/>
                      <a:pt x="78131" y="64445"/>
                    </a:cubicBezTo>
                    <a:cubicBezTo>
                      <a:pt x="84731" y="52612"/>
                      <a:pt x="91343" y="40779"/>
                      <a:pt x="97964" y="28946"/>
                    </a:cubicBezTo>
                    <a:cubicBezTo>
                      <a:pt x="97964" y="45612"/>
                      <a:pt x="97964" y="62278"/>
                      <a:pt x="97964" y="78945"/>
                    </a:cubicBezTo>
                    <a:lnTo>
                      <a:pt x="117297" y="78945"/>
                    </a:lnTo>
                    <a:cubicBezTo>
                      <a:pt x="117297" y="60056"/>
                      <a:pt x="117297" y="41168"/>
                      <a:pt x="117297" y="22279"/>
                    </a:cubicBezTo>
                    <a:cubicBezTo>
                      <a:pt x="117297" y="17563"/>
                      <a:pt x="117297" y="12646"/>
                      <a:pt x="115164" y="8430"/>
                    </a:cubicBezTo>
                    <a:cubicBezTo>
                      <a:pt x="113294" y="4706"/>
                      <a:pt x="110002" y="1893"/>
                      <a:pt x="106031" y="630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C3E3E83D-DBC3-42FD-939D-CB8154F9D736}"/>
                  </a:ext>
                </a:extLst>
              </p:cNvPr>
              <p:cNvSpPr/>
              <p:nvPr/>
            </p:nvSpPr>
            <p:spPr>
              <a:xfrm rot="16200000">
                <a:off x="11734572" y="6216253"/>
                <a:ext cx="95614" cy="78314"/>
              </a:xfrm>
              <a:custGeom>
                <a:avLst/>
                <a:gdLst>
                  <a:gd name="connsiteX0" fmla="*/ 38116 w 95614"/>
                  <a:gd name="connsiteY0" fmla="*/ 78315 h 78314"/>
                  <a:gd name="connsiteX1" fmla="*/ 57499 w 95614"/>
                  <a:gd name="connsiteY1" fmla="*/ 78315 h 78314"/>
                  <a:gd name="connsiteX2" fmla="*/ 57499 w 95614"/>
                  <a:gd name="connsiteY2" fmla="*/ 43032 h 78314"/>
                  <a:gd name="connsiteX3" fmla="*/ 95614 w 95614"/>
                  <a:gd name="connsiteY3" fmla="*/ 0 h 78314"/>
                  <a:gd name="connsiteX4" fmla="*/ 69715 w 95614"/>
                  <a:gd name="connsiteY4" fmla="*/ 0 h 78314"/>
                  <a:gd name="connsiteX5" fmla="*/ 47799 w 95614"/>
                  <a:gd name="connsiteY5" fmla="*/ 24716 h 78314"/>
                  <a:gd name="connsiteX6" fmla="*/ 25899 w 95614"/>
                  <a:gd name="connsiteY6" fmla="*/ 0 h 78314"/>
                  <a:gd name="connsiteX7" fmla="*/ 0 w 95614"/>
                  <a:gd name="connsiteY7" fmla="*/ 0 h 78314"/>
                  <a:gd name="connsiteX8" fmla="*/ 38116 w 95614"/>
                  <a:gd name="connsiteY8" fmla="*/ 42999 h 78314"/>
                  <a:gd name="connsiteX9" fmla="*/ 38116 w 95614"/>
                  <a:gd name="connsiteY9" fmla="*/ 78315 h 78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5614" h="78314">
                    <a:moveTo>
                      <a:pt x="38116" y="78315"/>
                    </a:moveTo>
                    <a:lnTo>
                      <a:pt x="57499" y="78315"/>
                    </a:lnTo>
                    <a:lnTo>
                      <a:pt x="57499" y="43032"/>
                    </a:lnTo>
                    <a:lnTo>
                      <a:pt x="95614" y="0"/>
                    </a:lnTo>
                    <a:lnTo>
                      <a:pt x="69715" y="0"/>
                    </a:lnTo>
                    <a:lnTo>
                      <a:pt x="47799" y="24716"/>
                    </a:lnTo>
                    <a:lnTo>
                      <a:pt x="25899" y="0"/>
                    </a:lnTo>
                    <a:lnTo>
                      <a:pt x="0" y="0"/>
                    </a:lnTo>
                    <a:lnTo>
                      <a:pt x="38116" y="42999"/>
                    </a:lnTo>
                    <a:lnTo>
                      <a:pt x="38116" y="78315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1AE53000-73F6-4983-9130-2590CBB7BC1B}"/>
                  </a:ext>
                </a:extLst>
              </p:cNvPr>
              <p:cNvSpPr/>
              <p:nvPr/>
            </p:nvSpPr>
            <p:spPr>
              <a:xfrm rot="16200000">
                <a:off x="11838871" y="5861062"/>
                <a:ext cx="94297" cy="78364"/>
              </a:xfrm>
              <a:custGeom>
                <a:avLst/>
                <a:gdLst>
                  <a:gd name="connsiteX0" fmla="*/ 69849 w 94297"/>
                  <a:gd name="connsiteY0" fmla="*/ 29466 h 78364"/>
                  <a:gd name="connsiteX1" fmla="*/ 24216 w 94297"/>
                  <a:gd name="connsiteY1" fmla="*/ 29466 h 78364"/>
                  <a:gd name="connsiteX2" fmla="*/ 19216 w 94297"/>
                  <a:gd name="connsiteY2" fmla="*/ 24466 h 78364"/>
                  <a:gd name="connsiteX3" fmla="*/ 24216 w 94297"/>
                  <a:gd name="connsiteY3" fmla="*/ 19466 h 78364"/>
                  <a:gd name="connsiteX4" fmla="*/ 90231 w 94297"/>
                  <a:gd name="connsiteY4" fmla="*/ 19466 h 78364"/>
                  <a:gd name="connsiteX5" fmla="*/ 90231 w 94297"/>
                  <a:gd name="connsiteY5" fmla="*/ 0 h 78364"/>
                  <a:gd name="connsiteX6" fmla="*/ 24450 w 94297"/>
                  <a:gd name="connsiteY6" fmla="*/ 0 h 78364"/>
                  <a:gd name="connsiteX7" fmla="*/ 0 w 94297"/>
                  <a:gd name="connsiteY7" fmla="*/ 24466 h 78364"/>
                  <a:gd name="connsiteX8" fmla="*/ 0 w 94297"/>
                  <a:gd name="connsiteY8" fmla="*/ 24583 h 78364"/>
                  <a:gd name="connsiteX9" fmla="*/ 24216 w 94297"/>
                  <a:gd name="connsiteY9" fmla="*/ 48966 h 78364"/>
                  <a:gd name="connsiteX10" fmla="*/ 24300 w 94297"/>
                  <a:gd name="connsiteY10" fmla="*/ 48966 h 78364"/>
                  <a:gd name="connsiteX11" fmla="*/ 69932 w 94297"/>
                  <a:gd name="connsiteY11" fmla="*/ 48966 h 78364"/>
                  <a:gd name="connsiteX12" fmla="*/ 74932 w 94297"/>
                  <a:gd name="connsiteY12" fmla="*/ 53965 h 78364"/>
                  <a:gd name="connsiteX13" fmla="*/ 69932 w 94297"/>
                  <a:gd name="connsiteY13" fmla="*/ 58965 h 78364"/>
                  <a:gd name="connsiteX14" fmla="*/ 3267 w 94297"/>
                  <a:gd name="connsiteY14" fmla="*/ 58965 h 78364"/>
                  <a:gd name="connsiteX15" fmla="*/ 3267 w 94297"/>
                  <a:gd name="connsiteY15" fmla="*/ 78365 h 78364"/>
                  <a:gd name="connsiteX16" fmla="*/ 69832 w 94297"/>
                  <a:gd name="connsiteY16" fmla="*/ 78365 h 78364"/>
                  <a:gd name="connsiteX17" fmla="*/ 94298 w 94297"/>
                  <a:gd name="connsiteY17" fmla="*/ 53999 h 78364"/>
                  <a:gd name="connsiteX18" fmla="*/ 94298 w 94297"/>
                  <a:gd name="connsiteY18" fmla="*/ 53965 h 78364"/>
                  <a:gd name="connsiteX19" fmla="*/ 94298 w 94297"/>
                  <a:gd name="connsiteY19" fmla="*/ 53965 h 78364"/>
                  <a:gd name="connsiteX20" fmla="*/ 69849 w 94297"/>
                  <a:gd name="connsiteY20" fmla="*/ 29466 h 783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4297" h="78364">
                    <a:moveTo>
                      <a:pt x="69849" y="29466"/>
                    </a:moveTo>
                    <a:lnTo>
                      <a:pt x="24216" y="29466"/>
                    </a:lnTo>
                    <a:cubicBezTo>
                      <a:pt x="21455" y="29466"/>
                      <a:pt x="19216" y="27228"/>
                      <a:pt x="19216" y="24466"/>
                    </a:cubicBezTo>
                    <a:cubicBezTo>
                      <a:pt x="19216" y="21705"/>
                      <a:pt x="21455" y="19466"/>
                      <a:pt x="24216" y="19466"/>
                    </a:cubicBezTo>
                    <a:lnTo>
                      <a:pt x="90231" y="19466"/>
                    </a:lnTo>
                    <a:lnTo>
                      <a:pt x="90231" y="0"/>
                    </a:lnTo>
                    <a:lnTo>
                      <a:pt x="24450" y="0"/>
                    </a:lnTo>
                    <a:cubicBezTo>
                      <a:pt x="10958" y="46"/>
                      <a:pt x="37" y="10976"/>
                      <a:pt x="0" y="24466"/>
                    </a:cubicBezTo>
                    <a:lnTo>
                      <a:pt x="0" y="24583"/>
                    </a:lnTo>
                    <a:cubicBezTo>
                      <a:pt x="-47" y="38003"/>
                      <a:pt x="10797" y="48919"/>
                      <a:pt x="24216" y="48966"/>
                    </a:cubicBezTo>
                    <a:cubicBezTo>
                      <a:pt x="24245" y="48966"/>
                      <a:pt x="24271" y="48966"/>
                      <a:pt x="24300" y="48966"/>
                    </a:cubicBezTo>
                    <a:lnTo>
                      <a:pt x="69932" y="48966"/>
                    </a:lnTo>
                    <a:cubicBezTo>
                      <a:pt x="72693" y="48966"/>
                      <a:pt x="74932" y="51204"/>
                      <a:pt x="74932" y="53965"/>
                    </a:cubicBezTo>
                    <a:cubicBezTo>
                      <a:pt x="74932" y="56727"/>
                      <a:pt x="72693" y="58965"/>
                      <a:pt x="69932" y="58965"/>
                    </a:cubicBezTo>
                    <a:lnTo>
                      <a:pt x="3267" y="58965"/>
                    </a:lnTo>
                    <a:lnTo>
                      <a:pt x="3267" y="78365"/>
                    </a:lnTo>
                    <a:lnTo>
                      <a:pt x="69832" y="78365"/>
                    </a:lnTo>
                    <a:cubicBezTo>
                      <a:pt x="83317" y="78393"/>
                      <a:pt x="94270" y="67483"/>
                      <a:pt x="94298" y="53999"/>
                    </a:cubicBezTo>
                    <a:cubicBezTo>
                      <a:pt x="94298" y="53987"/>
                      <a:pt x="94298" y="53977"/>
                      <a:pt x="94298" y="53965"/>
                    </a:cubicBezTo>
                    <a:lnTo>
                      <a:pt x="94298" y="53965"/>
                    </a:lnTo>
                    <a:cubicBezTo>
                      <a:pt x="94280" y="40462"/>
                      <a:pt x="83351" y="29512"/>
                      <a:pt x="69849" y="29466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9236FA0D-A61D-4D22-8102-1CB053CA4C0E}"/>
                  </a:ext>
                </a:extLst>
              </p:cNvPr>
              <p:cNvSpPr/>
              <p:nvPr/>
            </p:nvSpPr>
            <p:spPr>
              <a:xfrm rot="16200000">
                <a:off x="11732614" y="6415924"/>
                <a:ext cx="98930" cy="78914"/>
              </a:xfrm>
              <a:custGeom>
                <a:avLst/>
                <a:gdLst>
                  <a:gd name="connsiteX0" fmla="*/ 77265 w 98930"/>
                  <a:gd name="connsiteY0" fmla="*/ 78915 h 78914"/>
                  <a:gd name="connsiteX1" fmla="*/ 98931 w 98930"/>
                  <a:gd name="connsiteY1" fmla="*/ 78915 h 78914"/>
                  <a:gd name="connsiteX2" fmla="*/ 65065 w 98930"/>
                  <a:gd name="connsiteY2" fmla="*/ 9666 h 78914"/>
                  <a:gd name="connsiteX3" fmla="*/ 49532 w 98930"/>
                  <a:gd name="connsiteY3" fmla="*/ 0 h 78914"/>
                  <a:gd name="connsiteX4" fmla="*/ 49215 w 98930"/>
                  <a:gd name="connsiteY4" fmla="*/ 0 h 78914"/>
                  <a:gd name="connsiteX5" fmla="*/ 33683 w 98930"/>
                  <a:gd name="connsiteY5" fmla="*/ 9683 h 78914"/>
                  <a:gd name="connsiteX6" fmla="*/ 0 w 98930"/>
                  <a:gd name="connsiteY6" fmla="*/ 78915 h 78914"/>
                  <a:gd name="connsiteX7" fmla="*/ 21566 w 98930"/>
                  <a:gd name="connsiteY7" fmla="*/ 78915 h 78914"/>
                  <a:gd name="connsiteX8" fmla="*/ 29483 w 98930"/>
                  <a:gd name="connsiteY8" fmla="*/ 62249 h 78914"/>
                  <a:gd name="connsiteX9" fmla="*/ 57949 w 98930"/>
                  <a:gd name="connsiteY9" fmla="*/ 62249 h 78914"/>
                  <a:gd name="connsiteX10" fmla="*/ 48366 w 98930"/>
                  <a:gd name="connsiteY10" fmla="*/ 42866 h 78914"/>
                  <a:gd name="connsiteX11" fmla="*/ 38982 w 98930"/>
                  <a:gd name="connsiteY11" fmla="*/ 42866 h 78914"/>
                  <a:gd name="connsiteX12" fmla="*/ 49382 w 98930"/>
                  <a:gd name="connsiteY12" fmla="*/ 21699 h 78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8930" h="78914">
                    <a:moveTo>
                      <a:pt x="77265" y="78915"/>
                    </a:moveTo>
                    <a:lnTo>
                      <a:pt x="98931" y="78915"/>
                    </a:lnTo>
                    <a:lnTo>
                      <a:pt x="65065" y="9666"/>
                    </a:lnTo>
                    <a:cubicBezTo>
                      <a:pt x="62152" y="3749"/>
                      <a:pt x="56129" y="1"/>
                      <a:pt x="49532" y="0"/>
                    </a:cubicBezTo>
                    <a:lnTo>
                      <a:pt x="49215" y="0"/>
                    </a:lnTo>
                    <a:cubicBezTo>
                      <a:pt x="42614" y="-4"/>
                      <a:pt x="36586" y="3754"/>
                      <a:pt x="33683" y="9683"/>
                    </a:cubicBezTo>
                    <a:lnTo>
                      <a:pt x="0" y="78915"/>
                    </a:lnTo>
                    <a:lnTo>
                      <a:pt x="21566" y="78915"/>
                    </a:lnTo>
                    <a:lnTo>
                      <a:pt x="29483" y="62249"/>
                    </a:lnTo>
                    <a:lnTo>
                      <a:pt x="57949" y="62249"/>
                    </a:lnTo>
                    <a:lnTo>
                      <a:pt x="48366" y="42866"/>
                    </a:lnTo>
                    <a:lnTo>
                      <a:pt x="38982" y="42866"/>
                    </a:lnTo>
                    <a:lnTo>
                      <a:pt x="49382" y="21699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ABC3142-72CC-4A6C-9F56-470F51A4EE95}"/>
                </a:ext>
              </a:extLst>
            </p:cNvPr>
            <p:cNvGrpSpPr/>
            <p:nvPr userDrawn="1"/>
          </p:nvGrpSpPr>
          <p:grpSpPr>
            <a:xfrm>
              <a:off x="11719136" y="6522150"/>
              <a:ext cx="242400" cy="226125"/>
              <a:chOff x="11719136" y="6522150"/>
              <a:chExt cx="242400" cy="226125"/>
            </a:xfrm>
            <a:grpFill/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70E63281-2494-4AAB-9C91-8A3D0C70317B}"/>
                  </a:ext>
                </a:extLst>
              </p:cNvPr>
              <p:cNvSpPr/>
              <p:nvPr/>
            </p:nvSpPr>
            <p:spPr>
              <a:xfrm rot="16200000">
                <a:off x="11727273" y="6514013"/>
                <a:ext cx="226125" cy="242400"/>
              </a:xfrm>
              <a:custGeom>
                <a:avLst/>
                <a:gdLst>
                  <a:gd name="connsiteX0" fmla="*/ 183798 w 226125"/>
                  <a:gd name="connsiteY0" fmla="*/ 5487 h 242400"/>
                  <a:gd name="connsiteX1" fmla="*/ 159515 w 226125"/>
                  <a:gd name="connsiteY1" fmla="*/ 4621 h 242400"/>
                  <a:gd name="connsiteX2" fmla="*/ 108500 w 226125"/>
                  <a:gd name="connsiteY2" fmla="*/ 67753 h 242400"/>
                  <a:gd name="connsiteX3" fmla="*/ 59667 w 226125"/>
                  <a:gd name="connsiteY3" fmla="*/ 104735 h 242400"/>
                  <a:gd name="connsiteX4" fmla="*/ 53718 w 226125"/>
                  <a:gd name="connsiteY4" fmla="*/ 104268 h 242400"/>
                  <a:gd name="connsiteX5" fmla="*/ 29385 w 226125"/>
                  <a:gd name="connsiteY5" fmla="*/ 80086 h 242400"/>
                  <a:gd name="connsiteX6" fmla="*/ 3602 w 226125"/>
                  <a:gd name="connsiteY6" fmla="*/ 76919 h 242400"/>
                  <a:gd name="connsiteX7" fmla="*/ 6769 w 226125"/>
                  <a:gd name="connsiteY7" fmla="*/ 99502 h 242400"/>
                  <a:gd name="connsiteX8" fmla="*/ 42268 w 226125"/>
                  <a:gd name="connsiteY8" fmla="*/ 134784 h 242400"/>
                  <a:gd name="connsiteX9" fmla="*/ 64617 w 226125"/>
                  <a:gd name="connsiteY9" fmla="*/ 137118 h 242400"/>
                  <a:gd name="connsiteX10" fmla="*/ 65484 w 226125"/>
                  <a:gd name="connsiteY10" fmla="*/ 136534 h 242400"/>
                  <a:gd name="connsiteX11" fmla="*/ 104533 w 226125"/>
                  <a:gd name="connsiteY11" fmla="*/ 94502 h 242400"/>
                  <a:gd name="connsiteX12" fmla="*/ 112583 w 226125"/>
                  <a:gd name="connsiteY12" fmla="*/ 93219 h 242400"/>
                  <a:gd name="connsiteX13" fmla="*/ 163332 w 226125"/>
                  <a:gd name="connsiteY13" fmla="*/ 130001 h 242400"/>
                  <a:gd name="connsiteX14" fmla="*/ 169765 w 226125"/>
                  <a:gd name="connsiteY14" fmla="*/ 138051 h 242400"/>
                  <a:gd name="connsiteX15" fmla="*/ 152832 w 226125"/>
                  <a:gd name="connsiteY15" fmla="*/ 154584 h 242400"/>
                  <a:gd name="connsiteX16" fmla="*/ 130382 w 226125"/>
                  <a:gd name="connsiteY16" fmla="*/ 172067 h 242400"/>
                  <a:gd name="connsiteX17" fmla="*/ 119666 w 226125"/>
                  <a:gd name="connsiteY17" fmla="*/ 186733 h 242400"/>
                  <a:gd name="connsiteX18" fmla="*/ 119849 w 226125"/>
                  <a:gd name="connsiteY18" fmla="*/ 196250 h 242400"/>
                  <a:gd name="connsiteX19" fmla="*/ 130699 w 226125"/>
                  <a:gd name="connsiteY19" fmla="*/ 208483 h 242400"/>
                  <a:gd name="connsiteX20" fmla="*/ 181665 w 226125"/>
                  <a:gd name="connsiteY20" fmla="*/ 238115 h 242400"/>
                  <a:gd name="connsiteX21" fmla="*/ 208764 w 226125"/>
                  <a:gd name="connsiteY21" fmla="*/ 234782 h 242400"/>
                  <a:gd name="connsiteX22" fmla="*/ 200681 w 226125"/>
                  <a:gd name="connsiteY22" fmla="*/ 208683 h 242400"/>
                  <a:gd name="connsiteX23" fmla="*/ 164015 w 226125"/>
                  <a:gd name="connsiteY23" fmla="*/ 185633 h 242400"/>
                  <a:gd name="connsiteX24" fmla="*/ 162348 w 226125"/>
                  <a:gd name="connsiteY24" fmla="*/ 179650 h 242400"/>
                  <a:gd name="connsiteX25" fmla="*/ 174015 w 226125"/>
                  <a:gd name="connsiteY25" fmla="*/ 168417 h 242400"/>
                  <a:gd name="connsiteX26" fmla="*/ 192214 w 226125"/>
                  <a:gd name="connsiteY26" fmla="*/ 135801 h 242400"/>
                  <a:gd name="connsiteX27" fmla="*/ 179898 w 226125"/>
                  <a:gd name="connsiteY27" fmla="*/ 112668 h 242400"/>
                  <a:gd name="connsiteX28" fmla="*/ 161698 w 226125"/>
                  <a:gd name="connsiteY28" fmla="*/ 94919 h 242400"/>
                  <a:gd name="connsiteX29" fmla="*/ 137066 w 226125"/>
                  <a:gd name="connsiteY29" fmla="*/ 70803 h 242400"/>
                  <a:gd name="connsiteX30" fmla="*/ 134966 w 226125"/>
                  <a:gd name="connsiteY30" fmla="*/ 65803 h 242400"/>
                  <a:gd name="connsiteX31" fmla="*/ 137082 w 226125"/>
                  <a:gd name="connsiteY31" fmla="*/ 61603 h 242400"/>
                  <a:gd name="connsiteX32" fmla="*/ 152082 w 226125"/>
                  <a:gd name="connsiteY32" fmla="*/ 48570 h 242400"/>
                  <a:gd name="connsiteX33" fmla="*/ 166182 w 226125"/>
                  <a:gd name="connsiteY33" fmla="*/ 36337 h 242400"/>
                  <a:gd name="connsiteX34" fmla="*/ 172281 w 226125"/>
                  <a:gd name="connsiteY34" fmla="*/ 36620 h 242400"/>
                  <a:gd name="connsiteX35" fmla="*/ 196664 w 226125"/>
                  <a:gd name="connsiteY35" fmla="*/ 60186 h 242400"/>
                  <a:gd name="connsiteX36" fmla="*/ 216297 w 226125"/>
                  <a:gd name="connsiteY36" fmla="*/ 66853 h 242400"/>
                  <a:gd name="connsiteX37" fmla="*/ 221664 w 226125"/>
                  <a:gd name="connsiteY37" fmla="*/ 64153 h 242400"/>
                  <a:gd name="connsiteX38" fmla="*/ 225697 w 226125"/>
                  <a:gd name="connsiteY38" fmla="*/ 57886 h 242400"/>
                  <a:gd name="connsiteX39" fmla="*/ 219380 w 226125"/>
                  <a:gd name="connsiteY39" fmla="*/ 40787 h 24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226125" h="242400">
                    <a:moveTo>
                      <a:pt x="183798" y="5487"/>
                    </a:moveTo>
                    <a:cubicBezTo>
                      <a:pt x="177131" y="-1179"/>
                      <a:pt x="165632" y="-2129"/>
                      <a:pt x="159515" y="4621"/>
                    </a:cubicBezTo>
                    <a:cubicBezTo>
                      <a:pt x="159515" y="4621"/>
                      <a:pt x="119083" y="57270"/>
                      <a:pt x="108500" y="67753"/>
                    </a:cubicBezTo>
                    <a:cubicBezTo>
                      <a:pt x="94018" y="82287"/>
                      <a:pt x="77583" y="94734"/>
                      <a:pt x="59667" y="104735"/>
                    </a:cubicBezTo>
                    <a:cubicBezTo>
                      <a:pt x="57807" y="105945"/>
                      <a:pt x="55366" y="105753"/>
                      <a:pt x="53718" y="104268"/>
                    </a:cubicBezTo>
                    <a:lnTo>
                      <a:pt x="29385" y="80086"/>
                    </a:lnTo>
                    <a:cubicBezTo>
                      <a:pt x="20002" y="70686"/>
                      <a:pt x="9085" y="71436"/>
                      <a:pt x="3602" y="76919"/>
                    </a:cubicBezTo>
                    <a:cubicBezTo>
                      <a:pt x="-1231" y="81752"/>
                      <a:pt x="-2131" y="90602"/>
                      <a:pt x="6769" y="99502"/>
                    </a:cubicBezTo>
                    <a:lnTo>
                      <a:pt x="42268" y="134784"/>
                    </a:lnTo>
                    <a:cubicBezTo>
                      <a:pt x="48246" y="140712"/>
                      <a:pt x="57543" y="141683"/>
                      <a:pt x="64617" y="137118"/>
                    </a:cubicBezTo>
                    <a:lnTo>
                      <a:pt x="65484" y="136534"/>
                    </a:lnTo>
                    <a:cubicBezTo>
                      <a:pt x="76067" y="128868"/>
                      <a:pt x="93133" y="109102"/>
                      <a:pt x="104533" y="94502"/>
                    </a:cubicBezTo>
                    <a:cubicBezTo>
                      <a:pt x="106451" y="92007"/>
                      <a:pt x="109984" y="91444"/>
                      <a:pt x="112583" y="93219"/>
                    </a:cubicBezTo>
                    <a:cubicBezTo>
                      <a:pt x="145949" y="116668"/>
                      <a:pt x="158598" y="126168"/>
                      <a:pt x="163332" y="130001"/>
                    </a:cubicBezTo>
                    <a:cubicBezTo>
                      <a:pt x="168065" y="133834"/>
                      <a:pt x="169831" y="136084"/>
                      <a:pt x="169765" y="138051"/>
                    </a:cubicBezTo>
                    <a:cubicBezTo>
                      <a:pt x="169648" y="141984"/>
                      <a:pt x="161548" y="148317"/>
                      <a:pt x="152832" y="154584"/>
                    </a:cubicBezTo>
                    <a:cubicBezTo>
                      <a:pt x="145034" y="159996"/>
                      <a:pt x="137539" y="165832"/>
                      <a:pt x="130382" y="172067"/>
                    </a:cubicBezTo>
                    <a:cubicBezTo>
                      <a:pt x="123716" y="178400"/>
                      <a:pt x="121183" y="181617"/>
                      <a:pt x="119666" y="186733"/>
                    </a:cubicBezTo>
                    <a:cubicBezTo>
                      <a:pt x="118850" y="189861"/>
                      <a:pt x="118914" y="193155"/>
                      <a:pt x="119849" y="196250"/>
                    </a:cubicBezTo>
                    <a:cubicBezTo>
                      <a:pt x="121516" y="200966"/>
                      <a:pt x="125199" y="205066"/>
                      <a:pt x="130699" y="208483"/>
                    </a:cubicBezTo>
                    <a:lnTo>
                      <a:pt x="181665" y="238115"/>
                    </a:lnTo>
                    <a:cubicBezTo>
                      <a:pt x="196797" y="246315"/>
                      <a:pt x="204397" y="241365"/>
                      <a:pt x="208764" y="234782"/>
                    </a:cubicBezTo>
                    <a:cubicBezTo>
                      <a:pt x="212847" y="228649"/>
                      <a:pt x="214697" y="217182"/>
                      <a:pt x="200681" y="208683"/>
                    </a:cubicBezTo>
                    <a:lnTo>
                      <a:pt x="164015" y="185633"/>
                    </a:lnTo>
                    <a:cubicBezTo>
                      <a:pt x="160015" y="183250"/>
                      <a:pt x="161565" y="180550"/>
                      <a:pt x="162348" y="179650"/>
                    </a:cubicBezTo>
                    <a:cubicBezTo>
                      <a:pt x="164198" y="177650"/>
                      <a:pt x="172048" y="170317"/>
                      <a:pt x="174015" y="168417"/>
                    </a:cubicBezTo>
                    <a:cubicBezTo>
                      <a:pt x="186331" y="156351"/>
                      <a:pt x="192348" y="145684"/>
                      <a:pt x="192214" y="135801"/>
                    </a:cubicBezTo>
                    <a:cubicBezTo>
                      <a:pt x="192214" y="125635"/>
                      <a:pt x="185548" y="118085"/>
                      <a:pt x="179898" y="112668"/>
                    </a:cubicBezTo>
                    <a:cubicBezTo>
                      <a:pt x="174498" y="107502"/>
                      <a:pt x="169398" y="102502"/>
                      <a:pt x="161698" y="94919"/>
                    </a:cubicBezTo>
                    <a:cubicBezTo>
                      <a:pt x="155565" y="88902"/>
                      <a:pt x="147832" y="81302"/>
                      <a:pt x="137066" y="70803"/>
                    </a:cubicBezTo>
                    <a:cubicBezTo>
                      <a:pt x="135689" y="69509"/>
                      <a:pt x="134925" y="67692"/>
                      <a:pt x="134966" y="65803"/>
                    </a:cubicBezTo>
                    <a:cubicBezTo>
                      <a:pt x="135040" y="64165"/>
                      <a:pt x="135810" y="62637"/>
                      <a:pt x="137082" y="61603"/>
                    </a:cubicBezTo>
                    <a:cubicBezTo>
                      <a:pt x="141332" y="58120"/>
                      <a:pt x="146799" y="53270"/>
                      <a:pt x="152082" y="48570"/>
                    </a:cubicBezTo>
                    <a:cubicBezTo>
                      <a:pt x="157365" y="43870"/>
                      <a:pt x="162598" y="39237"/>
                      <a:pt x="166182" y="36337"/>
                    </a:cubicBezTo>
                    <a:cubicBezTo>
                      <a:pt x="167997" y="34881"/>
                      <a:pt x="170610" y="35002"/>
                      <a:pt x="172281" y="36620"/>
                    </a:cubicBezTo>
                    <a:lnTo>
                      <a:pt x="196664" y="60186"/>
                    </a:lnTo>
                    <a:cubicBezTo>
                      <a:pt x="202547" y="66069"/>
                      <a:pt x="209881" y="68519"/>
                      <a:pt x="216297" y="66853"/>
                    </a:cubicBezTo>
                    <a:cubicBezTo>
                      <a:pt x="218260" y="66354"/>
                      <a:pt x="220092" y="65433"/>
                      <a:pt x="221664" y="64153"/>
                    </a:cubicBezTo>
                    <a:cubicBezTo>
                      <a:pt x="223624" y="62530"/>
                      <a:pt x="225032" y="60341"/>
                      <a:pt x="225697" y="57886"/>
                    </a:cubicBezTo>
                    <a:cubicBezTo>
                      <a:pt x="226547" y="54703"/>
                      <a:pt x="226863" y="48253"/>
                      <a:pt x="219380" y="40787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7340BF95-9B53-4193-96F9-F88955D92134}"/>
                  </a:ext>
                </a:extLst>
              </p:cNvPr>
              <p:cNvSpPr/>
              <p:nvPr/>
            </p:nvSpPr>
            <p:spPr>
              <a:xfrm rot="16200000">
                <a:off x="11731706" y="6640610"/>
                <a:ext cx="52698" cy="52698"/>
              </a:xfrm>
              <a:custGeom>
                <a:avLst/>
                <a:gdLst>
                  <a:gd name="connsiteX0" fmla="*/ 52699 w 52698"/>
                  <a:gd name="connsiteY0" fmla="*/ 26349 h 52698"/>
                  <a:gd name="connsiteX1" fmla="*/ 26349 w 52698"/>
                  <a:gd name="connsiteY1" fmla="*/ 52699 h 52698"/>
                  <a:gd name="connsiteX2" fmla="*/ 0 w 52698"/>
                  <a:gd name="connsiteY2" fmla="*/ 26349 h 52698"/>
                  <a:gd name="connsiteX3" fmla="*/ 26349 w 52698"/>
                  <a:gd name="connsiteY3" fmla="*/ 0 h 52698"/>
                  <a:gd name="connsiteX4" fmla="*/ 52699 w 52698"/>
                  <a:gd name="connsiteY4" fmla="*/ 26349 h 52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698" h="52698">
                    <a:moveTo>
                      <a:pt x="52699" y="26349"/>
                    </a:moveTo>
                    <a:cubicBezTo>
                      <a:pt x="52699" y="40902"/>
                      <a:pt x="40902" y="52699"/>
                      <a:pt x="26349" y="52699"/>
                    </a:cubicBezTo>
                    <a:cubicBezTo>
                      <a:pt x="11797" y="52699"/>
                      <a:pt x="0" y="40902"/>
                      <a:pt x="0" y="26349"/>
                    </a:cubicBezTo>
                    <a:cubicBezTo>
                      <a:pt x="0" y="11797"/>
                      <a:pt x="11797" y="0"/>
                      <a:pt x="26349" y="0"/>
                    </a:cubicBezTo>
                    <a:cubicBezTo>
                      <a:pt x="40902" y="0"/>
                      <a:pt x="52699" y="11797"/>
                      <a:pt x="52699" y="26349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4692509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mple Title and Text - Tea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C3687B6-8933-6A48-5705-8FF4F705B4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" r="221"/>
          <a:stretch/>
        </p:blipFill>
        <p:spPr>
          <a:xfrm flipV="1">
            <a:off x="9014" y="0"/>
            <a:ext cx="12182985" cy="688199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551CF6F-448F-2E2B-E0E0-371F7FCDCD74}"/>
              </a:ext>
            </a:extLst>
          </p:cNvPr>
          <p:cNvSpPr/>
          <p:nvPr userDrawn="1"/>
        </p:nvSpPr>
        <p:spPr>
          <a:xfrm>
            <a:off x="0" y="-913"/>
            <a:ext cx="11295529" cy="61158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949" y="2460663"/>
            <a:ext cx="3614593" cy="2006284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Simple Title and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445D6-5ADC-4843-8D7E-04C5B3DA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504963-5C48-4A20-B6E4-936A3248B6D6}" type="datetime1">
              <a:rPr lang="en-US" smtClean="0"/>
              <a:pPr/>
              <a:t>2/23/26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DC89B-4068-48CC-854E-8194F9455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1" y="6394105"/>
            <a:ext cx="1031184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66F4F-6CDA-49B4-ABC2-47547186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3701" y="999455"/>
            <a:ext cx="6265942" cy="4859089"/>
          </a:xfrm>
        </p:spPr>
        <p:txBody>
          <a:bodyPr anchor="ctr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spcBef>
                <a:spcPts val="500"/>
              </a:spcBef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1" name="Graphic 11">
            <a:extLst>
              <a:ext uri="{FF2B5EF4-FFF2-40B4-BE49-F238E27FC236}">
                <a16:creationId xmlns:a16="http://schemas.microsoft.com/office/drawing/2014/main" id="{1D223314-6776-43FA-8398-50710337EF4D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DD1129A-3BCF-4E47-9343-38651B5C2734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D3A2FF2-1C7F-4903-8120-73B1BD1AE704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4828876-584A-465E-BF7C-7D30C52EE24C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602F55C-CC01-4AF8-91DE-699E87F3EDA5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D94E456-D628-4E5A-8394-56CAB4C4F22A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81B895A-8949-4D10-9209-38C95C5A5A14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D5F80D1-5F76-4BC0-B24A-556C6B6776DA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6DD91E2-175E-460A-8394-8F84F02F28F5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64C6CA2-76BC-4C66-81D8-2442FA5B0D53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38DAC1B-E4F0-4BC2-85B0-DFAAE737DFC8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D606B14-9D50-4BF5-B04B-78AC9CBD06E2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B60096A-0E4C-4CB6-9B15-E89731DF3E7F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43C6376-F9E1-46BE-9AD0-4B3E82F4EB68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453BD17-1909-444C-9889-2804F28A8F68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6F61F40-69D4-4967-9506-824EDC894163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C06F201-CB4E-42E6-869E-2FE328AB6D61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D3C817A-5338-4FC4-8ECB-03A73E66FA72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0640385-811A-4C22-AC7F-0D53BBE765D8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303493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itle and Text - Aqua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1A04B8B-6E7C-5FE5-7013-3202719F08E0}"/>
              </a:ext>
            </a:extLst>
          </p:cNvPr>
          <p:cNvSpPr/>
          <p:nvPr userDrawn="1"/>
        </p:nvSpPr>
        <p:spPr>
          <a:xfrm>
            <a:off x="0" y="742123"/>
            <a:ext cx="11295529" cy="61158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949" y="2460663"/>
            <a:ext cx="3614593" cy="2006284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Simple Title and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445D6-5ADC-4843-8D7E-04C5B3DA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04963-5C48-4A20-B6E4-936A3248B6D6}" type="datetime1">
              <a:rPr lang="en-US" smtClean="0"/>
              <a:t>2/23/26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DC89B-4068-48CC-854E-8194F9455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1" y="6394105"/>
            <a:ext cx="1031184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66F4F-6CDA-49B4-ABC2-47547186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bg2"/>
            </a:solidFill>
          </a:ln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3701" y="999455"/>
            <a:ext cx="6265942" cy="4859089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spcBef>
                <a:spcPts val="500"/>
              </a:spcBef>
              <a:defRPr>
                <a:solidFill>
                  <a:schemeClr val="bg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ED0BBB1-5726-4311-8FFA-AFCDCA1C1A0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980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Large Flexible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0783" y="846999"/>
            <a:ext cx="4022175" cy="2006284"/>
          </a:xfr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Text with Large Flexible Content Area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6300" y="3119810"/>
            <a:ext cx="4021789" cy="3081337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588E7E-D8D9-4FCD-AE09-B830C7371667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For a library of presentation-ready images, visit the library on </a:t>
            </a:r>
            <a:r>
              <a:rPr lang="en-US" sz="900">
                <a:solidFill>
                  <a:schemeClr val="bg1"/>
                </a:solidFill>
              </a:rPr>
              <a:t>SharePoint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Marketing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Documents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PPT Image Library.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Or, simply type in this URL: </a:t>
            </a:r>
            <a:r>
              <a:rPr lang="en-US" sz="900">
                <a:hlinkClick r:id="rId2"/>
              </a:rPr>
              <a:t>bit.ly/AF-PPT</a:t>
            </a:r>
            <a:r>
              <a:rPr lang="en-US" sz="900"/>
              <a:t> </a:t>
            </a:r>
            <a:endParaRPr lang="en-US" sz="900" i="1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27CC78F-21FA-486E-B822-E2C5293A1C4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0E8FA97-1F4F-4EFF-B11C-4FBCE90C0918}" type="datetime1">
              <a:rPr lang="en-US" smtClean="0"/>
              <a:t>2/23/26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68B3CC2-AFD1-4477-B45D-28E1464D08F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801C41A1-6B7A-44E5-AD4A-108298003E6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14395F-6F35-4185-97B2-F5247D759F3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206817" y="846510"/>
            <a:ext cx="6088712" cy="535463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A03B2C-A88E-7D5F-0EED-6AF30D4D60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4530"/>
          <a:stretch/>
        </p:blipFill>
        <p:spPr>
          <a:xfrm>
            <a:off x="0" y="0"/>
            <a:ext cx="12191999" cy="466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69770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Large Flexible Content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801C41A1-6B7A-44E5-AD4A-108298003E6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aphic 11">
            <a:extLst>
              <a:ext uri="{FF2B5EF4-FFF2-40B4-BE49-F238E27FC236}">
                <a16:creationId xmlns:a16="http://schemas.microsoft.com/office/drawing/2014/main" id="{0614E999-6E73-4ECA-9E67-7901DCC5145D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ACD8790-3A42-4B46-B04C-D4E13A0C08DD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E317303-C4D6-4F1D-9002-47E75AEA17E9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D83DCD6-D5B2-4193-A473-0403A7FF0660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1C7274B-6A1C-4E1C-BD11-ECFCB7A33CCE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6021035-AA55-4F4E-9ECA-EABC3B1AC98B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D57A36-45D9-4AB7-9720-BBB2F21AC465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74C6B2F-7E28-48A7-A431-A093F4533941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3F23518-EEE2-4875-A8CB-997A3B03B8EE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F809E2B-E67E-4EA0-A8C0-C2A3F1B3EE63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EB282AF-55DC-4C18-AC8C-DD80CBDCB141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973AFD6-52A2-4C73-9DD7-E453E31FE6F8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F40B4BB-5424-41E7-9548-41C2D58BCDD8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54F8916-1A4E-4014-BAA0-2D3482A9179B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25CBA63-AFDE-4EEE-8700-D84942E661A0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6819261-C599-4EEB-A2F1-6BE39CBCE984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8E7752D-CBE5-44E7-980F-92B2BF03D301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5F77EB5-0EE5-4607-8505-026979C8D388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088692A-AC37-4BC6-93AA-93B8BF5D6D55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7" name="Title 1">
            <a:extLst>
              <a:ext uri="{FF2B5EF4-FFF2-40B4-BE49-F238E27FC236}">
                <a16:creationId xmlns:a16="http://schemas.microsoft.com/office/drawing/2014/main" id="{D9113ACF-D9C6-47B9-4949-F1391B0637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0783" y="846999"/>
            <a:ext cx="4022175" cy="200628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Text with Large Flexible Content Area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C8CFE503-1AE2-8CF6-0D63-95F912803A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6300" y="3119810"/>
            <a:ext cx="4021789" cy="3081337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153A014-260D-65A9-9437-9A4E34AA1B28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For a library of presentation-ready images, visit the library on </a:t>
            </a:r>
            <a:r>
              <a:rPr lang="en-US" sz="900">
                <a:solidFill>
                  <a:schemeClr val="tx1"/>
                </a:solidFill>
              </a:rPr>
              <a:t>SharePoint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Marketing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Documents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PPT Image Library.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Or, simply type in this URL: </a:t>
            </a:r>
            <a:r>
              <a:rPr lang="en-US" sz="900">
                <a:hlinkClick r:id="rId2"/>
              </a:rPr>
              <a:t>bit.ly/AF-PPT</a:t>
            </a:r>
            <a:r>
              <a:rPr lang="en-US" sz="900"/>
              <a:t> </a:t>
            </a:r>
            <a:endParaRPr lang="en-US" sz="900" i="1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</p:txBody>
      </p:sp>
      <p:sp>
        <p:nvSpPr>
          <p:cNvPr id="40" name="Date Placeholder 5">
            <a:extLst>
              <a:ext uri="{FF2B5EF4-FFF2-40B4-BE49-F238E27FC236}">
                <a16:creationId xmlns:a16="http://schemas.microsoft.com/office/drawing/2014/main" id="{B38E0F8B-67C2-E60C-C24E-A3A5E623D09A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602762" y="6382494"/>
            <a:ext cx="692767" cy="365125"/>
          </a:xfrm>
        </p:spPr>
        <p:txBody>
          <a:bodyPr/>
          <a:lstStyle/>
          <a:p>
            <a:fld id="{90E8FA97-1F4F-4EFF-B11C-4FBCE90C0918}" type="datetime1">
              <a:rPr lang="en-US" smtClean="0"/>
              <a:t>2/23/26</a:t>
            </a:fld>
            <a:endParaRPr lang="en-US"/>
          </a:p>
        </p:txBody>
      </p:sp>
      <p:sp>
        <p:nvSpPr>
          <p:cNvPr id="41" name="Footer Placeholder 12">
            <a:extLst>
              <a:ext uri="{FF2B5EF4-FFF2-40B4-BE49-F238E27FC236}">
                <a16:creationId xmlns:a16="http://schemas.microsoft.com/office/drawing/2014/main" id="{083B19C0-CB28-C248-5F81-AC76CC1361D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76300" y="6394105"/>
            <a:ext cx="9726461" cy="365126"/>
          </a:xfrm>
        </p:spPr>
        <p:txBody>
          <a:bodyPr/>
          <a:lstStyle/>
          <a:p>
            <a:endParaRPr lang="en-US"/>
          </a:p>
        </p:txBody>
      </p:sp>
      <p:sp>
        <p:nvSpPr>
          <p:cNvPr id="43" name="Content Placeholder 3">
            <a:extLst>
              <a:ext uri="{FF2B5EF4-FFF2-40B4-BE49-F238E27FC236}">
                <a16:creationId xmlns:a16="http://schemas.microsoft.com/office/drawing/2014/main" id="{C0AB04C7-565C-8E0A-DABE-2927DA9B63C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206817" y="846510"/>
            <a:ext cx="6088712" cy="535463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E3426B-EC6F-7CDA-61BB-59BEEEA5E9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6200"/>
          <a:stretch/>
        </p:blipFill>
        <p:spPr>
          <a:xfrm>
            <a:off x="0" y="0"/>
            <a:ext cx="12191999" cy="34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5559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Large Left Image - Lt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75EB503-6A5E-D169-DF43-D8719A5ED5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29238" y="665652"/>
            <a:ext cx="4022175" cy="200628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Text with Large Image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F8B03BA0-DA03-EE8D-1C43-2E92061C7F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24755" y="2938463"/>
            <a:ext cx="4021789" cy="308133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tx1"/>
                </a:solidFill>
              </a:defRPr>
            </a:lvl1pPr>
            <a:lvl2pPr>
              <a:spcBef>
                <a:spcPts val="500"/>
              </a:spcBef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84D04E-4E1E-8A21-2C9A-970EBA32062E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For a library of presentation-ready images, visit the library on </a:t>
            </a:r>
            <a:r>
              <a:rPr lang="en-US" sz="900">
                <a:solidFill>
                  <a:schemeClr val="bg1"/>
                </a:solidFill>
              </a:rPr>
              <a:t>SharePoint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Marketing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Documents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PPT Image Library.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Or, simply type in this URL: </a:t>
            </a:r>
            <a:r>
              <a:rPr lang="en-US" sz="90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lang="en-US" sz="900">
                <a:solidFill>
                  <a:schemeClr val="bg1"/>
                </a:solidFill>
              </a:rPr>
              <a:t> </a:t>
            </a:r>
            <a:endParaRPr lang="en-US" sz="900" i="1">
              <a:solidFill>
                <a:schemeClr val="bg1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19" name="Footer Placeholder 12">
            <a:extLst>
              <a:ext uri="{FF2B5EF4-FFF2-40B4-BE49-F238E27FC236}">
                <a16:creationId xmlns:a16="http://schemas.microsoft.com/office/drawing/2014/main" id="{3347F7F6-DA51-58D6-2C85-ED48992E120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024755" y="6394105"/>
            <a:ext cx="436126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2A22A248-A561-4ED4-306F-9F755219AE2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6557319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983892-7A0A-E9DB-3755-E4F0DF4C83E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B7EB65F7-02F7-4C03-9B5E-0F72A9F540CE}" type="datetime1">
              <a:rPr lang="en-US" smtClean="0"/>
              <a:pPr/>
              <a:t>2/23/26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23D776-94AE-A0F5-9184-5BB995497D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88496" y="0"/>
            <a:ext cx="603504" cy="6858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6047E895-FF32-9B0B-AE13-FF55BFBAC4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8B0BE-1B53-4B16-3B7B-70B335BC06D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8991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Large Right Image - Lt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FD31F38-3EB2-0873-8F25-62C85BC3AC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11908" y="0"/>
            <a:ext cx="109118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7CBE3A-1371-4086-83CA-4B7B61C86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" y="1252778"/>
            <a:ext cx="3932237" cy="1600200"/>
          </a:xfrm>
        </p:spPr>
        <p:txBody>
          <a:bodyPr anchor="b"/>
          <a:lstStyle>
            <a:lvl1pPr>
              <a:defRPr sz="440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Picture with Caption Layout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EAB837-B477-4381-9E50-1014984EB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4DEDA-3E46-4272-B7C0-873B8E9D9D5B}" type="datetime1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E72D9F-9271-4C1D-8743-9736C3B2E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525180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8C2FDB-A372-405D-BD4F-27DAC42AD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0C427F-57A5-4C05-9944-747C08A8F684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For a library of presentation-ready images, visit the library </a:t>
            </a:r>
            <a:r>
              <a:rPr lang="en-US" sz="900">
                <a:solidFill>
                  <a:schemeClr val="bg1"/>
                </a:solidFill>
              </a:rPr>
              <a:t>on SharePoint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Marketing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Documents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PPT Image Library.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Or, simply type in this URL:</a:t>
            </a:r>
            <a:r>
              <a:rPr lang="en-US" sz="900"/>
              <a:t> </a:t>
            </a:r>
            <a:r>
              <a:rPr lang="en-US" sz="900">
                <a:hlinkClick r:id="rId3"/>
              </a:rPr>
              <a:t>bit.ly/AF-PPT</a:t>
            </a:r>
            <a:r>
              <a:rPr lang="en-US" sz="900"/>
              <a:t> </a:t>
            </a:r>
            <a:endParaRPr lang="en-US" sz="900" i="1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22F7817-9E4B-4D38-1067-0802726ABB8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03092" y="0"/>
            <a:ext cx="5988908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D42ABC2-A677-1D12-4596-F119ECDF86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0761" y="3082873"/>
            <a:ext cx="4021789" cy="308133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tx1"/>
                </a:solidFill>
              </a:defRPr>
            </a:lvl1pPr>
            <a:lvl2pPr>
              <a:spcBef>
                <a:spcPts val="500"/>
              </a:spcBef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72093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24" userDrawn="1">
          <p15:clr>
            <a:srgbClr val="FBAE40"/>
          </p15:clr>
        </p15:guide>
        <p15:guide id="2" orient="horz" pos="1851" userDrawn="1">
          <p15:clr>
            <a:srgbClr val="FBAE40"/>
          </p15:clr>
        </p15:guide>
        <p15:guide id="3" orient="horz" pos="1681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Right Large Image - Dk Purple">
    <p:bg bwMode="gray"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55168DB-E914-DADD-489F-01257F94B183}"/>
              </a:ext>
            </a:extLst>
          </p:cNvPr>
          <p:cNvSpPr/>
          <p:nvPr userDrawn="1"/>
        </p:nvSpPr>
        <p:spPr>
          <a:xfrm>
            <a:off x="342900" y="556054"/>
            <a:ext cx="5291780" cy="56099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362" y="1346298"/>
            <a:ext cx="4107247" cy="2006284"/>
          </a:xfr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Content with Large Image on the Right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445D6-5ADC-4843-8D7E-04C5B3DA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0942F-FE04-4295-8AA7-1B8CA8C1E7F5}" type="datetime1">
              <a:rPr lang="en-US" smtClean="0"/>
              <a:t>2/23/26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66F4F-6CDA-49B4-ABC2-47547186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15563"/>
            <a:ext cx="305503" cy="306298"/>
          </a:xfrm>
          <a:ln>
            <a:solidFill>
              <a:schemeClr val="tx1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7879" y="3619110"/>
            <a:ext cx="4106853" cy="1524548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6357EE-7324-4E9D-A650-60C96D800F81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For a library of presentation-ready images, visit the library </a:t>
            </a:r>
            <a:r>
              <a:rPr lang="en-US" sz="900">
                <a:solidFill>
                  <a:schemeClr val="bg1"/>
                </a:solidFill>
              </a:rPr>
              <a:t>on SharePoint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Marketing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Documents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PPT Image Library.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Or, simply type in this URL: </a:t>
            </a:r>
            <a:r>
              <a:rPr lang="en-US" sz="900">
                <a:hlinkClick r:id="rId3"/>
              </a:rPr>
              <a:t>bit.ly/AF-PPT</a:t>
            </a:r>
            <a:r>
              <a:rPr lang="en-US" sz="900"/>
              <a:t> </a:t>
            </a:r>
            <a:endParaRPr lang="en-US" sz="900" i="1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EBBFB1AC-062E-48E2-DEA0-70D332678B0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34680" y="580769"/>
            <a:ext cx="5881817" cy="5609968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04AFA2B4-3E35-AF4F-2DC1-EE3201A44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5251801" cy="3651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05686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Large Left Image - Dk Purple">
    <p:bg bwMode="gray"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66A34F3-535E-D168-1C7B-A0D34E551C87}"/>
              </a:ext>
            </a:extLst>
          </p:cNvPr>
          <p:cNvSpPr/>
          <p:nvPr userDrawn="1"/>
        </p:nvSpPr>
        <p:spPr>
          <a:xfrm>
            <a:off x="5681764" y="556054"/>
            <a:ext cx="5793342" cy="56099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2418" y="991133"/>
            <a:ext cx="4683950" cy="200628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Content with Large Image on the Left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445D6-5ADC-4843-8D7E-04C5B3DA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C5A41-916D-4914-928C-14F9E3496C2D}" type="datetime1">
              <a:rPr lang="en-US" smtClean="0"/>
              <a:t>2/23/26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DC89B-4068-48CC-854E-8194F9455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7935" y="6394105"/>
            <a:ext cx="419482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66F4F-6CDA-49B4-ABC2-47547186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07935" y="3263945"/>
            <a:ext cx="4683500" cy="2519700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CFAEC9-107E-4C12-8C20-C62DC077EDC5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For a library of presentation-ready images, visit the library </a:t>
            </a:r>
            <a:r>
              <a:rPr lang="en-US" sz="900">
                <a:solidFill>
                  <a:schemeClr val="bg1"/>
                </a:solidFill>
              </a:rPr>
              <a:t>on SharePoint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Marketing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Documents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PPT Image Library.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Or, simply type in this URL: </a:t>
            </a:r>
            <a:r>
              <a:rPr lang="en-US" sz="900">
                <a:hlinkClick r:id="rId3"/>
              </a:rPr>
              <a:t>bit.ly/AF-PPT</a:t>
            </a:r>
            <a:r>
              <a:rPr lang="en-US" sz="900"/>
              <a:t> </a:t>
            </a:r>
            <a:endParaRPr lang="en-US" sz="900" i="1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28FA5F90-CC48-8392-5B76-6A50CC473E3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42" y="0"/>
            <a:ext cx="5793342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87707493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Left Image - Dark Bg">
    <p:bg bwMode="lt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CD822-AC3E-9535-CFA0-156ABCA3E8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1774065"/>
            <a:ext cx="4977414" cy="195530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solidFill>
                  <a:schemeClr val="tx1">
                    <a:lumMod val="95000"/>
                  </a:schemeClr>
                </a:solidFill>
              </a:rPr>
              <a:t>Divider or Impact Slide Option 2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061B5DED-D73D-015F-4AE5-745B1E18C4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white">
          <a:xfrm>
            <a:off x="6096000" y="3841968"/>
            <a:ext cx="4977413" cy="1301750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DA05514-6B1B-9F0E-84BF-814FDC4826E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078444" cy="6858000"/>
          </a:xfrm>
        </p:spPr>
        <p:txBody>
          <a:bodyPr bIns="914400"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AC5571-E6BE-8030-4F4B-C6D3C5C62005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For a library of presentation-ready images, visit the library on SharePoint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Design Resources &gt;  PowerPoint Templates &gt; Anytime Fitness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Or, simply type in this URL: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7500"/>
                </a:solidFill>
                <a:effectLst/>
                <a:uLnTx/>
                <a:uFillTx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7500"/>
                </a:solidFill>
                <a:effectLst/>
                <a:uLnTx/>
                <a:uFillTx/>
              </a:rPr>
              <a:t> </a:t>
            </a: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FF75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6671F2-0D61-52BC-4697-DAF58767F2C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78444" y="0"/>
            <a:ext cx="1572768" cy="6858000"/>
          </a:xfrm>
          <a:prstGeom prst="rect">
            <a:avLst/>
          </a:prstGeom>
        </p:spPr>
      </p:pic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083A65D-4331-EE9C-4E88-FB1161B8300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7EB65F7-02F7-4C03-9B5E-0F72A9F540CE}" type="datetime1">
              <a:rPr lang="en-US" smtClean="0"/>
              <a:pPr/>
              <a:t>2/23/26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69641BE-1BE1-EB54-23B4-6F4B33A13E9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096000" y="6394105"/>
            <a:ext cx="450676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67A052B-5F77-C85C-6A56-14AC1516194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78954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Large Left Image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3390CDE5-E10E-9F48-C106-7D987530EDB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6557319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4811" y="665652"/>
            <a:ext cx="4022175" cy="200628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Text with Large Image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70328" y="2938463"/>
            <a:ext cx="4021789" cy="3081337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588E7E-D8D9-4FCD-AE09-B830C7371667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For a library of presentation-ready images, visit the library on </a:t>
            </a:r>
            <a:r>
              <a:rPr lang="en-US" sz="900">
                <a:solidFill>
                  <a:schemeClr val="tx1"/>
                </a:solidFill>
              </a:rPr>
              <a:t>SharePoint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Marketing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Documents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PPT Image Library.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Or, simply type in this URL: </a:t>
            </a:r>
            <a:r>
              <a:rPr lang="en-US" sz="900">
                <a:solidFill>
                  <a:schemeClr val="accent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lang="en-US" sz="900">
                <a:solidFill>
                  <a:schemeClr val="accent6"/>
                </a:solidFill>
              </a:rPr>
              <a:t> </a:t>
            </a:r>
            <a:endParaRPr lang="en-US" sz="900" i="1">
              <a:solidFill>
                <a:schemeClr val="accent6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68B3CC2-AFD1-4477-B45D-28E1464D08F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970328" y="6394105"/>
            <a:ext cx="4361261" cy="365125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1E6687-4B96-E3CB-765F-312A09794C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2" r="93760"/>
          <a:stretch/>
        </p:blipFill>
        <p:spPr>
          <a:xfrm>
            <a:off x="11651211" y="0"/>
            <a:ext cx="540789" cy="6858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962B426-EE28-3D4F-2226-AB989EB3A17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12A9857-7E1B-8723-2438-760855E5C06B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B7EB65F7-02F7-4C03-9B5E-0F72A9F540CE}" type="datetime1">
              <a:rPr lang="en-US" smtClean="0"/>
              <a:pPr/>
              <a:t>2/23/26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06EBAB5-213A-F3AD-DB61-0953276BD31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ln>
            <a:solidFill>
              <a:schemeClr val="bg2">
                <a:lumMod val="90000"/>
              </a:schemeClr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4436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Large Left Image - Dark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3390CDE5-E10E-9F48-C106-7D987530EDB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6557319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4811" y="665652"/>
            <a:ext cx="4022175" cy="200628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Text with Large Image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70328" y="2938463"/>
            <a:ext cx="4021789" cy="3081337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588E7E-D8D9-4FCD-AE09-B830C7371667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For a library of presentation-ready images, visit the library on </a:t>
            </a:r>
            <a:r>
              <a:rPr lang="en-US" sz="900">
                <a:solidFill>
                  <a:schemeClr val="bg1"/>
                </a:solidFill>
              </a:rPr>
              <a:t>SharePoint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Marketing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Documents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PPT Image Library.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Or, simply type in this URL: </a:t>
            </a:r>
            <a:r>
              <a:rPr lang="en-US" sz="900">
                <a:solidFill>
                  <a:schemeClr val="accent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lang="en-US" sz="900">
                <a:solidFill>
                  <a:schemeClr val="accent6"/>
                </a:solidFill>
              </a:rPr>
              <a:t> </a:t>
            </a:r>
            <a:endParaRPr lang="en-US" sz="900" i="1">
              <a:solidFill>
                <a:schemeClr val="accent6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68B3CC2-AFD1-4477-B45D-28E1464D08F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970328" y="6394105"/>
            <a:ext cx="4361261" cy="365125"/>
          </a:xfrm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972565-4E9F-E115-14E6-4713149D27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49456" y="0"/>
            <a:ext cx="542544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59D1C155-6E45-A919-BFF3-D95E6F0E097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149FE-1185-71EC-5ED9-DA142CAF3FF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B7EB65F7-02F7-4C03-9B5E-0F72A9F540CE}" type="datetime1">
              <a:rPr lang="en-US" smtClean="0"/>
              <a:pPr/>
              <a:t>2/23/26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33577-CAD6-CBCA-C7B3-4AD96EA3129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4094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Large Right Image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CBE3A-1371-4086-83CA-4B7B61C86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1252778"/>
            <a:ext cx="3932237" cy="1600200"/>
          </a:xfrm>
        </p:spPr>
        <p:txBody>
          <a:bodyPr anchor="b"/>
          <a:lstStyle>
            <a:lvl1pPr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en-US"/>
              <a:t>Picture with Caption Layout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E72D9F-9271-4C1D-8743-9736C3B2E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1" y="6394105"/>
            <a:ext cx="459479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0C427F-57A5-4C05-9944-747C08A8F684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For a library of presentation-ready images, visit the library </a:t>
            </a:r>
            <a:r>
              <a:rPr lang="en-US" sz="900">
                <a:solidFill>
                  <a:schemeClr val="tx1"/>
                </a:solidFill>
              </a:rPr>
              <a:t>on SharePoint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Marketing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Documents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PPT Image Library.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Or, simply type in this URL: </a:t>
            </a:r>
            <a:r>
              <a:rPr lang="en-US" sz="900">
                <a:solidFill>
                  <a:schemeClr val="accent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lang="en-US" sz="900">
                <a:solidFill>
                  <a:schemeClr val="accent6"/>
                </a:solidFill>
              </a:rPr>
              <a:t> </a:t>
            </a:r>
            <a:endParaRPr lang="en-US" sz="900" i="1">
              <a:solidFill>
                <a:schemeClr val="accent6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F3C0D28-8347-E2BD-5443-74079E301A6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03092" y="0"/>
            <a:ext cx="5988907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D7EF77-A0CC-9187-46F7-7E0086D8AD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2" r="88438"/>
          <a:stretch/>
        </p:blipFill>
        <p:spPr>
          <a:xfrm>
            <a:off x="5114822" y="0"/>
            <a:ext cx="1088270" cy="6858000"/>
          </a:xfrm>
          <a:prstGeom prst="rect">
            <a:avLst/>
          </a:prstGeom>
        </p:spPr>
      </p:pic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B9AD8B6-545B-65BB-B696-AD1322BAA3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400" y="3082873"/>
            <a:ext cx="4021789" cy="3081337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504051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024" userDrawn="1">
          <p15:clr>
            <a:srgbClr val="FBAE40"/>
          </p15:clr>
        </p15:guide>
        <p15:guide id="2" orient="horz" pos="1851" userDrawn="1">
          <p15:clr>
            <a:srgbClr val="FBAE40"/>
          </p15:clr>
        </p15:guide>
        <p15:guide id="3" orient="horz" pos="1681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Large Right Image - Dark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1DB67CB-E66B-E513-1300-A4EE988AB0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20570" y="0"/>
            <a:ext cx="109118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7CBE3A-1371-4086-83CA-4B7B61C86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1252778"/>
            <a:ext cx="3932237" cy="1600200"/>
          </a:xfrm>
        </p:spPr>
        <p:txBody>
          <a:bodyPr anchor="b"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Picture with Caption Layout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E72D9F-9271-4C1D-8743-9736C3B2E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1" y="6394105"/>
            <a:ext cx="459479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0C427F-57A5-4C05-9944-747C08A8F684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For a library of presentation-ready images, visit the library </a:t>
            </a:r>
            <a:r>
              <a:rPr lang="en-US" sz="900">
                <a:solidFill>
                  <a:schemeClr val="bg1"/>
                </a:solidFill>
              </a:rPr>
              <a:t>on SharePoint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Marketing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Documents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PPT Image Library.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Or, simply type in this URL: </a:t>
            </a:r>
            <a:r>
              <a:rPr lang="en-US" sz="900">
                <a:solidFill>
                  <a:schemeClr val="accent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lang="en-US" sz="900">
                <a:solidFill>
                  <a:schemeClr val="accent6"/>
                </a:solidFill>
              </a:rPr>
              <a:t> </a:t>
            </a:r>
            <a:endParaRPr lang="en-US" sz="900" i="1">
              <a:solidFill>
                <a:schemeClr val="accent6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F3C0D28-8347-E2BD-5443-74079E301A6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03092" y="0"/>
            <a:ext cx="5988907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B9AD8B6-545B-65BB-B696-AD1322BAA3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400" y="3082873"/>
            <a:ext cx="4021789" cy="3081337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84378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024" userDrawn="1">
          <p15:clr>
            <a:srgbClr val="FBAE40"/>
          </p15:clr>
        </p15:guide>
        <p15:guide id="2" orient="horz" pos="1851" userDrawn="1">
          <p15:clr>
            <a:srgbClr val="FBAE40"/>
          </p15:clr>
        </p15:guide>
        <p15:guide id="3" orient="horz" pos="1681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3A6B4-A3D5-4559-9B50-8681943FC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950334-CBCA-4C0C-9256-E8C84E84E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C23DA-9182-4F7F-8FC5-9400BE17C503}" type="datetime1">
              <a:rPr lang="en-US" smtClean="0"/>
              <a:t>2/23/26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4C48FC-41A3-4C1F-9FB6-0C1634675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FAF286-CA2D-46B2-BD70-5607A3663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01A020-009D-7EEA-DD1F-A5CDDB5C4B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7845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91074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3A6B4-A3D5-4559-9B50-8681943FC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950334-CBCA-4C0C-9256-E8C84E84E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54CB0-479F-4F7B-88EF-A5236590A22D}" type="datetime1">
              <a:rPr lang="en-US" smtClean="0"/>
              <a:t>2/23/26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4C48FC-41A3-4C1F-9FB6-0C1634675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FAF286-CA2D-46B2-BD70-5607A3663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accent2"/>
            </a:solidFill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aphic 11">
            <a:extLst>
              <a:ext uri="{FF2B5EF4-FFF2-40B4-BE49-F238E27FC236}">
                <a16:creationId xmlns:a16="http://schemas.microsoft.com/office/drawing/2014/main" id="{53C0E19A-A4D2-463E-95B1-130D65051F58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FAF0B6A-84AD-4FEC-9F36-4B7FC1B1A58C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2C11466-1714-4BB7-8992-8150AC1082CA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CC02E2C-2570-4DFB-8C57-7A6084E29BC5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855F52E-9C75-4AB7-9A4D-A2F4AF67D14C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C81F46D-2704-456C-A873-C3B778571381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084246F-D4F1-46CA-A213-BA68C81E5002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EF987AA-CCB4-41F9-9D9A-52E05023101A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C5437F7-AD3F-401E-8F75-421F0F7F4D46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53615C4-42B6-4F33-B5C8-F615958F4118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6F55D7F-B3E7-47FF-A2AF-BF31306878DD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C148540-9CFD-467D-87F3-A74503977291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FBA94B1-B40F-42C2-AB64-120230A5A29C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707AC8D-CAAA-4801-AF78-4C7CEA528ED4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74E3741-6D99-404A-8F3C-1B1F4717856C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E9D1D89-BA61-4E8A-B5E8-26C1709E364B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FE1DC9D-F441-4E78-9F41-0ED81D376A31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D5F7999-6C5C-47F4-8660-1A30FD5EDE32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6B450A2-1530-45AF-B864-9877C2BB45A4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6B13653-E029-5EE9-51A5-832057379E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6200"/>
          <a:stretch/>
        </p:blipFill>
        <p:spPr>
          <a:xfrm>
            <a:off x="0" y="0"/>
            <a:ext cx="12191999" cy="34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032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0C576-385A-4E89-A235-AFB1864DF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E2DAA-6E50-4566-B326-2E4BFAE38C2B}" type="datetime1">
              <a:rPr lang="en-US" smtClean="0"/>
              <a:t>2/23/26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1E8DB8-3ABA-4FAC-9CA4-22451C61D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4650C-A620-4D65-812F-A6D81D6F2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89D1C3-EF30-1A64-D64E-785C0321AD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7845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71084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0C576-385A-4E89-A235-AFB1864DF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AE767-AD7A-4354-98E9-BBF18BBC850E}" type="datetime1">
              <a:rPr lang="en-US" smtClean="0"/>
              <a:t>2/23/26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1E8DB8-3ABA-4FAC-9CA4-22451C61D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4650C-A620-4D65-812F-A6D81D6F2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accent2"/>
            </a:solidFill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aphic 11">
            <a:extLst>
              <a:ext uri="{FF2B5EF4-FFF2-40B4-BE49-F238E27FC236}">
                <a16:creationId xmlns:a16="http://schemas.microsoft.com/office/drawing/2014/main" id="{BA9201ED-F2A9-4AD2-8DD8-43E12408EB7A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0888EAA-2B15-4C85-A3A0-53854031C0B3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8ECDE7E-8123-4765-A6F7-5379560B0CE5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FCB4DA7-0E21-4BEC-9A2F-1AA54A8CDD8C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71D2BB3-862F-4FCD-9968-A3850282E999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5575EFA-EF81-44BC-8383-9BCA2B0E63B9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982B94-7DCA-4961-BA85-A505E42E53C4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3D449D9-8C1E-4E2E-A0AA-80541DFCE6F6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96A225C-9804-4FC2-BF9A-FA48F1D947E9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163AAAE-680F-4A40-9AD8-28402645E775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3FD5D76-FEA6-4F6D-B521-8BC3A79FE97D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D539EAE-FBA1-48EF-B3A8-E0FBAE47782E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7653361-758F-46D1-8508-6340F8A54665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F85573A-308D-49AB-9683-F26973CEBE46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67BE349-ED57-4FA7-A2AF-FFFBF57C7F98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941E430-F8D4-46C7-ABA1-3E517D90F344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D115AB9-07A4-49DE-AE79-79340657B546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1122BFB-DE13-4813-98E1-26D38008A61E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0AA93C6-3E3E-4474-89F7-1EE0DA423DE7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54606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and Content Layout - Mobile Pho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71F8752B-CC89-8237-0AB1-153867E787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9"/>
            <a:ext cx="12192000" cy="685662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BB42B74-42D0-BC68-CE77-B8A48C597D02}"/>
              </a:ext>
            </a:extLst>
          </p:cNvPr>
          <p:cNvSpPr/>
          <p:nvPr userDrawn="1"/>
        </p:nvSpPr>
        <p:spPr>
          <a:xfrm>
            <a:off x="777922" y="-1313"/>
            <a:ext cx="11414078" cy="6038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Picture 14" descr="A close up of a box&#10;&#10;Description automatically generated">
            <a:extLst>
              <a:ext uri="{FF2B5EF4-FFF2-40B4-BE49-F238E27FC236}">
                <a16:creationId xmlns:a16="http://schemas.microsoft.com/office/drawing/2014/main" id="{E4288BF0-2F2B-4AF4-A6DF-82D4FFDB57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41366" y="423081"/>
            <a:ext cx="7487784" cy="6503206"/>
          </a:xfrm>
          <a:prstGeom prst="rect">
            <a:avLst/>
          </a:prstGeom>
        </p:spPr>
      </p:pic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B2ED39FC-EA16-4E6D-8159-BF3D4AFB8EA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72353" y="867910"/>
            <a:ext cx="2600988" cy="5134169"/>
          </a:xfrm>
          <a:prstGeom prst="roundRect">
            <a:avLst>
              <a:gd name="adj" fmla="val 5128"/>
            </a:avLst>
          </a:prstGeom>
          <a:ln>
            <a:noFill/>
          </a:ln>
        </p:spPr>
        <p:txBody>
          <a:bodyPr lIns="182880" tIns="457200" rIns="274320" bIns="1828800"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75EED30-FB0F-4493-8C81-AD3C0CE9F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8860" y="2757827"/>
            <a:ext cx="5265794" cy="2940113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84FD7B-C7B7-45A0-A3AD-870EFDA67C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8860" y="1105174"/>
            <a:ext cx="5265794" cy="1386298"/>
          </a:xfr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Mobile Phone with Content Layout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898FB83F-71EE-898B-04D4-72A705780CC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01469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Only Layout - Mobile Pho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88C09DC0-316A-AD97-0E28-11EFF9465D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661"/>
          <a:stretch/>
        </p:blipFill>
        <p:spPr>
          <a:xfrm flipH="1">
            <a:off x="0" y="689"/>
            <a:ext cx="12192000" cy="5302831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Picture 14" descr="A close up of a box&#10;&#10;Description automatically generated">
            <a:extLst>
              <a:ext uri="{FF2B5EF4-FFF2-40B4-BE49-F238E27FC236}">
                <a16:creationId xmlns:a16="http://schemas.microsoft.com/office/drawing/2014/main" id="{E4288BF0-2F2B-4AF4-A6DF-82D4FFDB57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12261" y="435935"/>
            <a:ext cx="8090500" cy="6558590"/>
          </a:xfrm>
          <a:prstGeom prst="rect">
            <a:avLst/>
          </a:prstGeom>
        </p:spPr>
      </p:pic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B2ED39FC-EA16-4E6D-8159-BF3D4AFB8EA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877732" y="893135"/>
            <a:ext cx="2607590" cy="5178056"/>
          </a:xfrm>
          <a:prstGeom prst="roundRect">
            <a:avLst>
              <a:gd name="adj" fmla="val 5128"/>
            </a:avLst>
          </a:prstGeom>
          <a:ln>
            <a:noFill/>
          </a:ln>
        </p:spPr>
        <p:txBody>
          <a:bodyPr lIns="182880" tIns="457200" rIns="274320" bIns="1645920"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</p:spTree>
    <p:extLst>
      <p:ext uri="{BB962C8B-B14F-4D97-AF65-F5344CB8AC3E}">
        <p14:creationId xmlns:p14="http://schemas.microsoft.com/office/powerpoint/2010/main" val="265621926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and Content Layout - Monito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21944" y="5462658"/>
            <a:ext cx="305503" cy="306298"/>
          </a:xfrm>
        </p:spPr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75EED30-FB0F-4493-8C81-AD3C0CE9F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5807" y="3234936"/>
            <a:ext cx="2592532" cy="2774622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A picture containing electronics, display, monitor, computer&#10;&#10;Description automatically generated">
            <a:extLst>
              <a:ext uri="{FF2B5EF4-FFF2-40B4-BE49-F238E27FC236}">
                <a16:creationId xmlns:a16="http://schemas.microsoft.com/office/drawing/2014/main" id="{0E73EB80-86B6-4392-AEB1-BA37BCC6D8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31667" y="482175"/>
            <a:ext cx="8070930" cy="6479051"/>
          </a:xfrm>
          <a:prstGeom prst="rect">
            <a:avLst/>
          </a:prstGeom>
        </p:spPr>
      </p:pic>
      <p:sp>
        <p:nvSpPr>
          <p:cNvPr id="12" name="Content Placeholder 16">
            <a:extLst>
              <a:ext uri="{FF2B5EF4-FFF2-40B4-BE49-F238E27FC236}">
                <a16:creationId xmlns:a16="http://schemas.microsoft.com/office/drawing/2014/main" id="{8CE65D05-2ADE-4922-AD69-39A60F4790B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760131" y="749594"/>
            <a:ext cx="7627339" cy="4843131"/>
          </a:xfrm>
          <a:prstGeom prst="rect">
            <a:avLst/>
          </a:prstGeom>
          <a:ln>
            <a:noFill/>
          </a:ln>
        </p:spPr>
        <p:txBody>
          <a:bodyPr lIns="182880" tIns="457200" rIns="274320" bIns="1371600"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9E5248-484C-4E3E-B758-2738EE91F4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5808" y="1470449"/>
            <a:ext cx="2592532" cy="1558209"/>
          </a:xfr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Monitor with Content Layout</a:t>
            </a:r>
          </a:p>
        </p:txBody>
      </p:sp>
    </p:spTree>
    <p:extLst>
      <p:ext uri="{BB962C8B-B14F-4D97-AF65-F5344CB8AC3E}">
        <p14:creationId xmlns:p14="http://schemas.microsoft.com/office/powerpoint/2010/main" val="229806583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Only Layout - Monito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B04AD9-8072-84AB-2ABF-CCAF021C2B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2026"/>
          <a:stretch/>
        </p:blipFill>
        <p:spPr>
          <a:xfrm>
            <a:off x="0" y="0"/>
            <a:ext cx="12191999" cy="653552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A picture containing electronics, display, monitor, computer&#10;&#10;Description automatically generated">
            <a:extLst>
              <a:ext uri="{FF2B5EF4-FFF2-40B4-BE49-F238E27FC236}">
                <a16:creationId xmlns:a16="http://schemas.microsoft.com/office/drawing/2014/main" id="{0E73EB80-86B6-4392-AEB1-BA37BCC6D8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49841" y="377456"/>
            <a:ext cx="8221247" cy="6599720"/>
          </a:xfrm>
          <a:prstGeom prst="rect">
            <a:avLst/>
          </a:prstGeom>
        </p:spPr>
      </p:pic>
      <p:sp>
        <p:nvSpPr>
          <p:cNvPr id="12" name="Content Placeholder 16">
            <a:extLst>
              <a:ext uri="{FF2B5EF4-FFF2-40B4-BE49-F238E27FC236}">
                <a16:creationId xmlns:a16="http://schemas.microsoft.com/office/drawing/2014/main" id="{8CE65D05-2ADE-4922-AD69-39A60F4790B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178307" y="611372"/>
            <a:ext cx="7768452" cy="4965405"/>
          </a:xfrm>
          <a:prstGeom prst="rect">
            <a:avLst/>
          </a:prstGeom>
          <a:ln>
            <a:noFill/>
          </a:ln>
        </p:spPr>
        <p:txBody>
          <a:bodyPr lIns="182880" tIns="457200" rIns="274320" bIns="1188720"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</p:spTree>
    <p:extLst>
      <p:ext uri="{BB962C8B-B14F-4D97-AF65-F5344CB8AC3E}">
        <p14:creationId xmlns:p14="http://schemas.microsoft.com/office/powerpoint/2010/main" val="323235264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dia and Content Layout - Labto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91169" y="5477347"/>
            <a:ext cx="305503" cy="306298"/>
          </a:xfrm>
        </p:spPr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75EED30-FB0F-4493-8C81-AD3C0CE9F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2901" y="3239613"/>
            <a:ext cx="2592532" cy="2562551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930A5AB1-3040-4C0D-BADA-C520253057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4462" y="455123"/>
            <a:ext cx="10259861" cy="6273139"/>
          </a:xfrm>
          <a:prstGeom prst="rect">
            <a:avLst/>
          </a:prstGeom>
        </p:spPr>
      </p:pic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6EA01640-EF1C-4D68-A619-1B49277EBFE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747000" y="868055"/>
            <a:ext cx="7496930" cy="4660876"/>
          </a:xfrm>
          <a:prstGeom prst="rect">
            <a:avLst/>
          </a:prstGeom>
          <a:ln>
            <a:noFill/>
          </a:ln>
        </p:spPr>
        <p:txBody>
          <a:bodyPr lIns="182880" tIns="457200" rIns="274320" bIns="1280160"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8A35DD-E14B-4E0E-A3E8-B5D1C3AA07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2" y="1297510"/>
            <a:ext cx="2592532" cy="1706716"/>
          </a:xfr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 err="1"/>
              <a:t>Labtop</a:t>
            </a:r>
            <a:r>
              <a:rPr lang="en-US"/>
              <a:t> with Content Layout</a:t>
            </a:r>
          </a:p>
        </p:txBody>
      </p:sp>
    </p:spTree>
    <p:extLst>
      <p:ext uri="{BB962C8B-B14F-4D97-AF65-F5344CB8AC3E}">
        <p14:creationId xmlns:p14="http://schemas.microsoft.com/office/powerpoint/2010/main" val="299224434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Only Layout - Labto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A5CC85B-DB76-0573-E1DF-A5B1883061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2026"/>
          <a:stretch/>
        </p:blipFill>
        <p:spPr>
          <a:xfrm>
            <a:off x="0" y="0"/>
            <a:ext cx="12191999" cy="653552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930A5AB1-3040-4C0D-BADA-C520253057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096" y="396272"/>
            <a:ext cx="10230379" cy="6255113"/>
          </a:xfrm>
          <a:prstGeom prst="rect">
            <a:avLst/>
          </a:prstGeom>
        </p:spPr>
      </p:pic>
      <p:sp>
        <p:nvSpPr>
          <p:cNvPr id="9" name="Content Placeholder 16">
            <a:extLst>
              <a:ext uri="{FF2B5EF4-FFF2-40B4-BE49-F238E27FC236}">
                <a16:creationId xmlns:a16="http://schemas.microsoft.com/office/drawing/2014/main" id="{2DA65E44-71AA-4CFE-91CB-8EBA77B167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17898" y="792126"/>
            <a:ext cx="7485321" cy="4635795"/>
          </a:xfrm>
          <a:prstGeom prst="rect">
            <a:avLst/>
          </a:prstGeom>
          <a:ln>
            <a:noFill/>
          </a:ln>
        </p:spPr>
        <p:txBody>
          <a:bodyPr lIns="182880" tIns="457200" rIns="274320" bIns="1280160"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</p:spTree>
    <p:extLst>
      <p:ext uri="{BB962C8B-B14F-4D97-AF65-F5344CB8AC3E}">
        <p14:creationId xmlns:p14="http://schemas.microsoft.com/office/powerpoint/2010/main" val="8885282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and Content Layout - Table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Shape, square&#10;&#10;Description automatically generated">
            <a:extLst>
              <a:ext uri="{FF2B5EF4-FFF2-40B4-BE49-F238E27FC236}">
                <a16:creationId xmlns:a16="http://schemas.microsoft.com/office/drawing/2014/main" id="{A7CEB4B8-FA90-4131-8982-DF675A196A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677742" y="-449737"/>
            <a:ext cx="5798189" cy="7590805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75EED30-FB0F-4493-8C81-AD3C0CE9F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5666" y="3243160"/>
            <a:ext cx="2877758" cy="2660969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6EA01640-EF1C-4D68-A619-1B49277EBFE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45688" y="691116"/>
            <a:ext cx="7097233" cy="5300332"/>
          </a:xfrm>
          <a:prstGeom prst="roundRect">
            <a:avLst>
              <a:gd name="adj" fmla="val 1302"/>
            </a:avLst>
          </a:prstGeom>
          <a:ln>
            <a:noFill/>
          </a:ln>
        </p:spPr>
        <p:txBody>
          <a:bodyPr lIns="182880" tIns="457200" rIns="274320" bIns="1188720"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61CC60-E103-43AE-A5A8-53EF82C77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5667" y="805856"/>
            <a:ext cx="2877758" cy="2281834"/>
          </a:xfr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Tablet with Content Layout</a:t>
            </a:r>
          </a:p>
        </p:txBody>
      </p:sp>
    </p:spTree>
    <p:extLst>
      <p:ext uri="{BB962C8B-B14F-4D97-AF65-F5344CB8AC3E}">
        <p14:creationId xmlns:p14="http://schemas.microsoft.com/office/powerpoint/2010/main" val="398392604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Only Layout - Table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7E1F9FE4-7079-98F9-0408-2EC0759166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661"/>
          <a:stretch/>
        </p:blipFill>
        <p:spPr>
          <a:xfrm>
            <a:off x="0" y="689"/>
            <a:ext cx="12192000" cy="5302831"/>
          </a:xfrm>
          <a:prstGeom prst="rect">
            <a:avLst/>
          </a:prstGeom>
        </p:spPr>
      </p:pic>
      <p:pic>
        <p:nvPicPr>
          <p:cNvPr id="15" name="Picture 14" descr="Shape, square&#10;&#10;Description automatically generated">
            <a:extLst>
              <a:ext uri="{FF2B5EF4-FFF2-40B4-BE49-F238E27FC236}">
                <a16:creationId xmlns:a16="http://schemas.microsoft.com/office/drawing/2014/main" id="{A7CEB4B8-FA90-4131-8982-DF675A196A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3164849" y="-465285"/>
            <a:ext cx="5862302" cy="767474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6EA01640-EF1C-4D68-A619-1B49277EBFE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19284" y="698149"/>
            <a:ext cx="7185327" cy="5335828"/>
          </a:xfrm>
          <a:prstGeom prst="roundRect">
            <a:avLst>
              <a:gd name="adj" fmla="val 1302"/>
            </a:avLst>
          </a:prstGeom>
          <a:ln>
            <a:noFill/>
          </a:ln>
        </p:spPr>
        <p:txBody>
          <a:bodyPr lIns="182880" tIns="457200" rIns="274320" bIns="1280160"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</p:spTree>
    <p:extLst>
      <p:ext uri="{BB962C8B-B14F-4D97-AF65-F5344CB8AC3E}">
        <p14:creationId xmlns:p14="http://schemas.microsoft.com/office/powerpoint/2010/main" val="425332115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estions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DCA81D8A-CBA0-45F2-DC4D-D37A6E8A3F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BBDEF9B-7E99-47B9-BDFC-E0C14D424E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581796" y="2780925"/>
            <a:ext cx="7028408" cy="1091544"/>
          </a:xfrm>
        </p:spPr>
        <p:txBody>
          <a:bodyPr anchor="t"/>
          <a:lstStyle>
            <a:lvl1pPr marL="0" indent="0" algn="ctr">
              <a:buNone/>
              <a:defRPr sz="8800" b="1" cap="all" baseline="0">
                <a:solidFill>
                  <a:schemeClr val="accent4"/>
                </a:solidFill>
              </a:defRPr>
            </a:lvl1pPr>
            <a:lvl2pPr marL="227013" indent="0">
              <a:buNone/>
              <a:defRPr/>
            </a:lvl2pPr>
          </a:lstStyle>
          <a:p>
            <a:pPr lvl="0"/>
            <a:r>
              <a:rPr lang="en-US" err="1"/>
              <a:t>qUESTIONS</a:t>
            </a:r>
            <a:r>
              <a:rPr lang="en-US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247390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DCA81D8A-CBA0-45F2-DC4D-D37A6E8A3F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BBDEF9B-7E99-47B9-BDFC-E0C14D424E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581796" y="2780925"/>
            <a:ext cx="7028408" cy="1091544"/>
          </a:xfrm>
        </p:spPr>
        <p:txBody>
          <a:bodyPr anchor="t"/>
          <a:lstStyle>
            <a:lvl1pPr marL="0" indent="0" algn="ctr">
              <a:buNone/>
              <a:defRPr sz="8800" b="1" cap="all" baseline="0">
                <a:solidFill>
                  <a:schemeClr val="accent4"/>
                </a:solidFill>
              </a:defRPr>
            </a:lvl1pPr>
            <a:lvl2pPr marL="227013" indent="0">
              <a:buNone/>
              <a:defRPr/>
            </a:lvl2pPr>
          </a:lstStyle>
          <a:p>
            <a:pPr lvl="0"/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103555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03FCA63-ED35-43C6-9D23-79CB6DA6369F}"/>
              </a:ext>
            </a:extLst>
          </p:cNvPr>
          <p:cNvSpPr/>
          <p:nvPr userDrawn="1"/>
        </p:nvSpPr>
        <p:spPr>
          <a:xfrm>
            <a:off x="3970041" y="2889501"/>
            <a:ext cx="8221959" cy="1304555"/>
          </a:xfrm>
          <a:custGeom>
            <a:avLst/>
            <a:gdLst>
              <a:gd name="connsiteX0" fmla="*/ 1 w 8221959"/>
              <a:gd name="connsiteY0" fmla="*/ 192 h 1304555"/>
              <a:gd name="connsiteX1" fmla="*/ 323852 w 8221959"/>
              <a:gd name="connsiteY1" fmla="*/ 192 h 1304555"/>
              <a:gd name="connsiteX2" fmla="*/ 323852 w 8221959"/>
              <a:gd name="connsiteY2" fmla="*/ 891522 h 1304555"/>
              <a:gd name="connsiteX3" fmla="*/ 535496 w 8221959"/>
              <a:gd name="connsiteY3" fmla="*/ 652272 h 1304555"/>
              <a:gd name="connsiteX4" fmla="*/ 1038797 w 8221959"/>
              <a:gd name="connsiteY4" fmla="*/ 84582 h 1304555"/>
              <a:gd name="connsiteX5" fmla="*/ 1045274 w 8221959"/>
              <a:gd name="connsiteY5" fmla="*/ 77628 h 1304555"/>
              <a:gd name="connsiteX6" fmla="*/ 1402366 w 8221959"/>
              <a:gd name="connsiteY6" fmla="*/ 62103 h 1304555"/>
              <a:gd name="connsiteX7" fmla="*/ 1495902 w 8221959"/>
              <a:gd name="connsiteY7" fmla="*/ 272319 h 1304555"/>
              <a:gd name="connsiteX8" fmla="*/ 1495902 w 8221959"/>
              <a:gd name="connsiteY8" fmla="*/ 899826 h 1304555"/>
              <a:gd name="connsiteX9" fmla="*/ 1714977 w 8221959"/>
              <a:gd name="connsiteY9" fmla="*/ 652176 h 1304555"/>
              <a:gd name="connsiteX10" fmla="*/ 2218183 w 8221959"/>
              <a:gd name="connsiteY10" fmla="*/ 84582 h 1304555"/>
              <a:gd name="connsiteX11" fmla="*/ 2224374 w 8221959"/>
              <a:gd name="connsiteY11" fmla="*/ 77628 h 1304555"/>
              <a:gd name="connsiteX12" fmla="*/ 2581847 w 8221959"/>
              <a:gd name="connsiteY12" fmla="*/ 62103 h 1304555"/>
              <a:gd name="connsiteX13" fmla="*/ 2675383 w 8221959"/>
              <a:gd name="connsiteY13" fmla="*/ 272319 h 1304555"/>
              <a:gd name="connsiteX14" fmla="*/ 2675383 w 8221959"/>
              <a:gd name="connsiteY14" fmla="*/ 899826 h 1304555"/>
              <a:gd name="connsiteX15" fmla="*/ 2894458 w 8221959"/>
              <a:gd name="connsiteY15" fmla="*/ 652176 h 1304555"/>
              <a:gd name="connsiteX16" fmla="*/ 3397663 w 8221959"/>
              <a:gd name="connsiteY16" fmla="*/ 84582 h 1304555"/>
              <a:gd name="connsiteX17" fmla="*/ 3404236 w 8221959"/>
              <a:gd name="connsiteY17" fmla="*/ 77628 h 1304555"/>
              <a:gd name="connsiteX18" fmla="*/ 3761328 w 8221959"/>
              <a:gd name="connsiteY18" fmla="*/ 62103 h 1304555"/>
              <a:gd name="connsiteX19" fmla="*/ 3854768 w 8221959"/>
              <a:gd name="connsiteY19" fmla="*/ 272319 h 1304555"/>
              <a:gd name="connsiteX20" fmla="*/ 3854768 w 8221959"/>
              <a:gd name="connsiteY20" fmla="*/ 899826 h 1304555"/>
              <a:gd name="connsiteX21" fmla="*/ 4073843 w 8221959"/>
              <a:gd name="connsiteY21" fmla="*/ 652176 h 1304555"/>
              <a:gd name="connsiteX22" fmla="*/ 4577049 w 8221959"/>
              <a:gd name="connsiteY22" fmla="*/ 84582 h 1304555"/>
              <a:gd name="connsiteX23" fmla="*/ 4583526 w 8221959"/>
              <a:gd name="connsiteY23" fmla="*/ 77628 h 1304555"/>
              <a:gd name="connsiteX24" fmla="*/ 4940713 w 8221959"/>
              <a:gd name="connsiteY24" fmla="*/ 62103 h 1304555"/>
              <a:gd name="connsiteX25" fmla="*/ 5034249 w 8221959"/>
              <a:gd name="connsiteY25" fmla="*/ 272319 h 1304555"/>
              <a:gd name="connsiteX26" fmla="*/ 5034249 w 8221959"/>
              <a:gd name="connsiteY26" fmla="*/ 652272 h 1304555"/>
              <a:gd name="connsiteX27" fmla="*/ 5031296 w 8221959"/>
              <a:gd name="connsiteY27" fmla="*/ 652272 h 1304555"/>
              <a:gd name="connsiteX28" fmla="*/ 5031296 w 8221959"/>
              <a:gd name="connsiteY28" fmla="*/ 899921 h 1304555"/>
              <a:gd name="connsiteX29" fmla="*/ 5250370 w 8221959"/>
              <a:gd name="connsiteY29" fmla="*/ 652271 h 1304555"/>
              <a:gd name="connsiteX30" fmla="*/ 5753668 w 8221959"/>
              <a:gd name="connsiteY30" fmla="*/ 84581 h 1304555"/>
              <a:gd name="connsiteX31" fmla="*/ 5760145 w 8221959"/>
              <a:gd name="connsiteY31" fmla="*/ 77627 h 1304555"/>
              <a:gd name="connsiteX32" fmla="*/ 6117235 w 8221959"/>
              <a:gd name="connsiteY32" fmla="*/ 62102 h 1304555"/>
              <a:gd name="connsiteX33" fmla="*/ 6210770 w 8221959"/>
              <a:gd name="connsiteY33" fmla="*/ 272318 h 1304555"/>
              <a:gd name="connsiteX34" fmla="*/ 6210770 w 8221959"/>
              <a:gd name="connsiteY34" fmla="*/ 899825 h 1304555"/>
              <a:gd name="connsiteX35" fmla="*/ 6429843 w 8221959"/>
              <a:gd name="connsiteY35" fmla="*/ 652175 h 1304555"/>
              <a:gd name="connsiteX36" fmla="*/ 6933046 w 8221959"/>
              <a:gd name="connsiteY36" fmla="*/ 84581 h 1304555"/>
              <a:gd name="connsiteX37" fmla="*/ 6939237 w 8221959"/>
              <a:gd name="connsiteY37" fmla="*/ 77627 h 1304555"/>
              <a:gd name="connsiteX38" fmla="*/ 7114949 w 8221959"/>
              <a:gd name="connsiteY38" fmla="*/ 250 h 1304555"/>
              <a:gd name="connsiteX39" fmla="*/ 7296708 w 8221959"/>
              <a:gd name="connsiteY39" fmla="*/ 62102 h 1304555"/>
              <a:gd name="connsiteX40" fmla="*/ 7390243 w 8221959"/>
              <a:gd name="connsiteY40" fmla="*/ 272318 h 1304555"/>
              <a:gd name="connsiteX41" fmla="*/ 7390243 w 8221959"/>
              <a:gd name="connsiteY41" fmla="*/ 899825 h 1304555"/>
              <a:gd name="connsiteX42" fmla="*/ 7609317 w 8221959"/>
              <a:gd name="connsiteY42" fmla="*/ 652175 h 1304555"/>
              <a:gd name="connsiteX43" fmla="*/ 8112520 w 8221959"/>
              <a:gd name="connsiteY43" fmla="*/ 84581 h 1304555"/>
              <a:gd name="connsiteX44" fmla="*/ 8119092 w 8221959"/>
              <a:gd name="connsiteY44" fmla="*/ 77627 h 1304555"/>
              <a:gd name="connsiteX45" fmla="*/ 8201036 w 8221959"/>
              <a:gd name="connsiteY45" fmla="*/ 21886 h 1304555"/>
              <a:gd name="connsiteX46" fmla="*/ 8221959 w 8221959"/>
              <a:gd name="connsiteY46" fmla="*/ 15039 h 1304555"/>
              <a:gd name="connsiteX47" fmla="*/ 8221959 w 8221959"/>
              <a:gd name="connsiteY47" fmla="*/ 439700 h 1304555"/>
              <a:gd name="connsiteX48" fmla="*/ 8033748 w 8221959"/>
              <a:gd name="connsiteY48" fmla="*/ 652461 h 1304555"/>
              <a:gd name="connsiteX49" fmla="*/ 7524354 w 8221959"/>
              <a:gd name="connsiteY49" fmla="*/ 1227105 h 1304555"/>
              <a:gd name="connsiteX50" fmla="*/ 7211270 w 8221959"/>
              <a:gd name="connsiteY50" fmla="*/ 1272253 h 1304555"/>
              <a:gd name="connsiteX51" fmla="*/ 7073729 w 8221959"/>
              <a:gd name="connsiteY51" fmla="*/ 1029556 h 1304555"/>
              <a:gd name="connsiteX52" fmla="*/ 7073729 w 8221959"/>
              <a:gd name="connsiteY52" fmla="*/ 404811 h 1304555"/>
              <a:gd name="connsiteX53" fmla="*/ 6854656 w 8221959"/>
              <a:gd name="connsiteY53" fmla="*/ 652461 h 1304555"/>
              <a:gd name="connsiteX54" fmla="*/ 6345167 w 8221959"/>
              <a:gd name="connsiteY54" fmla="*/ 1227105 h 1304555"/>
              <a:gd name="connsiteX55" fmla="*/ 6158192 w 8221959"/>
              <a:gd name="connsiteY55" fmla="*/ 1304352 h 1304555"/>
              <a:gd name="connsiteX56" fmla="*/ 6031511 w 8221959"/>
              <a:gd name="connsiteY56" fmla="*/ 1272063 h 1304555"/>
              <a:gd name="connsiteX57" fmla="*/ 5893970 w 8221959"/>
              <a:gd name="connsiteY57" fmla="*/ 1029366 h 1304555"/>
              <a:gd name="connsiteX58" fmla="*/ 5893970 w 8221959"/>
              <a:gd name="connsiteY58" fmla="*/ 404811 h 1304555"/>
              <a:gd name="connsiteX59" fmla="*/ 5674897 w 8221959"/>
              <a:gd name="connsiteY59" fmla="*/ 652461 h 1304555"/>
              <a:gd name="connsiteX60" fmla="*/ 5165407 w 8221959"/>
              <a:gd name="connsiteY60" fmla="*/ 1227105 h 1304555"/>
              <a:gd name="connsiteX61" fmla="*/ 4979100 w 8221959"/>
              <a:gd name="connsiteY61" fmla="*/ 1304543 h 1304555"/>
              <a:gd name="connsiteX62" fmla="*/ 4852322 w 8221959"/>
              <a:gd name="connsiteY62" fmla="*/ 1272253 h 1304555"/>
              <a:gd name="connsiteX63" fmla="*/ 4714877 w 8221959"/>
              <a:gd name="connsiteY63" fmla="*/ 1029556 h 1304555"/>
              <a:gd name="connsiteX64" fmla="*/ 4714877 w 8221959"/>
              <a:gd name="connsiteY64" fmla="*/ 652271 h 1304555"/>
              <a:gd name="connsiteX65" fmla="*/ 4717066 w 8221959"/>
              <a:gd name="connsiteY65" fmla="*/ 652271 h 1304555"/>
              <a:gd name="connsiteX66" fmla="*/ 4717066 w 8221959"/>
              <a:gd name="connsiteY66" fmla="*/ 404622 h 1304555"/>
              <a:gd name="connsiteX67" fmla="*/ 4497991 w 8221959"/>
              <a:gd name="connsiteY67" fmla="*/ 652272 h 1304555"/>
              <a:gd name="connsiteX68" fmla="*/ 3988499 w 8221959"/>
              <a:gd name="connsiteY68" fmla="*/ 1226915 h 1304555"/>
              <a:gd name="connsiteX69" fmla="*/ 3802190 w 8221959"/>
              <a:gd name="connsiteY69" fmla="*/ 1304353 h 1304555"/>
              <a:gd name="connsiteX70" fmla="*/ 3675508 w 8221959"/>
              <a:gd name="connsiteY70" fmla="*/ 1272064 h 1304555"/>
              <a:gd name="connsiteX71" fmla="*/ 3537967 w 8221959"/>
              <a:gd name="connsiteY71" fmla="*/ 1029367 h 1304555"/>
              <a:gd name="connsiteX72" fmla="*/ 3537967 w 8221959"/>
              <a:gd name="connsiteY72" fmla="*/ 404812 h 1304555"/>
              <a:gd name="connsiteX73" fmla="*/ 3318892 w 8221959"/>
              <a:gd name="connsiteY73" fmla="*/ 652462 h 1304555"/>
              <a:gd name="connsiteX74" fmla="*/ 2809495 w 8221959"/>
              <a:gd name="connsiteY74" fmla="*/ 1227106 h 1304555"/>
              <a:gd name="connsiteX75" fmla="*/ 2496408 w 8221959"/>
              <a:gd name="connsiteY75" fmla="*/ 1272254 h 1304555"/>
              <a:gd name="connsiteX76" fmla="*/ 2358867 w 8221959"/>
              <a:gd name="connsiteY76" fmla="*/ 1029557 h 1304555"/>
              <a:gd name="connsiteX77" fmla="*/ 2358867 w 8221959"/>
              <a:gd name="connsiteY77" fmla="*/ 404812 h 1304555"/>
              <a:gd name="connsiteX78" fmla="*/ 2139792 w 8221959"/>
              <a:gd name="connsiteY78" fmla="*/ 652462 h 1304555"/>
              <a:gd name="connsiteX79" fmla="*/ 1630300 w 8221959"/>
              <a:gd name="connsiteY79" fmla="*/ 1227106 h 1304555"/>
              <a:gd name="connsiteX80" fmla="*/ 1443324 w 8221959"/>
              <a:gd name="connsiteY80" fmla="*/ 1304353 h 1304555"/>
              <a:gd name="connsiteX81" fmla="*/ 1316641 w 8221959"/>
              <a:gd name="connsiteY81" fmla="*/ 1272064 h 1304555"/>
              <a:gd name="connsiteX82" fmla="*/ 1179100 w 8221959"/>
              <a:gd name="connsiteY82" fmla="*/ 1029367 h 1304555"/>
              <a:gd name="connsiteX83" fmla="*/ 1179100 w 8221959"/>
              <a:gd name="connsiteY83" fmla="*/ 404812 h 1304555"/>
              <a:gd name="connsiteX84" fmla="*/ 960025 w 8221959"/>
              <a:gd name="connsiteY84" fmla="*/ 652462 h 1304555"/>
              <a:gd name="connsiteX85" fmla="*/ 450533 w 8221959"/>
              <a:gd name="connsiteY85" fmla="*/ 1227106 h 1304555"/>
              <a:gd name="connsiteX86" fmla="*/ 264224 w 8221959"/>
              <a:gd name="connsiteY86" fmla="*/ 1304544 h 1304555"/>
              <a:gd name="connsiteX87" fmla="*/ 137446 w 8221959"/>
              <a:gd name="connsiteY87" fmla="*/ 1272254 h 1304555"/>
              <a:gd name="connsiteX88" fmla="*/ 9180 w 8221959"/>
              <a:gd name="connsiteY88" fmla="*/ 1102894 h 1304555"/>
              <a:gd name="connsiteX89" fmla="*/ 513 w 8221959"/>
              <a:gd name="connsiteY89" fmla="*/ 1033656 h 1304555"/>
              <a:gd name="connsiteX90" fmla="*/ 1 w 8221959"/>
              <a:gd name="connsiteY90" fmla="*/ 1033656 h 1304555"/>
              <a:gd name="connsiteX91" fmla="*/ 1 w 8221959"/>
              <a:gd name="connsiteY91" fmla="*/ 1029565 h 1304555"/>
              <a:gd name="connsiteX92" fmla="*/ 0 w 8221959"/>
              <a:gd name="connsiteY92" fmla="*/ 1029557 h 1304555"/>
              <a:gd name="connsiteX93" fmla="*/ 0 w 8221959"/>
              <a:gd name="connsiteY93" fmla="*/ 652272 h 1304555"/>
              <a:gd name="connsiteX94" fmla="*/ 1 w 8221959"/>
              <a:gd name="connsiteY94" fmla="*/ 652272 h 1304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8221959" h="1304555">
                <a:moveTo>
                  <a:pt x="1" y="192"/>
                </a:moveTo>
                <a:lnTo>
                  <a:pt x="323852" y="192"/>
                </a:lnTo>
                <a:lnTo>
                  <a:pt x="323852" y="891522"/>
                </a:lnTo>
                <a:lnTo>
                  <a:pt x="535496" y="652272"/>
                </a:lnTo>
                <a:lnTo>
                  <a:pt x="1038797" y="84582"/>
                </a:lnTo>
                <a:lnTo>
                  <a:pt x="1045274" y="77628"/>
                </a:lnTo>
                <a:cubicBezTo>
                  <a:pt x="1142275" y="-19352"/>
                  <a:pt x="1297315" y="-26092"/>
                  <a:pt x="1402366" y="62103"/>
                </a:cubicBezTo>
                <a:cubicBezTo>
                  <a:pt x="1464469" y="112776"/>
                  <a:pt x="1495902" y="192214"/>
                  <a:pt x="1495902" y="272319"/>
                </a:cubicBezTo>
                <a:lnTo>
                  <a:pt x="1495902" y="899826"/>
                </a:lnTo>
                <a:lnTo>
                  <a:pt x="1714977" y="652176"/>
                </a:lnTo>
                <a:lnTo>
                  <a:pt x="2218183" y="84582"/>
                </a:lnTo>
                <a:lnTo>
                  <a:pt x="2224374" y="77628"/>
                </a:lnTo>
                <a:cubicBezTo>
                  <a:pt x="2321424" y="-19582"/>
                  <a:pt x="2476734" y="-26327"/>
                  <a:pt x="2581847" y="62103"/>
                </a:cubicBezTo>
                <a:cubicBezTo>
                  <a:pt x="2643950" y="112776"/>
                  <a:pt x="2675383" y="192119"/>
                  <a:pt x="2675383" y="272319"/>
                </a:cubicBezTo>
                <a:lnTo>
                  <a:pt x="2675383" y="899826"/>
                </a:lnTo>
                <a:lnTo>
                  <a:pt x="2894458" y="652176"/>
                </a:lnTo>
                <a:lnTo>
                  <a:pt x="3397663" y="84582"/>
                </a:lnTo>
                <a:lnTo>
                  <a:pt x="3404236" y="77628"/>
                </a:lnTo>
                <a:cubicBezTo>
                  <a:pt x="3501236" y="-19352"/>
                  <a:pt x="3656276" y="-26092"/>
                  <a:pt x="3761328" y="62103"/>
                </a:cubicBezTo>
                <a:cubicBezTo>
                  <a:pt x="3823336" y="112776"/>
                  <a:pt x="3854768" y="192214"/>
                  <a:pt x="3854768" y="272319"/>
                </a:cubicBezTo>
                <a:lnTo>
                  <a:pt x="3854768" y="899826"/>
                </a:lnTo>
                <a:lnTo>
                  <a:pt x="4073843" y="652176"/>
                </a:lnTo>
                <a:lnTo>
                  <a:pt x="4577049" y="84582"/>
                </a:lnTo>
                <a:lnTo>
                  <a:pt x="4583526" y="77628"/>
                </a:lnTo>
                <a:cubicBezTo>
                  <a:pt x="4680539" y="-19409"/>
                  <a:pt x="4835647" y="-26151"/>
                  <a:pt x="4940713" y="62103"/>
                </a:cubicBezTo>
                <a:cubicBezTo>
                  <a:pt x="5002816" y="112776"/>
                  <a:pt x="5034249" y="192119"/>
                  <a:pt x="5034249" y="272319"/>
                </a:cubicBezTo>
                <a:lnTo>
                  <a:pt x="5034249" y="652272"/>
                </a:lnTo>
                <a:lnTo>
                  <a:pt x="5031296" y="652272"/>
                </a:lnTo>
                <a:lnTo>
                  <a:pt x="5031296" y="899921"/>
                </a:lnTo>
                <a:lnTo>
                  <a:pt x="5250370" y="652271"/>
                </a:lnTo>
                <a:lnTo>
                  <a:pt x="5753668" y="84581"/>
                </a:lnTo>
                <a:lnTo>
                  <a:pt x="5760145" y="77627"/>
                </a:lnTo>
                <a:cubicBezTo>
                  <a:pt x="5857145" y="-19353"/>
                  <a:pt x="6012184" y="-26093"/>
                  <a:pt x="6117235" y="62102"/>
                </a:cubicBezTo>
                <a:cubicBezTo>
                  <a:pt x="6179338" y="112775"/>
                  <a:pt x="6210770" y="192213"/>
                  <a:pt x="6210770" y="272318"/>
                </a:cubicBezTo>
                <a:lnTo>
                  <a:pt x="6210770" y="899825"/>
                </a:lnTo>
                <a:lnTo>
                  <a:pt x="6429843" y="652175"/>
                </a:lnTo>
                <a:lnTo>
                  <a:pt x="6933046" y="84581"/>
                </a:lnTo>
                <a:lnTo>
                  <a:pt x="6939237" y="77627"/>
                </a:lnTo>
                <a:cubicBezTo>
                  <a:pt x="6987762" y="29022"/>
                  <a:pt x="7050852" y="3033"/>
                  <a:pt x="7114949" y="250"/>
                </a:cubicBezTo>
                <a:cubicBezTo>
                  <a:pt x="7179047" y="-2534"/>
                  <a:pt x="7244152" y="17887"/>
                  <a:pt x="7296708" y="62102"/>
                </a:cubicBezTo>
                <a:cubicBezTo>
                  <a:pt x="7358811" y="112775"/>
                  <a:pt x="7390243" y="192118"/>
                  <a:pt x="7390243" y="272318"/>
                </a:cubicBezTo>
                <a:lnTo>
                  <a:pt x="7390243" y="899825"/>
                </a:lnTo>
                <a:lnTo>
                  <a:pt x="7609317" y="652175"/>
                </a:lnTo>
                <a:lnTo>
                  <a:pt x="8112520" y="84581"/>
                </a:lnTo>
                <a:lnTo>
                  <a:pt x="8119092" y="77627"/>
                </a:lnTo>
                <a:cubicBezTo>
                  <a:pt x="8143342" y="53382"/>
                  <a:pt x="8171219" y="34777"/>
                  <a:pt x="8201036" y="21886"/>
                </a:cubicBezTo>
                <a:lnTo>
                  <a:pt x="8221959" y="15039"/>
                </a:lnTo>
                <a:lnTo>
                  <a:pt x="8221959" y="439700"/>
                </a:lnTo>
                <a:lnTo>
                  <a:pt x="8033748" y="652461"/>
                </a:lnTo>
                <a:lnTo>
                  <a:pt x="7524354" y="1227105"/>
                </a:lnTo>
                <a:cubicBezTo>
                  <a:pt x="7441614" y="1310042"/>
                  <a:pt x="7314071" y="1328434"/>
                  <a:pt x="7211270" y="1272253"/>
                </a:cubicBezTo>
                <a:cubicBezTo>
                  <a:pt x="7123831" y="1224628"/>
                  <a:pt x="7073729" y="1129378"/>
                  <a:pt x="7073729" y="1029556"/>
                </a:cubicBezTo>
                <a:lnTo>
                  <a:pt x="7073729" y="404811"/>
                </a:lnTo>
                <a:lnTo>
                  <a:pt x="6854656" y="652461"/>
                </a:lnTo>
                <a:lnTo>
                  <a:pt x="6345167" y="1227105"/>
                </a:lnTo>
                <a:cubicBezTo>
                  <a:pt x="6295611" y="1276719"/>
                  <a:pt x="6228316" y="1304522"/>
                  <a:pt x="6158192" y="1304352"/>
                </a:cubicBezTo>
                <a:cubicBezTo>
                  <a:pt x="6113940" y="1304266"/>
                  <a:pt x="6070405" y="1293169"/>
                  <a:pt x="6031511" y="1272063"/>
                </a:cubicBezTo>
                <a:cubicBezTo>
                  <a:pt x="5944071" y="1224438"/>
                  <a:pt x="5893970" y="1129188"/>
                  <a:pt x="5893970" y="1029366"/>
                </a:cubicBezTo>
                <a:lnTo>
                  <a:pt x="5893970" y="404811"/>
                </a:lnTo>
                <a:lnTo>
                  <a:pt x="5674897" y="652461"/>
                </a:lnTo>
                <a:lnTo>
                  <a:pt x="5165407" y="1227105"/>
                </a:lnTo>
                <a:cubicBezTo>
                  <a:pt x="5116088" y="1276688"/>
                  <a:pt x="5049034" y="1304558"/>
                  <a:pt x="4979100" y="1304543"/>
                </a:cubicBezTo>
                <a:cubicBezTo>
                  <a:pt x="4934810" y="1304512"/>
                  <a:pt x="4891231" y="1293413"/>
                  <a:pt x="4852322" y="1272253"/>
                </a:cubicBezTo>
                <a:cubicBezTo>
                  <a:pt x="4764883" y="1224628"/>
                  <a:pt x="4714877" y="1129378"/>
                  <a:pt x="4714877" y="1029556"/>
                </a:cubicBezTo>
                <a:lnTo>
                  <a:pt x="4714877" y="652271"/>
                </a:lnTo>
                <a:lnTo>
                  <a:pt x="4717066" y="652271"/>
                </a:lnTo>
                <a:lnTo>
                  <a:pt x="4717066" y="404622"/>
                </a:lnTo>
                <a:lnTo>
                  <a:pt x="4497991" y="652272"/>
                </a:lnTo>
                <a:lnTo>
                  <a:pt x="3988499" y="1226915"/>
                </a:lnTo>
                <a:cubicBezTo>
                  <a:pt x="3939156" y="1276462"/>
                  <a:pt x="3872117" y="1304327"/>
                  <a:pt x="3802190" y="1304353"/>
                </a:cubicBezTo>
                <a:cubicBezTo>
                  <a:pt x="3757938" y="1304267"/>
                  <a:pt x="3714402" y="1293170"/>
                  <a:pt x="3675508" y="1272064"/>
                </a:cubicBezTo>
                <a:cubicBezTo>
                  <a:pt x="3588068" y="1224439"/>
                  <a:pt x="3537967" y="1129189"/>
                  <a:pt x="3537967" y="1029367"/>
                </a:cubicBezTo>
                <a:lnTo>
                  <a:pt x="3537967" y="404812"/>
                </a:lnTo>
                <a:lnTo>
                  <a:pt x="3318892" y="652462"/>
                </a:lnTo>
                <a:lnTo>
                  <a:pt x="2809495" y="1227106"/>
                </a:lnTo>
                <a:cubicBezTo>
                  <a:pt x="2726754" y="1310043"/>
                  <a:pt x="2599210" y="1328435"/>
                  <a:pt x="2496408" y="1272254"/>
                </a:cubicBezTo>
                <a:cubicBezTo>
                  <a:pt x="2408968" y="1224629"/>
                  <a:pt x="2358867" y="1129379"/>
                  <a:pt x="2358867" y="1029557"/>
                </a:cubicBezTo>
                <a:lnTo>
                  <a:pt x="2358867" y="404812"/>
                </a:lnTo>
                <a:lnTo>
                  <a:pt x="2139792" y="652462"/>
                </a:lnTo>
                <a:lnTo>
                  <a:pt x="1630300" y="1227106"/>
                </a:lnTo>
                <a:cubicBezTo>
                  <a:pt x="1580744" y="1276720"/>
                  <a:pt x="1513448" y="1304523"/>
                  <a:pt x="1443324" y="1304353"/>
                </a:cubicBezTo>
                <a:cubicBezTo>
                  <a:pt x="1399071" y="1304267"/>
                  <a:pt x="1355536" y="1293170"/>
                  <a:pt x="1316641" y="1272064"/>
                </a:cubicBezTo>
                <a:cubicBezTo>
                  <a:pt x="1229202" y="1224439"/>
                  <a:pt x="1179100" y="1129189"/>
                  <a:pt x="1179100" y="1029367"/>
                </a:cubicBezTo>
                <a:lnTo>
                  <a:pt x="1179100" y="404812"/>
                </a:lnTo>
                <a:lnTo>
                  <a:pt x="960025" y="652462"/>
                </a:lnTo>
                <a:lnTo>
                  <a:pt x="450533" y="1227106"/>
                </a:lnTo>
                <a:cubicBezTo>
                  <a:pt x="401213" y="1276689"/>
                  <a:pt x="334159" y="1304559"/>
                  <a:pt x="264224" y="1304544"/>
                </a:cubicBezTo>
                <a:cubicBezTo>
                  <a:pt x="219934" y="1304513"/>
                  <a:pt x="176355" y="1293414"/>
                  <a:pt x="137446" y="1272254"/>
                </a:cubicBezTo>
                <a:cubicBezTo>
                  <a:pt x="71866" y="1236535"/>
                  <a:pt x="27343" y="1174028"/>
                  <a:pt x="9180" y="1102894"/>
                </a:cubicBezTo>
                <a:lnTo>
                  <a:pt x="513" y="1033656"/>
                </a:lnTo>
                <a:lnTo>
                  <a:pt x="1" y="1033656"/>
                </a:lnTo>
                <a:lnTo>
                  <a:pt x="1" y="1029565"/>
                </a:lnTo>
                <a:lnTo>
                  <a:pt x="0" y="1029557"/>
                </a:lnTo>
                <a:lnTo>
                  <a:pt x="0" y="652272"/>
                </a:lnTo>
                <a:lnTo>
                  <a:pt x="1" y="652272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49000">
                <a:schemeClr val="accent1">
                  <a:tint val="44500"/>
                  <a:satMod val="160000"/>
                </a:schemeClr>
              </a:gs>
              <a:gs pos="100000">
                <a:schemeClr val="tx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A9BC630F-6602-46CC-94D2-9A72427CD1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8464" y="2919177"/>
            <a:ext cx="3165955" cy="1245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920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image" Target="../media/image2.svg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CE99E-E714-40B6-AD13-9F92202805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0" y="6394105"/>
            <a:ext cx="10259861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A46329-3CEB-4871-A9F8-2926A8C08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782" y="545914"/>
            <a:ext cx="10414747" cy="114715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Headline goes here</a:t>
            </a:r>
            <a:br>
              <a:rPr lang="en-US"/>
            </a:br>
            <a:r>
              <a:rPr lang="en-US"/>
              <a:t>two lines long optional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B0E2E-E783-4B3F-B91C-B86959CE7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0782" y="1980280"/>
            <a:ext cx="10414747" cy="41573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Default body copy</a:t>
            </a:r>
            <a:br>
              <a:rPr lang="en-US"/>
            </a:br>
            <a:r>
              <a:rPr lang="en-US"/>
              <a:t>second line</a:t>
            </a:r>
          </a:p>
          <a:p>
            <a:pPr lvl="1"/>
            <a:r>
              <a:rPr lang="en-US"/>
              <a:t>Sub-level body copy (tab 2x)</a:t>
            </a:r>
            <a:br>
              <a:rPr lang="en-US"/>
            </a:br>
            <a:r>
              <a:rPr lang="en-US"/>
              <a:t>second line</a:t>
            </a:r>
          </a:p>
          <a:p>
            <a:pPr lvl="2"/>
            <a:r>
              <a:rPr lang="en-US"/>
              <a:t>Sub-level body copy (tab 3x)</a:t>
            </a:r>
            <a:br>
              <a:rPr lang="en-US"/>
            </a:br>
            <a:r>
              <a:rPr lang="en-US"/>
              <a:t>second line</a:t>
            </a:r>
          </a:p>
          <a:p>
            <a:pPr lvl="3"/>
            <a:r>
              <a:rPr lang="en-US"/>
              <a:t>Sub-level (tab 4x)</a:t>
            </a:r>
            <a:br>
              <a:rPr lang="en-US"/>
            </a:br>
            <a:r>
              <a:rPr lang="en-US"/>
              <a:t>second line</a:t>
            </a:r>
          </a:p>
          <a:p>
            <a:pPr lvl="4"/>
            <a:r>
              <a:rPr lang="en-US"/>
              <a:t>Sub-level (tab 5x)</a:t>
            </a:r>
            <a:br>
              <a:rPr lang="en-US"/>
            </a:br>
            <a:r>
              <a:rPr lang="en-US"/>
              <a:t>second line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239C0-BD08-4C30-B628-959CD8FA8D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02762" y="6382494"/>
            <a:ext cx="692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B7EB65F7-02F7-4C03-9B5E-0F72A9F540CE}" type="datetime1">
              <a:rPr lang="en-US" smtClean="0"/>
              <a:pPr/>
              <a:t>2/23/26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8DA39-0C23-4056-8B4B-9F8DCBB8EE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4225" y="5477347"/>
            <a:ext cx="305503" cy="306298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txBody>
          <a:bodyPr vert="horz" lIns="0" tIns="45720" rIns="0" bIns="45720" rtlCol="0" anchor="ctr"/>
          <a:lstStyle>
            <a:lvl1pPr algn="ctr">
              <a:defRPr sz="700" b="1">
                <a:solidFill>
                  <a:schemeClr val="tx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BB41A6D-43BD-4471-835C-1C49C9CCE2A7}"/>
              </a:ext>
            </a:extLst>
          </p:cNvPr>
          <p:cNvPicPr>
            <a:picLocks noChangeAspect="1"/>
          </p:cNvPicPr>
          <p:nvPr userDrawn="1"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466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737" r:id="rId2"/>
    <p:sldLayoutId id="2147483719" r:id="rId3"/>
    <p:sldLayoutId id="2147483720" r:id="rId4"/>
    <p:sldLayoutId id="2147483721" r:id="rId5"/>
    <p:sldLayoutId id="2147483666" r:id="rId6"/>
    <p:sldLayoutId id="2147483736" r:id="rId7"/>
    <p:sldLayoutId id="2147483691" r:id="rId8"/>
    <p:sldLayoutId id="2147483729" r:id="rId9"/>
    <p:sldLayoutId id="2147483651" r:id="rId10"/>
    <p:sldLayoutId id="2147483695" r:id="rId11"/>
    <p:sldLayoutId id="2147483734" r:id="rId12"/>
    <p:sldLayoutId id="2147483735" r:id="rId13"/>
    <p:sldLayoutId id="2147483662" r:id="rId14"/>
    <p:sldLayoutId id="2147483661" r:id="rId15"/>
    <p:sldLayoutId id="2147483696" r:id="rId16"/>
    <p:sldLayoutId id="2147483730" r:id="rId17"/>
    <p:sldLayoutId id="2147483650" r:id="rId18"/>
    <p:sldLayoutId id="2147483728" r:id="rId19"/>
    <p:sldLayoutId id="2147483700" r:id="rId20"/>
    <p:sldLayoutId id="2147483652" r:id="rId21"/>
    <p:sldLayoutId id="2147483705" r:id="rId22"/>
    <p:sldLayoutId id="2147483653" r:id="rId23"/>
    <p:sldLayoutId id="2147483718" r:id="rId24"/>
    <p:sldLayoutId id="2147483706" r:id="rId25"/>
    <p:sldLayoutId id="2147483714" r:id="rId26"/>
    <p:sldLayoutId id="2147483703" r:id="rId27"/>
    <p:sldLayoutId id="2147483724" r:id="rId28"/>
    <p:sldLayoutId id="2147483708" r:id="rId29"/>
    <p:sldLayoutId id="2147483715" r:id="rId30"/>
    <p:sldLayoutId id="2147483704" r:id="rId31"/>
    <p:sldLayoutId id="2147483725" r:id="rId32"/>
    <p:sldLayoutId id="2147483716" r:id="rId33"/>
    <p:sldLayoutId id="2147483707" r:id="rId34"/>
    <p:sldLayoutId id="2147483664" r:id="rId35"/>
    <p:sldLayoutId id="2147483665" r:id="rId36"/>
    <p:sldLayoutId id="2147483656" r:id="rId37"/>
    <p:sldLayoutId id="2147483667" r:id="rId38"/>
    <p:sldLayoutId id="2147483722" r:id="rId39"/>
    <p:sldLayoutId id="2147483723" r:id="rId40"/>
    <p:sldLayoutId id="2147483711" r:id="rId41"/>
    <p:sldLayoutId id="2147483712" r:id="rId42"/>
    <p:sldLayoutId id="2147483679" r:id="rId43"/>
    <p:sldLayoutId id="2147483657" r:id="rId44"/>
    <p:sldLayoutId id="2147483670" r:id="rId45"/>
    <p:sldLayoutId id="2147483668" r:id="rId46"/>
    <p:sldLayoutId id="2147483697" r:id="rId47"/>
    <p:sldLayoutId id="2147483709" r:id="rId48"/>
    <p:sldLayoutId id="2147483732" r:id="rId49"/>
    <p:sldLayoutId id="2147483710" r:id="rId50"/>
    <p:sldLayoutId id="2147483731" r:id="rId51"/>
    <p:sldLayoutId id="2147483654" r:id="rId52"/>
    <p:sldLayoutId id="2147483698" r:id="rId53"/>
    <p:sldLayoutId id="2147483655" r:id="rId54"/>
    <p:sldLayoutId id="2147483699" r:id="rId55"/>
    <p:sldLayoutId id="2147483671" r:id="rId56"/>
    <p:sldLayoutId id="2147483672" r:id="rId57"/>
    <p:sldLayoutId id="2147483673" r:id="rId58"/>
    <p:sldLayoutId id="2147483674" r:id="rId59"/>
    <p:sldLayoutId id="2147483675" r:id="rId60"/>
    <p:sldLayoutId id="2147483676" r:id="rId61"/>
    <p:sldLayoutId id="2147483677" r:id="rId62"/>
    <p:sldLayoutId id="2147483678" r:id="rId63"/>
    <p:sldLayoutId id="2147483669" r:id="rId64"/>
    <p:sldLayoutId id="2147483738" r:id="rId65"/>
    <p:sldLayoutId id="2147483733" r:id="rId6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0">
          <a:solidFill>
            <a:schemeClr val="tx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110000"/>
        </a:lnSpc>
        <a:spcBef>
          <a:spcPts val="1000"/>
        </a:spcBef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44488" indent="-117475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b="0" kern="1200" cap="none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15888" algn="l" defTabSz="914400" rtl="0" eaLnBrk="1" latinLnBrk="0" hangingPunct="1">
        <a:lnSpc>
          <a:spcPct val="11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573088" indent="-111125" algn="l" defTabSz="914400" rtl="0" eaLnBrk="1" latinLnBrk="0" hangingPunct="1">
        <a:lnSpc>
          <a:spcPct val="110000"/>
        </a:lnSpc>
        <a:spcBef>
          <a:spcPts val="500"/>
        </a:spcBef>
        <a:buClr>
          <a:schemeClr val="tx1"/>
        </a:buClr>
        <a:buSzPct val="70000"/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-115888" algn="l" defTabSz="914400" rtl="0" eaLnBrk="1" latinLnBrk="0" hangingPunct="1">
        <a:lnSpc>
          <a:spcPct val="110000"/>
        </a:lnSpc>
        <a:spcBef>
          <a:spcPts val="500"/>
        </a:spcBef>
        <a:buClr>
          <a:schemeClr val="tx1"/>
        </a:buClr>
        <a:buSzPct val="70000"/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ctr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0" algn="ctr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16" userDrawn="1">
          <p15:clr>
            <a:srgbClr val="F26B43"/>
          </p15:clr>
        </p15:guide>
        <p15:guide id="3" pos="7440" userDrawn="1">
          <p15:clr>
            <a:srgbClr val="F26B43"/>
          </p15:clr>
        </p15:guide>
        <p15:guide id="4" pos="3848" userDrawn="1">
          <p15:clr>
            <a:srgbClr val="F26B43"/>
          </p15:clr>
        </p15:guide>
        <p15:guide id="5" orient="horz" pos="216" userDrawn="1">
          <p15:clr>
            <a:srgbClr val="F26B43"/>
          </p15:clr>
        </p15:guide>
        <p15:guide id="6" orient="horz" pos="4008" userDrawn="1">
          <p15:clr>
            <a:srgbClr val="F26B43"/>
          </p15:clr>
        </p15:guide>
        <p15:guide id="7" pos="552" userDrawn="1">
          <p15:clr>
            <a:srgbClr val="F26B43"/>
          </p15:clr>
        </p15:guide>
        <p15:guide id="8" pos="7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E78BC-F546-055A-88A4-169792D48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BF968-A9E8-EE8A-DCD9-A213BEA998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195" y="1049854"/>
            <a:ext cx="10459626" cy="454268"/>
          </a:xfrm>
        </p:spPr>
        <p:txBody>
          <a:bodyPr anchor="t"/>
          <a:lstStyle/>
          <a:p>
            <a:pPr algn="ctr"/>
            <a:r>
              <a:rPr lang="en-US" sz="3600" dirty="0"/>
              <a:t>Schedule Audit TOOL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22E9E8C-0DC2-127C-588B-28B8361BBA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3938367"/>
              </p:ext>
            </p:extLst>
          </p:nvPr>
        </p:nvGraphicFramePr>
        <p:xfrm>
          <a:off x="531628" y="1825107"/>
          <a:ext cx="11210992" cy="353370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605496">
                  <a:extLst>
                    <a:ext uri="{9D8B030D-6E8A-4147-A177-3AD203B41FA5}">
                      <a16:colId xmlns:a16="http://schemas.microsoft.com/office/drawing/2014/main" val="864199666"/>
                    </a:ext>
                  </a:extLst>
                </a:gridCol>
                <a:gridCol w="5605496">
                  <a:extLst>
                    <a:ext uri="{9D8B030D-6E8A-4147-A177-3AD203B41FA5}">
                      <a16:colId xmlns:a16="http://schemas.microsoft.com/office/drawing/2014/main" val="151121893"/>
                    </a:ext>
                  </a:extLst>
                </a:gridCol>
              </a:tblGrid>
              <a:tr h="780861"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chemeClr val="accent4"/>
                          </a:solidFill>
                        </a:rPr>
                        <a:t>Scheduling Considerations</a:t>
                      </a:r>
                      <a:endParaRPr lang="en-US" sz="1800">
                        <a:solidFill>
                          <a:schemeClr val="accent4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>
                          <a:solidFill>
                            <a:schemeClr val="accent4"/>
                          </a:solidFill>
                        </a:rPr>
                        <a:t>Score Your Current Schedule (1 Low–10 High)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8270261"/>
                  </a:ext>
                </a:extLst>
              </a:tr>
              <a:tr h="883220">
                <a:tc>
                  <a:txBody>
                    <a:bodyPr/>
                    <a:lstStyle/>
                    <a:p>
                      <a:r>
                        <a:rPr lang="en-US" sz="1600" b="1" dirty="0"/>
                        <a:t>Coach Energy →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6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2732218"/>
                  </a:ext>
                </a:extLst>
              </a:tr>
              <a:tr h="700809">
                <a:tc>
                  <a:txBody>
                    <a:bodyPr/>
                    <a:lstStyle/>
                    <a:p>
                      <a:r>
                        <a:rPr lang="en-US" sz="1600" b="1" dirty="0"/>
                        <a:t>Member Experience →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6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0903203"/>
                  </a:ext>
                </a:extLst>
              </a:tr>
              <a:tr h="7064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Revenue Capacity →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8744083"/>
                  </a:ext>
                </a:extLst>
              </a:tr>
              <a:tr h="4623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Retention Support 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3464298"/>
                  </a:ext>
                </a:extLst>
              </a:tr>
            </a:tbl>
          </a:graphicData>
        </a:graphic>
      </p:graphicFrame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12D37855-7E62-B237-F01B-A87C095E43C0}"/>
              </a:ext>
            </a:extLst>
          </p:cNvPr>
          <p:cNvSpPr txBox="1">
            <a:spLocks/>
          </p:cNvSpPr>
          <p:nvPr/>
        </p:nvSpPr>
        <p:spPr>
          <a:xfrm>
            <a:off x="2891778" y="728869"/>
            <a:ext cx="4927600" cy="6129130"/>
          </a:xfrm>
          <a:prstGeom prst="rect">
            <a:avLst/>
          </a:prstGeom>
          <a:ln>
            <a:noFill/>
          </a:ln>
        </p:spPr>
        <p:txBody>
          <a:bodyPr vert="horz" lIns="0" tIns="0" rIns="0" bIns="82296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4488" indent="-1174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1158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73088" indent="-11112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1"/>
              </a:buClr>
              <a:buSzPct val="70000"/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85800" indent="-1158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1"/>
              </a:buClr>
              <a:buSzPct val="70000"/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4396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heme/theme1.xml><?xml version="1.0" encoding="utf-8"?>
<a:theme xmlns:a="http://schemas.openxmlformats.org/drawingml/2006/main" name="Anytime Fitness Template">
  <a:themeElements>
    <a:clrScheme name="AF July 22 ">
      <a:dk1>
        <a:srgbClr val="2D2926"/>
      </a:dk1>
      <a:lt1>
        <a:srgbClr val="FFFFFF"/>
      </a:lt1>
      <a:dk2>
        <a:srgbClr val="221551"/>
      </a:dk2>
      <a:lt2>
        <a:srgbClr val="DACAED"/>
      </a:lt2>
      <a:accent1>
        <a:srgbClr val="440099"/>
      </a:accent1>
      <a:accent2>
        <a:srgbClr val="6E38D5"/>
      </a:accent2>
      <a:accent3>
        <a:srgbClr val="A32AF9"/>
      </a:accent3>
      <a:accent4>
        <a:srgbClr val="2ED7DE"/>
      </a:accent4>
      <a:accent5>
        <a:srgbClr val="EF3340"/>
      </a:accent5>
      <a:accent6>
        <a:srgbClr val="FF7500"/>
      </a:accent6>
      <a:hlink>
        <a:srgbClr val="FF7500"/>
      </a:hlink>
      <a:folHlink>
        <a:srgbClr val="EF3340"/>
      </a:folHlink>
    </a:clrScheme>
    <a:fontScheme name="Anytime Fitness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4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x Lib Update" id="{7251D905-7BD7-0047-B37A-625310FBE731}" vid="{91B78AD1-8307-834B-B208-61ED342B028B}"/>
    </a:ext>
  </a:extLst>
</a:theme>
</file>

<file path=ppt/theme/theme2.xml><?xml version="1.0" encoding="utf-8"?>
<a:theme xmlns:a="http://schemas.openxmlformats.org/drawingml/2006/main" name="Office Theme">
  <a:themeElements>
    <a:clrScheme name="Bar Method">
      <a:dk1>
        <a:srgbClr val="161614"/>
      </a:dk1>
      <a:lt1>
        <a:sysClr val="window" lastClr="FFFFFF"/>
      </a:lt1>
      <a:dk2>
        <a:srgbClr val="373733"/>
      </a:dk2>
      <a:lt2>
        <a:srgbClr val="D9D9D6"/>
      </a:lt2>
      <a:accent1>
        <a:srgbClr val="EACBBB"/>
      </a:accent1>
      <a:accent2>
        <a:srgbClr val="F18079"/>
      </a:accent2>
      <a:accent3>
        <a:srgbClr val="EE635C"/>
      </a:accent3>
      <a:accent4>
        <a:srgbClr val="DFDFE0"/>
      </a:accent4>
      <a:accent5>
        <a:srgbClr val="C0C0C2"/>
      </a:accent5>
      <a:accent6>
        <a:srgbClr val="A0A1A3"/>
      </a:accent6>
      <a:hlink>
        <a:srgbClr val="F18079"/>
      </a:hlink>
      <a:folHlink>
        <a:srgbClr val="EACBBB"/>
      </a:folHlink>
    </a:clrScheme>
    <a:fontScheme name="Bar Method">
      <a:majorFont>
        <a:latin typeface="Constanti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Bar Method">
      <a:dk1>
        <a:srgbClr val="161614"/>
      </a:dk1>
      <a:lt1>
        <a:sysClr val="window" lastClr="FFFFFF"/>
      </a:lt1>
      <a:dk2>
        <a:srgbClr val="373733"/>
      </a:dk2>
      <a:lt2>
        <a:srgbClr val="D9D9D6"/>
      </a:lt2>
      <a:accent1>
        <a:srgbClr val="EACBBB"/>
      </a:accent1>
      <a:accent2>
        <a:srgbClr val="F18079"/>
      </a:accent2>
      <a:accent3>
        <a:srgbClr val="EE635C"/>
      </a:accent3>
      <a:accent4>
        <a:srgbClr val="DFDFE0"/>
      </a:accent4>
      <a:accent5>
        <a:srgbClr val="C0C0C2"/>
      </a:accent5>
      <a:accent6>
        <a:srgbClr val="A0A1A3"/>
      </a:accent6>
      <a:hlink>
        <a:srgbClr val="F18079"/>
      </a:hlink>
      <a:folHlink>
        <a:srgbClr val="EACBBB"/>
      </a:folHlink>
    </a:clrScheme>
    <a:fontScheme name="Bar Method">
      <a:majorFont>
        <a:latin typeface="Constanti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F321E7D9300C647B2CB9550E639835F" ma:contentTypeVersion="34" ma:contentTypeDescription="Create a new document." ma:contentTypeScope="" ma:versionID="61aa58010be9e2315c2b77a06669e6fb">
  <xsd:schema xmlns:xsd="http://www.w3.org/2001/XMLSchema" xmlns:xs="http://www.w3.org/2001/XMLSchema" xmlns:p="http://schemas.microsoft.com/office/2006/metadata/properties" xmlns:ns2="c6e53ef5-aa40-4ab3-8b24-2fd4d1062466" xmlns:ns3="bd3e74f9-e755-491e-81ce-75485ea4b35b" targetNamespace="http://schemas.microsoft.com/office/2006/metadata/properties" ma:root="true" ma:fieldsID="096a9007f1b7c3365d5d45e590537f57" ns2:_="" ns3:_="">
    <xsd:import namespace="c6e53ef5-aa40-4ab3-8b24-2fd4d1062466"/>
    <xsd:import namespace="bd3e74f9-e755-491e-81ce-75485ea4b35b"/>
    <xsd:element name="properties">
      <xsd:complexType>
        <xsd:sequence>
          <xsd:element name="documentManagement">
            <xsd:complexType>
              <xsd:all>
                <xsd:element ref="ns2:Image" minOccurs="0"/>
                <xsd:element ref="ns2:AFTUsed" minOccurs="0"/>
                <xsd:element ref="ns2:ExerciseDescription" minOccurs="0"/>
                <xsd:element ref="ns2:AFID_x0023_" minOccurs="0"/>
                <xsd:element ref="ns2:EquipmentTags" minOccurs="0"/>
                <xsd:element ref="ns2:ExerciseName" minOccurs="0"/>
                <xsd:element ref="ns2:PrimeMoverTags" minOccurs="0"/>
                <xsd:element ref="ns2:MovementPatternsTags" minOccurs="0"/>
                <xsd:element ref="ns2:TypeTags" minOccurs="0"/>
                <xsd:element ref="ns2:BodyPositionTags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BillingMetadata" minOccurs="0"/>
                <xsd:element ref="ns2:Documente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e53ef5-aa40-4ab3-8b24-2fd4d1062466" elementFormDefault="qualified">
    <xsd:import namespace="http://schemas.microsoft.com/office/2006/documentManagement/types"/>
    <xsd:import namespace="http://schemas.microsoft.com/office/infopath/2007/PartnerControls"/>
    <xsd:element name="Image" ma:index="3" nillable="true" ma:displayName="Image" ma:format="Thumbnail" ma:internalName="Image" ma:readOnly="false">
      <xsd:simpleType>
        <xsd:restriction base="dms:Unknown"/>
      </xsd:simpleType>
    </xsd:element>
    <xsd:element name="AFTUsed" ma:index="4" nillable="true" ma:displayName="AFT Used" ma:format="RadioButtons" ma:internalName="AFTUsed" ma:readOnly="false">
      <xsd:simpleType>
        <xsd:restriction base="dms:Choice">
          <xsd:enumeration value="Used"/>
          <xsd:enumeration value="NEW"/>
          <xsd:enumeration value="Duplicate"/>
          <xsd:enumeration value="DO NOT USE/TATTOO"/>
          <xsd:enumeration value="Boxing"/>
        </xsd:restriction>
      </xsd:simpleType>
    </xsd:element>
    <xsd:element name="ExerciseDescription" ma:index="5" nillable="true" ma:displayName="Exercise Description" ma:format="Dropdown" ma:internalName="ExerciseDescription" ma:readOnly="false">
      <xsd:simpleType>
        <xsd:restriction base="dms:Note">
          <xsd:maxLength value="255"/>
        </xsd:restriction>
      </xsd:simpleType>
    </xsd:element>
    <xsd:element name="AFID_x0023_" ma:index="6" nillable="true" ma:displayName="AF ID #" ma:format="Dropdown" ma:internalName="AFID_x0023_" ma:readOnly="false" ma:percentage="FALSE">
      <xsd:simpleType>
        <xsd:restriction base="dms:Number"/>
      </xsd:simpleType>
    </xsd:element>
    <xsd:element name="EquipmentTags" ma:index="7" nillable="true" ma:displayName="Equipment Tags" ma:format="Dropdown" ma:internalName="EquipmentTags" ma:readOnly="fals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alance/Tool"/>
                    <xsd:enumeration value="Barbell"/>
                    <xsd:enumeration value="Battle Rope"/>
                    <xsd:enumeration value="Bench"/>
                    <xsd:enumeration value="Bodyweight"/>
                    <xsd:enumeration value="Box"/>
                    <xsd:enumeration value="Cables"/>
                    <xsd:enumeration value="Core Wheel"/>
                    <xsd:enumeration value="Dumbells"/>
                    <xsd:enumeration value="Kettlebells"/>
                    <xsd:enumeration value="Ladder"/>
                    <xsd:enumeration value="Landmine"/>
                    <xsd:enumeration value="Mini Band"/>
                    <xsd:enumeration value="Mobility Ball"/>
                    <xsd:enumeration value="Plate"/>
                    <xsd:enumeration value="Sandbag"/>
                    <xsd:enumeration value="Choice 21"/>
                    <xsd:enumeration value="Sliders"/>
                    <xsd:enumeration value="Suspension"/>
                    <xsd:enumeration value="Tubing/Bands"/>
                    <xsd:enumeration value="Cardio"/>
                    <xsd:enumeration value="Foam Roller"/>
                    <xsd:enumeration value="Machine"/>
                    <xsd:enumeration value="Med Ball"/>
                    <xsd:enumeration value="Stability Ball"/>
                  </xsd:restriction>
                </xsd:simpleType>
              </xsd:element>
            </xsd:sequence>
          </xsd:extension>
        </xsd:complexContent>
      </xsd:complexType>
    </xsd:element>
    <xsd:element name="ExerciseName" ma:index="8" nillable="true" ma:displayName="Exercise Name" ma:format="Dropdown" ma:internalName="ExerciseName" ma:readOnly="false">
      <xsd:simpleType>
        <xsd:restriction base="dms:Text">
          <xsd:maxLength value="255"/>
        </xsd:restriction>
      </xsd:simpleType>
    </xsd:element>
    <xsd:element name="PrimeMoverTags" ma:index="9" nillable="true" ma:displayName="Prime Mover Tags" ma:format="Dropdown" ma:internalName="PrimeMoverTags" ma:readOnly="fals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ductors"/>
                    <xsd:enumeration value="Abs"/>
                    <xsd:enumeration value="Adductors"/>
                    <xsd:enumeration value="Biceps"/>
                    <xsd:enumeration value="Deltoid Anterior"/>
                    <xsd:enumeration value="Deltoid Medial"/>
                    <xsd:enumeration value="Deltoid Posterior "/>
                    <xsd:enumeration value="Gastrocnemius/Soleus"/>
                    <xsd:enumeration value="Gluteus Maxiumus"/>
                    <xsd:enumeration value="Hamstrings"/>
                    <xsd:enumeration value="Hip Flexor"/>
                    <xsd:enumeration value="Hip Stabilizers"/>
                    <xsd:enumeration value="Latissimus Dorsi"/>
                    <xsd:enumeration value="Obliques"/>
                    <xsd:enumeration value="Pecs"/>
                    <xsd:enumeration value="Quadriceps"/>
                    <xsd:enumeration value="Shoulder Stabilizers"/>
                    <xsd:enumeration value="Spinal Erectors"/>
                    <xsd:enumeration value="Trapezius"/>
                    <xsd:enumeration value="Triceps"/>
                    <xsd:enumeration value="Choice 21"/>
                  </xsd:restriction>
                </xsd:simpleType>
              </xsd:element>
            </xsd:sequence>
          </xsd:extension>
        </xsd:complexContent>
      </xsd:complexType>
    </xsd:element>
    <xsd:element name="MovementPatternsTags" ma:index="10" nillable="true" ma:displayName="Movement Patterns Tags" ma:format="Dropdown" ma:internalName="MovementPatternsTags" ma:readOnly="fals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nti Extension"/>
                    <xsd:enumeration value="Anti Rotation"/>
                    <xsd:enumeration value="Hinge"/>
                    <xsd:enumeration value="Horizontal Pull"/>
                    <xsd:enumeration value="Horizontal Push"/>
                    <xsd:enumeration value="Lunge"/>
                    <xsd:enumeration value="Rotation "/>
                    <xsd:enumeration value="Squat"/>
                    <xsd:enumeration value="Vertical Pull"/>
                    <xsd:enumeration value="Vertical Push"/>
                  </xsd:restriction>
                </xsd:simpleType>
              </xsd:element>
            </xsd:sequence>
          </xsd:extension>
        </xsd:complexContent>
      </xsd:complexType>
    </xsd:element>
    <xsd:element name="TypeTags" ma:index="11" nillable="true" ma:displayName="Type Tags" ma:format="Dropdown" ma:internalName="TypeTags" ma:readOnly="fals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lternating"/>
                    <xsd:enumeration value="Balance"/>
                    <xsd:enumeration value="Combo"/>
                    <xsd:enumeration value="Compound"/>
                    <xsd:enumeration value="Conditioning"/>
                    <xsd:enumeration value="Contralateral"/>
                    <xsd:enumeration value="Finishers"/>
                    <xsd:enumeration value="Frontal"/>
                    <xsd:enumeration value="Ipsilateral"/>
                    <xsd:enumeration value="Isometric"/>
                    <xsd:enumeration value="Lateral"/>
                    <xsd:enumeration value="Mobility"/>
                    <xsd:enumeration value="Power"/>
                    <xsd:enumeration value="Recovery"/>
                    <xsd:enumeration value="Sagittal"/>
                    <xsd:enumeration value="Single Arm"/>
                    <xsd:enumeration value="Single Leg"/>
                    <xsd:enumeration value="SMR"/>
                    <xsd:enumeration value="Speed, Agility, Quickness"/>
                    <xsd:enumeration value="Static Stretch"/>
                    <xsd:enumeration value="Tranverse"/>
                  </xsd:restriction>
                </xsd:simpleType>
              </xsd:element>
            </xsd:sequence>
          </xsd:extension>
        </xsd:complexContent>
      </xsd:complexType>
    </xsd:element>
    <xsd:element name="BodyPositionTags" ma:index="12" nillable="true" ma:displayName="Body Position Tags" ma:format="Dropdown" ma:internalName="BodyPositionTags" ma:readOnly="fals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1.5 Stance"/>
                    <xsd:enumeration value="Half Kneel"/>
                    <xsd:enumeration value="Prone"/>
                    <xsd:enumeration value="Quadruped"/>
                    <xsd:enumeration value="Sidelying"/>
                    <xsd:enumeration value="Supine"/>
                    <xsd:enumeration value="Tall Kneel"/>
                  </xsd:restriction>
                </xsd:simpleType>
              </xsd:element>
            </xsd:sequence>
          </xsd:extension>
        </xsd:complexContent>
      </xsd:complex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hidden="true" ma:internalName="MediaServiceOCR" ma:readOnly="true">
      <xsd:simpleType>
        <xsd:restriction base="dms:Note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hidden="true" ma:internalName="MediaServiceKeyPoints" ma:readOnly="true">
      <xsd:simpleType>
        <xsd:restriction base="dms:Note"/>
      </xsd:simpleType>
    </xsd:element>
    <xsd:element name="MediaServiceLocation" ma:index="17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8a19ee54-46e1-4f28-9254-181b3d6e14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Metadata" ma:index="3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3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34" nillable="true" ma:displayName="Tags" ma:hidden="true" ma:internalName="MediaServiceAutoTags" ma:readOnly="true">
      <xsd:simpleType>
        <xsd:restriction base="dms:Text"/>
      </xsd:simpleType>
    </xsd:element>
    <xsd:element name="MediaServiceGenerationTime" ma:index="3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BillingMetadata" ma:index="36" nillable="true" ma:displayName="MediaServiceBillingMetadata" ma:hidden="true" ma:internalName="MediaServiceBillingMetadata" ma:readOnly="true">
      <xsd:simpleType>
        <xsd:restriction base="dms:Note"/>
      </xsd:simpleType>
    </xsd:element>
    <xsd:element name="Documented" ma:index="37" nillable="true" ma:displayName="Remove" ma:description="New Exercises Sheet" ma:format="Dropdown" ma:hidden="true" ma:internalName="Documented" ma:readOnly="false">
      <xsd:simpleType>
        <xsd:restriction base="dms:Choice">
          <xsd:enumeration value="REMOVE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3e74f9-e755-491e-81ce-75485ea4b35b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hidden="true" ma:internalName="SharedWithDetails" ma:readOnly="true">
      <xsd:simpleType>
        <xsd:restriction base="dms:Note"/>
      </xsd:simpleType>
    </xsd:element>
    <xsd:element name="TaxCatchAll" ma:index="23" nillable="true" ma:displayName="Taxonomy Catch All Column" ma:hidden="true" ma:list="{8bab50f4-0f11-41c3-83b8-a583064acb53}" ma:internalName="TaxCatchAll" ma:readOnly="false" ma:showField="CatchAllData" ma:web="bd3e74f9-e755-491e-81ce-75485ea4b35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d3e74f9-e755-491e-81ce-75485ea4b35b" xsi:nil="true"/>
    <lcf76f155ced4ddcb4097134ff3c332f xmlns="c6e53ef5-aa40-4ab3-8b24-2fd4d1062466">
      <Terms xmlns="http://schemas.microsoft.com/office/infopath/2007/PartnerControls"/>
    </lcf76f155ced4ddcb4097134ff3c332f>
    <SharedWithUsers xmlns="bd3e74f9-e755-491e-81ce-75485ea4b35b">
      <UserInfo>
        <DisplayName>Marcie DeLuca</DisplayName>
        <AccountId>9585</AccountId>
        <AccountType/>
      </UserInfo>
    </SharedWithUsers>
    <Image xmlns="c6e53ef5-aa40-4ab3-8b24-2fd4d1062466" xsi:nil="true"/>
    <PrimeMoverTags xmlns="c6e53ef5-aa40-4ab3-8b24-2fd4d1062466" xsi:nil="true"/>
    <BodyPositionTags xmlns="c6e53ef5-aa40-4ab3-8b24-2fd4d1062466" xsi:nil="true"/>
    <AFTUsed xmlns="c6e53ef5-aa40-4ab3-8b24-2fd4d1062466" xsi:nil="true"/>
    <MovementPatternsTags xmlns="c6e53ef5-aa40-4ab3-8b24-2fd4d1062466" xsi:nil="true"/>
    <EquipmentTags xmlns="c6e53ef5-aa40-4ab3-8b24-2fd4d1062466" xsi:nil="true"/>
    <ExerciseName xmlns="c6e53ef5-aa40-4ab3-8b24-2fd4d1062466" xsi:nil="true"/>
    <ExerciseDescription xmlns="c6e53ef5-aa40-4ab3-8b24-2fd4d1062466" xsi:nil="true"/>
    <Documented xmlns="c6e53ef5-aa40-4ab3-8b24-2fd4d1062466">false</Documented>
    <TypeTags xmlns="c6e53ef5-aa40-4ab3-8b24-2fd4d1062466" xsi:nil="true"/>
    <AFID_x0023_ xmlns="c6e53ef5-aa40-4ab3-8b24-2fd4d1062466" xsi:nil="true"/>
  </documentManagement>
</p:properties>
</file>

<file path=customXml/itemProps1.xml><?xml version="1.0" encoding="utf-8"?>
<ds:datastoreItem xmlns:ds="http://schemas.openxmlformats.org/officeDocument/2006/customXml" ds:itemID="{84A04AA8-B347-4AB3-BC22-E9CA35656805}">
  <ds:schemaRefs>
    <ds:schemaRef ds:uri="bd3e74f9-e755-491e-81ce-75485ea4b35b"/>
    <ds:schemaRef ds:uri="c6e53ef5-aa40-4ab3-8b24-2fd4d106246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F90C4E6-4A59-487E-81FF-2AAB6595831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AA2B1DA-A2C5-489C-A46E-FC3EAF2F3ADB}">
  <ds:schemaRefs>
    <ds:schemaRef ds:uri="bd3e74f9-e755-491e-81ce-75485ea4b35b"/>
    <ds:schemaRef ds:uri="c6e53ef5-aa40-4ab3-8b24-2fd4d106246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Anytime Fitness Template</Template>
  <TotalTime>0</TotalTime>
  <Words>28</Words>
  <Application>Microsoft Macintosh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Century Gothic</vt:lpstr>
      <vt:lpstr>Anytime Fitness Template</vt:lpstr>
      <vt:lpstr>Schedule Audit TOOL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Aaron Trotter</dc:creator>
  <cp:lastModifiedBy>Deb Pias</cp:lastModifiedBy>
  <cp:revision>4</cp:revision>
  <dcterms:created xsi:type="dcterms:W3CDTF">2026-02-05T17:13:37Z</dcterms:created>
  <dcterms:modified xsi:type="dcterms:W3CDTF">2026-02-23T21:42:30Z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0x0101008F321E7D9300C647B2CB9550E639835F</vt:lpwstr>
  </property>
  <property fmtid="{D5CDD505-2E9C-101B-9397-08002B2CF9AE}" pid="3" name="MediaServiceImageTags">
    <vt:lpwstr/>
  </property>
  <property fmtid="{D5CDD505-2E9C-101B-9397-08002B2CF9AE}" pid="4" name="MSIP_Label_c19e54f6-8de3-4dc1-8de2-3571ff8ef8ed_Enabled">
    <vt:lpwstr>true</vt:lpwstr>
  </property>
  <property fmtid="{D5CDD505-2E9C-101B-9397-08002B2CF9AE}" pid="5" name="MSIP_Label_c19e54f6-8de3-4dc1-8de2-3571ff8ef8ed_SetDate">
    <vt:lpwstr>2025-07-29T19:36:40Z</vt:lpwstr>
  </property>
  <property fmtid="{D5CDD505-2E9C-101B-9397-08002B2CF9AE}" pid="6" name="MSIP_Label_c19e54f6-8de3-4dc1-8de2-3571ff8ef8ed_Method">
    <vt:lpwstr>Standard</vt:lpwstr>
  </property>
  <property fmtid="{D5CDD505-2E9C-101B-9397-08002B2CF9AE}" pid="7" name="MSIP_Label_c19e54f6-8de3-4dc1-8de2-3571ff8ef8ed_Name">
    <vt:lpwstr>defa4170-0d19-0005-0004-bc88714345d2</vt:lpwstr>
  </property>
  <property fmtid="{D5CDD505-2E9C-101B-9397-08002B2CF9AE}" pid="8" name="MSIP_Label_c19e54f6-8de3-4dc1-8de2-3571ff8ef8ed_SiteId">
    <vt:lpwstr>e5f9f875-abc1-48a7-b869-6562628fb58c</vt:lpwstr>
  </property>
  <property fmtid="{D5CDD505-2E9C-101B-9397-08002B2CF9AE}" pid="9" name="MSIP_Label_c19e54f6-8de3-4dc1-8de2-3571ff8ef8ed_ActionId">
    <vt:lpwstr>09e0d7be-50be-422b-a127-e0fc39351419</vt:lpwstr>
  </property>
  <property fmtid="{D5CDD505-2E9C-101B-9397-08002B2CF9AE}" pid="10" name="MSIP_Label_c19e54f6-8de3-4dc1-8de2-3571ff8ef8ed_ContentBits">
    <vt:lpwstr>0</vt:lpwstr>
  </property>
  <property fmtid="{D5CDD505-2E9C-101B-9397-08002B2CF9AE}" pid="11" name="MSIP_Label_c19e54f6-8de3-4dc1-8de2-3571ff8ef8ed_Tag">
    <vt:lpwstr>10, 3, 0, 2</vt:lpwstr>
  </property>
</Properties>
</file>